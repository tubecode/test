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
  <Override PartName="/ppt/media/image4.svg" ContentType="image/svg"/>
  <Override PartName="/ppt/media/image9.svg" ContentType="image/sv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11"/>
    <p:sldId id="257" r:id="rId52"/>
    <p:sldId id="258" r:id="rId53"/>
    <p:sldId id="259" r:id="rId54"/>
    <p:sldId id="260" r:id="rId55"/>
    <p:sldId id="261" r:id="rId56"/>
    <p:sldId id="262" r:id="rId57"/>
    <p:sldId id="263" r:id="rId58"/>
    <p:sldId id="264" r:id="rId59"/>
    <p:sldId id="265" r:id="rId60"/>
    <p:sldId id="266" r:id="rId61"/>
    <p:sldId id="267" r:id="rId62"/>
    <p:sldId id="268" r:id="rId63"/>
    <p:sldId id="269" r:id="rId64"/>
    <p:sldId id="270" r:id="rId65"/>
    <p:sldId id="271" r:id="rId66"/>
    <p:sldId id="272" r:id="rId67"/>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11" Type="http://schemas.openxmlformats.org/officeDocument/2006/relationships/slide" Target="slides/slide9.xml"/><Relationship Id="rId51" Type="http://schemas.openxmlformats.org/officeDocument/2006/relationships/presProps" Target="presProps.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3.png"/><Relationship Id="rId7" Type="http://schemas.openxmlformats.org/officeDocument/2006/relationships/image" Target="../media/image4.sv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0.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0.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0.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0.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0.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structions">
    <p:bg>
      <p:bgPr>
        <a:solidFill>
          <a:srgbClr val="ffffff"/>
        </a:solidFill>
      </p:bgPr>
    </p:bg>
    <p:spTree>
      <p:nvGrpSpPr>
        <p:cNvPr id="1" name=""/>
        <p:cNvGrpSpPr/>
        <p:nvPr/>
      </p:nvGrpSpPr>
      <p:grpSpPr>
        <a:xfrm>
          <a:off x="0" y="0"/>
          <a:ext cx="0" cy="0"/>
          <a:chOff x="0" y="0"/>
          <a:chExt cx="0" cy="0"/>
        </a:xfrm>
      </p:grpSpPr>
      <p:pic>
        <p:nvPicPr>
          <p:cNvPr id="0"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1"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5FA80718-AA35-452F-A1DF-3EBDA0693680}"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2"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3" name="Rectangle 6">
            <a:extLst>
              <a:ext uri="{C183D7F6-B498-43B3-948B-1728B52AA6E4}">
                <adec:decorative xmlns:adec="http://schemas.microsoft.com/office/drawing/2017/decorative" val="1"/>
              </a:ext>
            </a:extLst>
          </p:cNvPr>
          <p:cNvSpPr/>
          <p:nvPr/>
        </p:nvSpPr>
        <p:spPr>
          <a:xfrm>
            <a:off x="0" y="0"/>
            <a:ext cx="4555800" cy="6857640"/>
          </a:xfrm>
          <a:prstGeom prst="rect">
            <a:avLst/>
          </a:prstGeom>
          <a:solidFill>
            <a:srgbClr val="fbf9f4"/>
          </a:solidFill>
          <a:ln w="19050">
            <a:noFill/>
          </a:ln>
        </p:spPr>
        <p:style>
          <a:lnRef idx="2">
            <a:schemeClr val="accent1">
              <a:shade val="50000"/>
            </a:schemeClr>
          </a:lnRef>
          <a:fillRef idx="1">
            <a:schemeClr val="accent1"/>
          </a:fillRef>
          <a:effectRef idx="0">
            <a:schemeClr val="accent1"/>
          </a:effectRef>
          <a:fontRef idx="minor"/>
        </p:style>
        <p:txBody>
          <a:bodyPr numCol="1" spcCol="0" lIns="130680" rIns="130680" tIns="65160" bIns="65160" anchor="t">
            <a:noAutofit/>
          </a:bodyPr>
          <a:p>
            <a:pPr algn="ctr" defTabSz="914400">
              <a:lnSpc>
                <a:spcPct val="100000"/>
              </a:lnSpc>
              <a:spcBef>
                <a:spcPts val="714"/>
              </a:spcBef>
            </a:pPr>
            <a:endParaRPr b="0" lang="en-US" sz="1430" strike="noStrike" u="none">
              <a:solidFill>
                <a:schemeClr val="lt1"/>
              </a:solidFill>
              <a:effectLst/>
              <a:uFillTx/>
              <a:latin typeface="Arial"/>
            </a:endParaRPr>
          </a:p>
        </p:txBody>
      </p:sp>
      <p:pic>
        <p:nvPicPr>
          <p:cNvPr id="4" name="Optum logo" descr="Optum"/>
          <p:cNvPicPr/>
          <p:nvPr/>
        </p:nvPicPr>
        <p:blipFill>
          <a:blip r:embed="rId4">
            <a:extLst>
              <a:ext uri="{96DAC541-7B7A-43D3-8B79-37D633B846F1}">
                <asvg:svgBlip xmlns:asvg="http://schemas.microsoft.com/office/drawing/2016/SVG/main" r:embed="rId5"/>
              </a:ext>
            </a:extLst>
          </a:blip>
          <a:stretch/>
        </p:blipFill>
        <p:spPr>
          <a:xfrm>
            <a:off x="824400" y="523800"/>
            <a:ext cx="2438640" cy="705960"/>
          </a:xfrm>
          <a:prstGeom prst="rect">
            <a:avLst/>
          </a:prstGeom>
          <a:noFill/>
          <a:ln w="0">
            <a:noFill/>
          </a:ln>
        </p:spPr>
      </p:pic>
      <p:sp>
        <p:nvSpPr>
          <p:cNvPr id="5" name="TextBox 7"/>
          <p:cNvSpPr/>
          <p:nvPr/>
        </p:nvSpPr>
        <p:spPr>
          <a:xfrm>
            <a:off x="824400" y="2388240"/>
            <a:ext cx="3211200" cy="1384560"/>
          </a:xfrm>
          <a:prstGeom prst="rect">
            <a:avLst/>
          </a:prstGeom>
          <a:noFill/>
          <a:ln w="0">
            <a:noFill/>
          </a:ln>
        </p:spPr>
        <p:style>
          <a:lnRef idx="0"/>
          <a:fillRef idx="0"/>
          <a:effectRef idx="0"/>
          <a:fontRef idx="minor"/>
        </p:style>
        <p:txBody>
          <a:bodyPr lIns="0" rIns="0" tIns="0" bIns="0" anchor="t">
            <a:spAutoFit/>
          </a:bodyPr>
          <a:p>
            <a:pPr defTabSz="914400">
              <a:lnSpc>
                <a:spcPct val="90000"/>
              </a:lnSpc>
            </a:pPr>
            <a:r>
              <a:rPr b="0" lang="en-US" sz="5000" strike="noStrike" u="none">
                <a:solidFill>
                  <a:schemeClr val="dk1"/>
                </a:solidFill>
                <a:effectLst/>
                <a:uFillTx/>
                <a:latin typeface="Georgia Pro"/>
              </a:rPr>
              <a:t>On-screen template</a:t>
            </a:r>
            <a:endParaRPr b="0" lang="en-US" sz="5000" strike="noStrike" u="none">
              <a:solidFill>
                <a:srgbClr val="000000"/>
              </a:solidFill>
              <a:effectLst/>
              <a:uFillTx/>
              <a:latin typeface="Arial"/>
            </a:endParaRPr>
          </a:p>
        </p:txBody>
      </p:sp>
      <p:sp>
        <p:nvSpPr>
          <p:cNvPr id="6" name="TextBox 9"/>
          <p:cNvSpPr/>
          <p:nvPr/>
        </p:nvSpPr>
        <p:spPr>
          <a:xfrm>
            <a:off x="822240" y="4177440"/>
            <a:ext cx="3583800" cy="199800"/>
          </a:xfrm>
          <a:prstGeom prst="rect">
            <a:avLst/>
          </a:prstGeom>
          <a:noFill/>
          <a:ln w="0">
            <a:noFill/>
          </a:ln>
        </p:spPr>
        <p:style>
          <a:lnRef idx="0"/>
          <a:fillRef idx="0"/>
          <a:effectRef idx="0"/>
          <a:fontRef idx="minor"/>
        </p:style>
        <p:txBody>
          <a:bodyPr lIns="0" rIns="0" tIns="0" bIns="0" anchor="t">
            <a:spAutoFit/>
          </a:bodyPr>
          <a:p>
            <a:pPr defTabSz="914400">
              <a:lnSpc>
                <a:spcPct val="100000"/>
              </a:lnSpc>
              <a:spcBef>
                <a:spcPts val="714"/>
              </a:spcBef>
            </a:pPr>
            <a:r>
              <a:rPr b="0" lang="en-US" sz="1300" strike="noStrike" u="none">
                <a:solidFill>
                  <a:schemeClr val="dk1"/>
                </a:solidFill>
                <a:effectLst/>
                <a:uFillTx/>
                <a:latin typeface="Arial"/>
              </a:rPr>
              <a:t>Released July 2026</a:t>
            </a:r>
            <a:endParaRPr b="0" lang="en-US" sz="1300" strike="noStrike" u="none">
              <a:solidFill>
                <a:srgbClr val="000000"/>
              </a:solidFill>
              <a:effectLst/>
              <a:uFillTx/>
              <a:latin typeface="Arial"/>
            </a:endParaRPr>
          </a:p>
        </p:txBody>
      </p:sp>
      <p:pic>
        <p:nvPicPr>
          <p:cNvPr id="7" name="Picture 15" descr="">
            <a:extLst>
              <a:ext uri="{C183D7F6-B498-43B3-948B-1728B52AA6E4}">
                <adec:decorative xmlns:adec="http://schemas.microsoft.com/office/drawing/2017/decorative" val="1"/>
              </a:ext>
            </a:extLst>
          </p:cNvPr>
          <p:cNvPicPr/>
          <p:nvPr/>
        </p:nvPicPr>
        <p:blipFill>
          <a:blip r:embed="rId6">
            <a:extLst>
              <a:ext uri="{96DAC541-7B7A-43D3-8B79-37D633B846F1}">
                <asvg:svgBlip xmlns:asvg="http://schemas.microsoft.com/office/drawing/2016/SVG/main" r:embed="rId7"/>
              </a:ext>
            </a:extLst>
          </a:blip>
          <a:srcRect l="1543" t="0" r="1543" b="0"/>
          <a:stretch/>
        </p:blipFill>
        <p:spPr>
          <a:xfrm>
            <a:off x="827280" y="4941720"/>
            <a:ext cx="585000" cy="603720"/>
          </a:xfrm>
          <a:prstGeom prst="rect">
            <a:avLst/>
          </a:prstGeom>
          <a:noFill/>
          <a:ln w="0">
            <a:noFill/>
          </a:ln>
        </p:spPr>
      </p:pic>
      <p:sp>
        <p:nvSpPr>
          <p:cNvPr id="8" name="TextBox 10"/>
          <p:cNvSpPr/>
          <p:nvPr/>
        </p:nvSpPr>
        <p:spPr>
          <a:xfrm>
            <a:off x="822240" y="5589000"/>
            <a:ext cx="2834640" cy="507600"/>
          </a:xfrm>
          <a:prstGeom prst="rect">
            <a:avLst/>
          </a:prstGeom>
          <a:noFill/>
          <a:ln w="0">
            <a:noFill/>
          </a:ln>
        </p:spPr>
        <p:style>
          <a:lnRef idx="0"/>
          <a:fillRef idx="0"/>
          <a:effectRef idx="0"/>
          <a:fontRef idx="minor"/>
        </p:style>
        <p:txBody>
          <a:bodyPr lIns="0" rIns="0" tIns="0" bIns="0" anchor="t">
            <a:spAutoFit/>
          </a:bodyPr>
          <a:p>
            <a:pPr defTabSz="914400">
              <a:lnSpc>
                <a:spcPct val="100000"/>
              </a:lnSpc>
              <a:spcBef>
                <a:spcPts val="601"/>
              </a:spcBef>
            </a:pPr>
            <a:r>
              <a:rPr b="1" lang="en-US" sz="1100" strike="noStrike" u="none">
                <a:solidFill>
                  <a:schemeClr val="dk1"/>
                </a:solidFill>
                <a:effectLst/>
                <a:uFillTx/>
                <a:latin typeface="Arial"/>
              </a:rPr>
              <a:t>Reminder: </a:t>
            </a:r>
            <a:r>
              <a:rPr b="0" lang="en-US" sz="1100" strike="noStrike" u="none">
                <a:solidFill>
                  <a:schemeClr val="dk1"/>
                </a:solidFill>
                <a:effectLst/>
                <a:uFillTx/>
                <a:latin typeface="Arial"/>
              </a:rPr>
              <a:t>Download a new template from</a:t>
            </a:r>
            <a:br>
              <a:rPr sz="1100"/>
            </a:br>
            <a:r>
              <a:rPr b="0" lang="en-US" sz="1100" strike="noStrike" u="none">
                <a:solidFill>
                  <a:schemeClr val="dk1"/>
                </a:solidFill>
                <a:effectLst/>
                <a:uFillTx/>
                <a:latin typeface="Arial"/>
              </a:rPr>
              <a:t>Optum Brand Center </a:t>
            </a:r>
            <a:r>
              <a:rPr b="1" lang="en-US" sz="1100" strike="noStrike" u="none">
                <a:solidFill>
                  <a:schemeClr val="dk1"/>
                </a:solidFill>
                <a:effectLst/>
                <a:uFillTx/>
                <a:latin typeface="Arial"/>
              </a:rPr>
              <a:t>each time</a:t>
            </a:r>
            <a:r>
              <a:rPr b="0" lang="en-US" sz="1100" strike="noStrike" u="none">
                <a:solidFill>
                  <a:schemeClr val="dk1"/>
                </a:solidFill>
                <a:effectLst/>
                <a:uFillTx/>
                <a:latin typeface="Arial"/>
              </a:rPr>
              <a:t> a document is started. Templates continuously evolve.</a:t>
            </a:r>
            <a:endParaRPr b="0" lang="en-US" sz="1100" strike="noStrike" u="none">
              <a:solidFill>
                <a:srgbClr val="000000"/>
              </a:solidFill>
              <a:effectLst/>
              <a:uFillTx/>
              <a:latin typeface="Arial"/>
            </a:endParaRPr>
          </a:p>
        </p:txBody>
      </p:sp>
      <p:pic>
        <p:nvPicPr>
          <p:cNvPr id="9" name="Picture 2" descr="">
            <a:extLst>
              <a:ext uri="{C183D7F6-B498-43B3-948B-1728B52AA6E4}">
                <adec:decorative xmlns:adec="http://schemas.microsoft.com/office/drawing/2017/decorative" val="1"/>
              </a:ext>
            </a:extLst>
          </p:cNvPr>
          <p:cNvPicPr/>
          <p:nvPr/>
        </p:nvPicPr>
        <p:blipFill>
          <a:blip r:embed="rId8"/>
          <a:srcRect l="29" t="0" r="29" b="0"/>
          <a:stretch/>
        </p:blipFill>
        <p:spPr>
          <a:xfrm>
            <a:off x="5122080" y="525600"/>
            <a:ext cx="6609240" cy="3719880"/>
          </a:xfrm>
          <a:prstGeom prst="rect">
            <a:avLst/>
          </a:prstGeom>
          <a:noFill/>
          <a:ln w="6350">
            <a:solidFill>
              <a:srgbClr val="3d3c38"/>
            </a:solidFill>
            <a:round/>
          </a:ln>
        </p:spPr>
      </p:pic>
      <p:pic>
        <p:nvPicPr>
          <p:cNvPr id="10" name="Picture 17" descr="">
            <a:extLst>
              <a:ext uri="{C183D7F6-B498-43B3-948B-1728B52AA6E4}">
                <adec:decorative xmlns:adec="http://schemas.microsoft.com/office/drawing/2017/decorative" val="1"/>
              </a:ext>
            </a:extLst>
          </p:cNvPr>
          <p:cNvPicPr/>
          <p:nvPr/>
        </p:nvPicPr>
        <p:blipFill>
          <a:blip r:embed="rId9"/>
          <a:srcRect l="136" t="0" r="136" b="0"/>
          <a:stretch/>
        </p:blipFill>
        <p:spPr>
          <a:xfrm>
            <a:off x="5122800" y="4248000"/>
            <a:ext cx="3297960" cy="1856880"/>
          </a:xfrm>
          <a:prstGeom prst="rect">
            <a:avLst/>
          </a:prstGeom>
          <a:noFill/>
          <a:ln w="6350">
            <a:solidFill>
              <a:srgbClr val="3d3c38"/>
            </a:solidFill>
            <a:round/>
          </a:ln>
        </p:spPr>
      </p:pic>
      <p:pic>
        <p:nvPicPr>
          <p:cNvPr id="11" name="Picture 3" descr="">
            <a:extLst>
              <a:ext uri="{C183D7F6-B498-43B3-948B-1728B52AA6E4}">
                <adec:decorative xmlns:adec="http://schemas.microsoft.com/office/drawing/2017/decorative" val="1"/>
              </a:ext>
            </a:extLst>
          </p:cNvPr>
          <p:cNvPicPr/>
          <p:nvPr/>
        </p:nvPicPr>
        <p:blipFill>
          <a:blip r:embed="rId10"/>
          <a:srcRect l="26" t="0" r="26" b="0"/>
          <a:stretch/>
        </p:blipFill>
        <p:spPr>
          <a:xfrm>
            <a:off x="8421480" y="4245480"/>
            <a:ext cx="3309480" cy="1859400"/>
          </a:xfrm>
          <a:prstGeom prst="rect">
            <a:avLst/>
          </a:prstGeom>
          <a:noFill/>
          <a:ln w="6350">
            <a:solidFill>
              <a:srgbClr val="3d3c38"/>
            </a:solidFill>
            <a:round/>
          </a:ln>
        </p:spPr>
      </p:pic>
      <p:sp>
        <p:nvSpPr>
          <p:cNvPr id="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Arial"/>
              </a:rPr>
              <a:t>Click to edit the title text format</a:t>
            </a:r>
            <a:endParaRPr b="0" lang="en-US" sz="1800" strike="noStrike" u="none">
              <a:solidFill>
                <a:schemeClr val="dk1"/>
              </a:solidFill>
              <a:effectLst/>
              <a:uFillTx/>
              <a:latin typeface="Arial"/>
            </a:endParaRPr>
          </a:p>
        </p:txBody>
      </p:sp>
      <p:sp>
        <p:nvSpPr>
          <p:cNvPr id="13"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600" strike="noStrike" u="none">
                <a:solidFill>
                  <a:schemeClr val="dk1"/>
                </a:solidFill>
                <a:effectLst/>
                <a:uFillTx/>
                <a:latin typeface="Arial"/>
              </a:rPr>
              <a:t>Click to edit the outline text format</a:t>
            </a:r>
            <a:endParaRPr b="0" lang="en-US" sz="1600" strike="noStrike" u="none">
              <a:solidFill>
                <a:schemeClr val="dk1"/>
              </a:solidFill>
              <a:effectLst/>
              <a:uFillTx/>
              <a:latin typeface="Arial"/>
            </a:endParaRPr>
          </a:p>
          <a:p>
            <a:pPr lvl="1" marL="864000" indent="-324000">
              <a:spcBef>
                <a:spcPts val="1134"/>
              </a:spcBef>
              <a:buClr>
                <a:srgbClr val="000000"/>
              </a:buClr>
              <a:buSzPct val="75000"/>
              <a:buFont typeface="Symbol" charset="2"/>
              <a:buChar char=""/>
            </a:pPr>
            <a:r>
              <a:rPr b="0" lang="en-US" sz="1600" strike="noStrike" u="none">
                <a:solidFill>
                  <a:schemeClr val="dk1"/>
                </a:solidFill>
                <a:effectLst/>
                <a:uFillTx/>
                <a:latin typeface="Arial"/>
              </a:rPr>
              <a:t>Second Outline Level</a:t>
            </a:r>
            <a:endParaRPr b="0" lang="en-US" sz="16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US" sz="1600" strike="noStrike" u="none">
                <a:solidFill>
                  <a:schemeClr val="dk1"/>
                </a:solidFill>
                <a:effectLst/>
                <a:uFillTx/>
                <a:latin typeface="Arial"/>
              </a:rPr>
              <a:t>Third Outline Level</a:t>
            </a:r>
            <a:endParaRPr b="0" lang="en-US" sz="16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US" sz="1400" strike="noStrike" u="none">
                <a:solidFill>
                  <a:schemeClr val="dk1"/>
                </a:solidFill>
                <a:effectLst/>
                <a:uFillTx/>
                <a:latin typeface="Arial"/>
              </a:rPr>
              <a:t>Fourth Outline Level</a:t>
            </a:r>
            <a:endParaRPr b="0" lang="en-US" sz="14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chemeClr val="dk1"/>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03">
    <p:bg>
      <p:bgPr>
        <a:solidFill>
          <a:srgbClr val="ffffff"/>
        </a:solidFill>
      </p:bgPr>
    </p:bg>
    <p:spTree>
      <p:nvGrpSpPr>
        <p:cNvPr id="1" name=""/>
        <p:cNvGrpSpPr/>
        <p:nvPr/>
      </p:nvGrpSpPr>
      <p:grpSpPr>
        <a:xfrm>
          <a:off x="0" y="0"/>
          <a:ext cx="0" cy="0"/>
          <a:chOff x="0" y="0"/>
          <a:chExt cx="0" cy="0"/>
        </a:xfrm>
      </p:grpSpPr>
      <p:pic>
        <p:nvPicPr>
          <p:cNvPr id="14"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15"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2BA540F2-D7DF-489F-802B-E7341A24DEEF}"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16"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grpSp>
        <p:nvGrpSpPr>
          <p:cNvPr id="17" name="Circle Stadium Pattern">
            <a:extLst>
              <a:ext uri="{C183D7F6-B498-43B3-948B-1728B52AA6E4}">
                <adec:decorative xmlns:adec="http://schemas.microsoft.com/office/drawing/2017/decorative" val="1"/>
              </a:ext>
            </a:extLst>
          </p:cNvPr>
          <p:cNvGrpSpPr/>
          <p:nvPr/>
        </p:nvGrpSpPr>
        <p:grpSpPr>
          <a:xfrm>
            <a:off x="0" y="-360"/>
            <a:ext cx="12191760" cy="6135480"/>
            <a:chOff x="0" y="-360"/>
            <a:chExt cx="12191760" cy="6135480"/>
          </a:xfrm>
        </p:grpSpPr>
        <p:sp>
          <p:nvSpPr>
            <p:cNvPr id="18" name="Oval 9"/>
            <p:cNvSpPr/>
            <p:nvPr/>
          </p:nvSpPr>
          <p:spPr>
            <a:xfrm>
              <a:off x="1425960" y="5184720"/>
              <a:ext cx="950040" cy="95004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19" name="Freeform: Shape 22"/>
            <p:cNvSpPr/>
            <p:nvPr/>
          </p:nvSpPr>
          <p:spPr>
            <a:xfrm>
              <a:off x="0" y="5184360"/>
              <a:ext cx="1425600" cy="950760"/>
            </a:xfrm>
            <a:custGeom>
              <a:avLst/>
              <a:gdLst>
                <a:gd name="textAreaLeft" fmla="*/ 0 w 1425600"/>
                <a:gd name="textAreaRight" fmla="*/ 1425960 w 1425600"/>
                <a:gd name="textAreaTop" fmla="*/ 0 h 950760"/>
                <a:gd name="textAreaBottom" fmla="*/ 951120 h 950760"/>
                <a:gd name="GluePoint1X" fmla="*/ 0 w 1426097"/>
                <a:gd name="GluePoint1Y" fmla="*/ 0 h 950976"/>
                <a:gd name="GluePoint2X" fmla="*/ 950609 w 1426097"/>
                <a:gd name="GluePoint2Y" fmla="*/ 0 h 950976"/>
                <a:gd name="GluePoint3X" fmla="*/ 1426097 w 1426097"/>
                <a:gd name="GluePoint3Y" fmla="*/ 475488 h 950976"/>
                <a:gd name="GluePoint4X" fmla="*/ 950609 w 1426097"/>
                <a:gd name="GluePoint4Y" fmla="*/ 950976 h 950976"/>
                <a:gd name="GluePoint5X" fmla="*/ 0 w 1426097"/>
                <a:gd name="GluePoint5Y" fmla="*/ 950976 h 95097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426097" h="950976">
                  <a:moveTo>
                    <a:pt x="0" y="0"/>
                  </a:moveTo>
                  <a:lnTo>
                    <a:pt x="950609" y="0"/>
                  </a:lnTo>
                  <a:cubicBezTo>
                    <a:pt x="1213214" y="0"/>
                    <a:pt x="1426097" y="212883"/>
                    <a:pt x="1426097" y="475488"/>
                  </a:cubicBezTo>
                  <a:cubicBezTo>
                    <a:pt x="1426097" y="738093"/>
                    <a:pt x="1213214" y="950976"/>
                    <a:pt x="950609" y="950976"/>
                  </a:cubicBezTo>
                  <a:lnTo>
                    <a:pt x="0" y="950976"/>
                  </a:lnTo>
                  <a:close/>
                </a:path>
              </a:pathLst>
            </a:cu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0" name="Oval 11"/>
            <p:cNvSpPr/>
            <p:nvPr/>
          </p:nvSpPr>
          <p:spPr>
            <a:xfrm>
              <a:off x="475560" y="4233960"/>
              <a:ext cx="950040" cy="95004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1" name="Freeform: Shape 19"/>
            <p:cNvSpPr/>
            <p:nvPr/>
          </p:nvSpPr>
          <p:spPr>
            <a:xfrm>
              <a:off x="0" y="4233960"/>
              <a:ext cx="475200" cy="950040"/>
            </a:xfrm>
            <a:custGeom>
              <a:avLst/>
              <a:gdLst>
                <a:gd name="textAreaLeft" fmla="*/ 0 w 475200"/>
                <a:gd name="textAreaRight" fmla="*/ 475560 w 475200"/>
                <a:gd name="textAreaTop" fmla="*/ 0 h 950040"/>
                <a:gd name="textAreaBottom" fmla="*/ 950400 h 950040"/>
                <a:gd name="GluePoint1X" fmla="*/ 508 w 475704"/>
                <a:gd name="GluePoint1Y" fmla="*/ 0 h 950392"/>
                <a:gd name="GluePoint2X" fmla="*/ 475704 w 475704"/>
                <a:gd name="GluePoint2Y" fmla="*/ 475196 h 950392"/>
                <a:gd name="GluePoint3X" fmla="*/ 508 w 475704"/>
                <a:gd name="GluePoint3Y" fmla="*/ 950392 h 950392"/>
                <a:gd name="GluePoint4X" fmla="*/ 0 w 475704"/>
                <a:gd name="GluePoint4Y" fmla="*/ 950341 h 950392"/>
                <a:gd name="GluePoint5X" fmla="*/ 0 w 475704"/>
                <a:gd name="GluePoint5Y" fmla="*/ 51 h 950392"/>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475704" h="950392">
                  <a:moveTo>
                    <a:pt x="508" y="0"/>
                  </a:moveTo>
                  <a:cubicBezTo>
                    <a:pt x="262952" y="0"/>
                    <a:pt x="475704" y="212752"/>
                    <a:pt x="475704" y="475196"/>
                  </a:cubicBezTo>
                  <a:cubicBezTo>
                    <a:pt x="475704" y="737640"/>
                    <a:pt x="262952" y="950392"/>
                    <a:pt x="508" y="950392"/>
                  </a:cubicBezTo>
                  <a:lnTo>
                    <a:pt x="0" y="950341"/>
                  </a:lnTo>
                  <a:lnTo>
                    <a:pt x="0" y="51"/>
                  </a:lnTo>
                  <a:close/>
                </a:path>
              </a:pathLst>
            </a:cu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2" name="Oval 13"/>
            <p:cNvSpPr/>
            <p:nvPr/>
          </p:nvSpPr>
          <p:spPr>
            <a:xfrm>
              <a:off x="11241720" y="1900800"/>
              <a:ext cx="950040" cy="95004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3" name="Freeform: Shape 24"/>
            <p:cNvSpPr/>
            <p:nvPr/>
          </p:nvSpPr>
          <p:spPr>
            <a:xfrm>
              <a:off x="10678680" y="950400"/>
              <a:ext cx="1512720" cy="950760"/>
            </a:xfrm>
            <a:custGeom>
              <a:avLst/>
              <a:gdLst>
                <a:gd name="textAreaLeft" fmla="*/ 0 w 1512720"/>
                <a:gd name="textAreaRight" fmla="*/ 1513080 w 1512720"/>
                <a:gd name="textAreaTop" fmla="*/ 0 h 950760"/>
                <a:gd name="textAreaBottom" fmla="*/ 951120 h 950760"/>
                <a:gd name="GluePoint1X" fmla="*/ 475488 w 1513259"/>
                <a:gd name="GluePoint1Y" fmla="*/ 0 h 950976"/>
                <a:gd name="GluePoint2X" fmla="*/ 1503057 w 1513259"/>
                <a:gd name="GluePoint2Y" fmla="*/ 0 h 950976"/>
                <a:gd name="GluePoint3X" fmla="*/ 1513259 w 1513259"/>
                <a:gd name="GluePoint3Y" fmla="*/ 1029 h 950976"/>
                <a:gd name="GluePoint4X" fmla="*/ 1513259 w 1513259"/>
                <a:gd name="GluePoint4Y" fmla="*/ 949948 h 950976"/>
                <a:gd name="GluePoint5X" fmla="*/ 1503057 w 1513259"/>
                <a:gd name="GluePoint5Y" fmla="*/ 950976 h 950976"/>
                <a:gd name="GluePoint6X" fmla="*/ 475488 w 1513259"/>
                <a:gd name="GluePoint6Y" fmla="*/ 950976 h 950976"/>
                <a:gd name="GluePoint7X" fmla="*/ 0 w 1513259"/>
                <a:gd name="GluePoint7Y" fmla="*/ 475488 h 950976"/>
                <a:gd name="GluePoint8X" fmla="*/ 475488 w 1513259"/>
                <a:gd name="GluePoint8Y" fmla="*/ 0 h 9509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13259" h="950976">
                  <a:moveTo>
                    <a:pt x="475488" y="0"/>
                  </a:moveTo>
                  <a:lnTo>
                    <a:pt x="1503057" y="0"/>
                  </a:lnTo>
                  <a:lnTo>
                    <a:pt x="1513259" y="1029"/>
                  </a:lnTo>
                  <a:lnTo>
                    <a:pt x="1513259" y="949948"/>
                  </a:lnTo>
                  <a:lnTo>
                    <a:pt x="1503057" y="950976"/>
                  </a:lnTo>
                  <a:lnTo>
                    <a:pt x="475488" y="950976"/>
                  </a:lnTo>
                  <a:cubicBezTo>
                    <a:pt x="212883" y="950976"/>
                    <a:pt x="0" y="738093"/>
                    <a:pt x="0" y="475488"/>
                  </a:cubicBezTo>
                  <a:cubicBezTo>
                    <a:pt x="0" y="212883"/>
                    <a:pt x="212883" y="0"/>
                    <a:pt x="475488" y="0"/>
                  </a:cubicBezTo>
                  <a:close/>
                </a:path>
              </a:pathLst>
            </a:cu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4" name="Oval 15"/>
            <p:cNvSpPr/>
            <p:nvPr/>
          </p:nvSpPr>
          <p:spPr>
            <a:xfrm>
              <a:off x="9734760" y="950040"/>
              <a:ext cx="950040" cy="95004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5" name="Oval 16"/>
            <p:cNvSpPr/>
            <p:nvPr/>
          </p:nvSpPr>
          <p:spPr>
            <a:xfrm>
              <a:off x="10678680" y="0"/>
              <a:ext cx="950040" cy="95004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6" name="Freeform: Shape 28"/>
            <p:cNvSpPr/>
            <p:nvPr/>
          </p:nvSpPr>
          <p:spPr>
            <a:xfrm>
              <a:off x="11629080" y="-360"/>
              <a:ext cx="562680" cy="950760"/>
            </a:xfrm>
            <a:custGeom>
              <a:avLst/>
              <a:gdLst>
                <a:gd name="textAreaLeft" fmla="*/ 0 w 562680"/>
                <a:gd name="textAreaRight" fmla="*/ 563040 w 562680"/>
                <a:gd name="textAreaTop" fmla="*/ 0 h 950760"/>
                <a:gd name="textAreaBottom" fmla="*/ 951120 h 950760"/>
                <a:gd name="GluePoint1X" fmla="*/ 475488 w 562866"/>
                <a:gd name="GluePoint1Y" fmla="*/ 0 h 950976"/>
                <a:gd name="GluePoint2X" fmla="*/ 562866 w 562866"/>
                <a:gd name="GluePoint2Y" fmla="*/ 0 h 950976"/>
                <a:gd name="GluePoint3X" fmla="*/ 562866 w 562866"/>
                <a:gd name="GluePoint3Y" fmla="*/ 950976 h 950976"/>
                <a:gd name="GluePoint4X" fmla="*/ 475488 w 562866"/>
                <a:gd name="GluePoint4Y" fmla="*/ 950976 h 950976"/>
                <a:gd name="GluePoint5X" fmla="*/ 0 w 562866"/>
                <a:gd name="GluePoint5Y" fmla="*/ 475488 h 950976"/>
                <a:gd name="GluePoint6X" fmla="*/ 475488 w 562866"/>
                <a:gd name="GluePoint6Y" fmla="*/ 0 h 9509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562866" h="950976">
                  <a:moveTo>
                    <a:pt x="475488" y="0"/>
                  </a:moveTo>
                  <a:lnTo>
                    <a:pt x="562866" y="0"/>
                  </a:lnTo>
                  <a:lnTo>
                    <a:pt x="562866" y="950976"/>
                  </a:lnTo>
                  <a:lnTo>
                    <a:pt x="475488" y="950976"/>
                  </a:lnTo>
                  <a:cubicBezTo>
                    <a:pt x="212883" y="950976"/>
                    <a:pt x="0" y="738093"/>
                    <a:pt x="0" y="475488"/>
                  </a:cubicBezTo>
                  <a:cubicBezTo>
                    <a:pt x="0" y="212883"/>
                    <a:pt x="212883" y="0"/>
                    <a:pt x="475488" y="0"/>
                  </a:cubicBezTo>
                  <a:close/>
                </a:path>
              </a:pathLst>
            </a:cu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grpSp>
      <p:sp>
        <p:nvSpPr>
          <p:cNvPr id="27" name="PlaceHolder 1"/>
          <p:cNvSpPr>
            <a:spLocks noGrp="1"/>
          </p:cNvSpPr>
          <p:nvPr>
            <p:ph type="title"/>
          </p:nvPr>
        </p:nvSpPr>
        <p:spPr>
          <a:xfrm>
            <a:off x="1752480" y="2186280"/>
            <a:ext cx="8686440" cy="1523160"/>
          </a:xfrm>
          <a:prstGeom prst="rect">
            <a:avLst/>
          </a:prstGeom>
          <a:noFill/>
          <a:ln w="0">
            <a:noFill/>
          </a:ln>
        </p:spPr>
        <p:txBody>
          <a:bodyPr lIns="0" rIns="0" tIns="0" bIns="0" anchor="b">
            <a:noAutofit/>
          </a:bodyPr>
          <a:p>
            <a:pPr indent="0" algn="ctr" defTabSz="914400">
              <a:lnSpc>
                <a:spcPct val="90000"/>
              </a:lnSpc>
              <a:buNone/>
            </a:pPr>
            <a:r>
              <a:rPr b="0" lang="en-US" sz="5500" strike="noStrike" u="none">
                <a:solidFill>
                  <a:schemeClr val="dk1"/>
                </a:solidFill>
                <a:effectLst/>
                <a:uFillTx/>
                <a:latin typeface="Georgia Pro"/>
              </a:rPr>
              <a:t>Section title; Georgia Pro 55pt, sentence case</a:t>
            </a:r>
            <a:endParaRPr b="0" lang="en-US" sz="5500" strike="noStrike" u="none">
              <a:solidFill>
                <a:schemeClr val="dk1"/>
              </a:solidFill>
              <a:effectLst/>
              <a:uFillTx/>
              <a:latin typeface="Arial"/>
            </a:endParaRPr>
          </a:p>
        </p:txBody>
      </p:sp>
      <p:sp>
        <p:nvSpPr>
          <p:cNvPr id="28" name="PlaceHolder 2"/>
          <p:cNvSpPr>
            <a:spLocks noGrp="1"/>
          </p:cNvSpPr>
          <p:nvPr>
            <p:ph type="body"/>
          </p:nvPr>
        </p:nvSpPr>
        <p:spPr>
          <a:xfrm>
            <a:off x="1752480" y="3990960"/>
            <a:ext cx="8686440" cy="2992680"/>
          </a:xfrm>
          <a:prstGeom prst="rect">
            <a:avLst/>
          </a:prstGeom>
          <a:noFill/>
          <a:ln w="0">
            <a:noFill/>
          </a:ln>
        </p:spPr>
        <p:txBody>
          <a:bodyPr lIns="0" rIns="0" tIns="0" bIns="0" anchor="t">
            <a:spAutoFit/>
          </a:bodyPr>
          <a:p>
            <a:pPr indent="0" algn="ctr" defTabSz="914400">
              <a:lnSpc>
                <a:spcPct val="90000"/>
              </a:lnSpc>
              <a:buNone/>
              <a:tabLst>
                <a:tab algn="l" pos="0"/>
              </a:tabLst>
            </a:pPr>
            <a:r>
              <a:rPr b="0" lang="en-US" sz="2400" strike="noStrike" u="none">
                <a:solidFill>
                  <a:schemeClr val="dk1"/>
                </a:solidFill>
                <a:effectLst/>
                <a:uFillTx/>
                <a:latin typeface="Arial"/>
              </a:rPr>
              <a:t>Section subtitle (optional); Arial 24pt, sentence case</a:t>
            </a:r>
            <a:endParaRPr b="0" lang="en-US" sz="2400" strike="noStrike" u="none">
              <a:solidFill>
                <a:schemeClr val="dk1"/>
              </a:solidFill>
              <a:effectLst/>
              <a:uFillTx/>
              <a:latin typeface="Arial"/>
            </a:endParaRPr>
          </a:p>
        </p:txBody>
      </p:sp>
      <p:pic>
        <p:nvPicPr>
          <p:cNvPr id="29"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560" cy="223560"/>
          </a:xfrm>
          <a:prstGeom prst="rect">
            <a:avLst/>
          </a:prstGeom>
          <a:noFill/>
          <a:ln w="0">
            <a:noFill/>
          </a:ln>
        </p:spPr>
      </p:pic>
      <p:sp>
        <p:nvSpPr>
          <p:cNvPr id="30" name="PlaceHolder 3"/>
          <p:cNvSpPr>
            <a:spLocks noGrp="1"/>
          </p:cNvSpPr>
          <p:nvPr>
            <p:ph type="dt" idx="1"/>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31" name="PlaceHolder 4"/>
          <p:cNvSpPr>
            <a:spLocks noGrp="1"/>
          </p:cNvSpPr>
          <p:nvPr>
            <p:ph type="ftr" idx="2"/>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32" name="PlaceHolder 5"/>
          <p:cNvSpPr>
            <a:spLocks noGrp="1"/>
          </p:cNvSpPr>
          <p:nvPr>
            <p:ph type="sldNum" idx="3"/>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F274F063-583D-4F6B-B8AE-0DCA457C616B}"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04">
    <p:bg>
      <p:bgPr>
        <a:solidFill>
          <a:schemeClr val="lt2"/>
        </a:solidFill>
      </p:bgPr>
    </p:bg>
    <p:spTree>
      <p:nvGrpSpPr>
        <p:cNvPr id="1" name=""/>
        <p:cNvGrpSpPr/>
        <p:nvPr/>
      </p:nvGrpSpPr>
      <p:grpSpPr>
        <a:xfrm>
          <a:off x="0" y="0"/>
          <a:ext cx="0" cy="0"/>
          <a:chOff x="0" y="0"/>
          <a:chExt cx="0" cy="0"/>
        </a:xfrm>
      </p:grpSpPr>
      <p:pic>
        <p:nvPicPr>
          <p:cNvPr id="33"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34"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A9D8CF5E-00E1-4E37-A24D-33D6AA8C0A0F}"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35"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36" name="Orange Title Block">
            <a:extLst>
              <a:ext uri="{C183D7F6-B498-43B3-948B-1728B52AA6E4}">
                <adec:decorative xmlns:adec="http://schemas.microsoft.com/office/drawing/2017/decorative" val="1"/>
              </a:ext>
            </a:extLst>
          </p:cNvPr>
          <p:cNvSpPr/>
          <p:nvPr/>
        </p:nvSpPr>
        <p:spPr>
          <a:xfrm>
            <a:off x="0" y="2456280"/>
            <a:ext cx="139680" cy="13773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tabLst>
                <a:tab algn="l" pos="0"/>
              </a:tabLst>
            </a:pPr>
            <a:endParaRPr b="0" lang="en-US" sz="1400" strike="noStrike" u="none">
              <a:solidFill>
                <a:srgbClr val="ffffff"/>
              </a:solidFill>
              <a:effectLst/>
              <a:uFillTx/>
              <a:latin typeface="Arial"/>
            </a:endParaRPr>
          </a:p>
        </p:txBody>
      </p:sp>
      <p:sp>
        <p:nvSpPr>
          <p:cNvPr id="37" name="PlaceHolder 1"/>
          <p:cNvSpPr>
            <a:spLocks noGrp="1"/>
          </p:cNvSpPr>
          <p:nvPr>
            <p:ph type="title"/>
          </p:nvPr>
        </p:nvSpPr>
        <p:spPr>
          <a:xfrm>
            <a:off x="1044000" y="2397240"/>
            <a:ext cx="4114440" cy="1495440"/>
          </a:xfrm>
          <a:prstGeom prst="rect">
            <a:avLst/>
          </a:prstGeom>
          <a:noFill/>
          <a:ln w="0">
            <a:noFill/>
          </a:ln>
        </p:spPr>
        <p:txBody>
          <a:bodyPr lIns="0" rIns="0" tIns="0" bIns="0" anchor="ctr">
            <a:noAutofit/>
          </a:bodyPr>
          <a:p>
            <a:pPr indent="0" defTabSz="914400">
              <a:lnSpc>
                <a:spcPct val="90000"/>
              </a:lnSpc>
              <a:buNone/>
            </a:pPr>
            <a:r>
              <a:rPr b="0" lang="en-US" sz="3600" strike="noStrike" u="none">
                <a:solidFill>
                  <a:schemeClr val="dk1"/>
                </a:solidFill>
                <a:effectLst/>
                <a:uFillTx/>
                <a:latin typeface="Georgia Pro"/>
              </a:rPr>
              <a:t>Section title; Georgia Pro 36pt, sentence case</a:t>
            </a:r>
            <a:endParaRPr b="0" lang="en-US" sz="3600" strike="noStrike" u="none">
              <a:solidFill>
                <a:schemeClr val="dk1"/>
              </a:solidFill>
              <a:effectLst/>
              <a:uFillTx/>
              <a:latin typeface="Arial"/>
            </a:endParaRPr>
          </a:p>
        </p:txBody>
      </p:sp>
      <p:sp>
        <p:nvSpPr>
          <p:cNvPr id="38" name="PlaceHolder 2"/>
          <p:cNvSpPr>
            <a:spLocks noGrp="1"/>
          </p:cNvSpPr>
          <p:nvPr>
            <p:ph type="body"/>
          </p:nvPr>
        </p:nvSpPr>
        <p:spPr>
          <a:xfrm>
            <a:off x="6020640" y="800280"/>
            <a:ext cx="5257440" cy="5257440"/>
          </a:xfrm>
          <a:prstGeom prst="rect">
            <a:avLst/>
          </a:prstGeom>
          <a:noFill/>
          <a:ln w="0">
            <a:noFill/>
          </a:ln>
        </p:spPr>
        <p:txBody>
          <a:bodyPr lIns="90000" rIns="90000" tIns="45000" bIns="45000" anchor="t">
            <a:noAutofit/>
          </a:bodyPr>
          <a:p>
            <a:pPr indent="0" algn="ctr" defTabSz="914400">
              <a:lnSpc>
                <a:spcPct val="100000"/>
              </a:lnSpc>
              <a:buNone/>
            </a:pPr>
            <a:br>
              <a:rPr sz="1400"/>
            </a:br>
            <a:r>
              <a:rPr b="0" lang="en-US" sz="1400" strike="noStrike" u="none">
                <a:solidFill>
                  <a:schemeClr val="dk1"/>
                </a:solidFill>
                <a:effectLst/>
                <a:uFillTx/>
                <a:latin typeface="Arial"/>
              </a:rPr>
              <a:t>Photography should be inserted into this placeholder with unchanged dimensions (5.75” H x 5.75” W). </a:t>
            </a:r>
            <a:br>
              <a:rPr sz="1400"/>
            </a:br>
            <a:br>
              <a:rPr sz="1400"/>
            </a:br>
            <a:r>
              <a:rPr b="0" lang="en-US" sz="1400" strike="noStrike" u="none">
                <a:solidFill>
                  <a:schemeClr val="dk1"/>
                </a:solidFill>
                <a:effectLst/>
                <a:uFillTx/>
                <a:latin typeface="Arial"/>
              </a:rPr>
              <a:t>To access brand approved photography, visit: brand.optum.com/content/photography-new.</a:t>
            </a:r>
            <a:br>
              <a:rPr sz="1400"/>
            </a:br>
            <a:br>
              <a:rPr sz="1400"/>
            </a:br>
            <a:br>
              <a:rPr sz="1400"/>
            </a:br>
            <a:r>
              <a:rPr b="0" lang="en-US" sz="1400" strike="noStrike" u="none">
                <a:solidFill>
                  <a:schemeClr val="dk1"/>
                </a:solidFill>
                <a:effectLst/>
                <a:uFillTx/>
                <a:latin typeface="Arial"/>
              </a:rPr>
              <a:t>DO NOT use Copilot inserted imagery.</a:t>
            </a:r>
            <a:endParaRPr b="0" lang="en-US" sz="1400" strike="noStrike" u="none">
              <a:solidFill>
                <a:schemeClr val="dk1"/>
              </a:solidFill>
              <a:effectLst/>
              <a:uFillTx/>
              <a:latin typeface="Arial"/>
            </a:endParaRPr>
          </a:p>
          <a:p>
            <a:pPr indent="0" algn="ctr" defTabSz="914400">
              <a:lnSpc>
                <a:spcPct val="100000"/>
              </a:lnSpc>
              <a:buNone/>
            </a:pPr>
            <a:endParaRPr b="0" lang="en-US" sz="1400" strike="noStrike" u="none">
              <a:solidFill>
                <a:schemeClr val="dk1"/>
              </a:solidFill>
              <a:effectLst/>
              <a:uFillTx/>
              <a:latin typeface="Arial"/>
            </a:endParaRPr>
          </a:p>
          <a:p>
            <a:pPr indent="0" algn="ctr" defTabSz="914400">
              <a:lnSpc>
                <a:spcPct val="100000"/>
              </a:lnSpc>
              <a:buNone/>
            </a:pPr>
            <a:endParaRPr b="0" lang="en-US" sz="1400" strike="noStrike" u="none">
              <a:solidFill>
                <a:schemeClr val="dk1"/>
              </a:solidFill>
              <a:effectLst/>
              <a:uFillTx/>
              <a:latin typeface="Arial"/>
            </a:endParaRPr>
          </a:p>
        </p:txBody>
      </p:sp>
      <p:pic>
        <p:nvPicPr>
          <p:cNvPr id="39"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560" cy="223560"/>
          </a:xfrm>
          <a:prstGeom prst="rect">
            <a:avLst/>
          </a:prstGeom>
          <a:noFill/>
          <a:ln w="0">
            <a:noFill/>
          </a:ln>
        </p:spPr>
      </p:pic>
      <p:sp>
        <p:nvSpPr>
          <p:cNvPr id="40" name="PlaceHolder 3"/>
          <p:cNvSpPr>
            <a:spLocks noGrp="1"/>
          </p:cNvSpPr>
          <p:nvPr>
            <p:ph type="dt" idx="4"/>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41" name="PlaceHolder 4"/>
          <p:cNvSpPr>
            <a:spLocks noGrp="1"/>
          </p:cNvSpPr>
          <p:nvPr>
            <p:ph type="ftr" idx="5"/>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42" name="PlaceHolder 5"/>
          <p:cNvSpPr>
            <a:spLocks noGrp="1"/>
          </p:cNvSpPr>
          <p:nvPr>
            <p:ph type="sldNum" idx="6"/>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05ED2DB7-0F9C-41B2-9BFE-BD3270E87D3C}"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05">
    <p:bg>
      <p:bgPr>
        <a:solidFill>
          <a:schemeClr val="lt2"/>
        </a:solidFill>
      </p:bgPr>
    </p:bg>
    <p:spTree>
      <p:nvGrpSpPr>
        <p:cNvPr id="1" name=""/>
        <p:cNvGrpSpPr/>
        <p:nvPr/>
      </p:nvGrpSpPr>
      <p:grpSpPr>
        <a:xfrm>
          <a:off x="0" y="0"/>
          <a:ext cx="0" cy="0"/>
          <a:chOff x="0" y="0"/>
          <a:chExt cx="0" cy="0"/>
        </a:xfrm>
      </p:grpSpPr>
      <p:pic>
        <p:nvPicPr>
          <p:cNvPr id="43"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44"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B7368E64-5EEE-46CE-89F0-DD23ED03A22E}"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45"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46" name="Dynamic O">
            <a:extLst>
              <a:ext uri="{C183D7F6-B498-43B3-948B-1728B52AA6E4}">
                <adec:decorative xmlns:adec="http://schemas.microsoft.com/office/drawing/2017/decorative" val="1"/>
              </a:ext>
            </a:extLst>
          </p:cNvPr>
          <p:cNvSpPr/>
          <p:nvPr/>
        </p:nvSpPr>
        <p:spPr>
          <a:xfrm>
            <a:off x="0" y="1814400"/>
            <a:ext cx="1105560" cy="2661120"/>
          </a:xfrm>
          <a:custGeom>
            <a:avLst/>
            <a:gdLst>
              <a:gd name="textAreaLeft" fmla="*/ 0 w 1105560"/>
              <a:gd name="textAreaRight" fmla="*/ 1105920 w 1105560"/>
              <a:gd name="textAreaTop" fmla="*/ 0 h 2661120"/>
              <a:gd name="textAreaBottom" fmla="*/ 2661480 h 2661120"/>
              <a:gd name="GluePoint1X" fmla="*/ 0 w 1105958"/>
              <a:gd name="GluePoint1Y" fmla="*/ 0 h 2661455"/>
              <a:gd name="GluePoint2X" fmla="*/ 24371 w 1105958"/>
              <a:gd name="GluePoint2Y" fmla="*/ 3721 h 2661455"/>
              <a:gd name="GluePoint3X" fmla="*/ 1105958 w 1105958"/>
              <a:gd name="GluePoint3Y" fmla="*/ 1330728 h 2661455"/>
              <a:gd name="GluePoint4X" fmla="*/ 24371 w 1105958"/>
              <a:gd name="GluePoint4Y" fmla="*/ 2657734 h 2661455"/>
              <a:gd name="GluePoint5X" fmla="*/ 0 w 1105958"/>
              <a:gd name="GluePoint5Y" fmla="*/ 2661455 h 2661455"/>
              <a:gd name="GluePoint6X" fmla="*/ 0 w 1105958"/>
              <a:gd name="GluePoint6Y" fmla="*/ 1981014 h 2661455"/>
              <a:gd name="GluePoint7X" fmla="*/ 23235 w 1105958"/>
              <a:gd name="GluePoint7Y" fmla="*/ 1973802 h 2661455"/>
              <a:gd name="GluePoint8X" fmla="*/ 449371 w 1105958"/>
              <a:gd name="GluePoint8Y" fmla="*/ 1330728 h 2661455"/>
              <a:gd name="GluePoint9X" fmla="*/ 23235 w 1105958"/>
              <a:gd name="GluePoint9Y" fmla="*/ 687655 h 2661455"/>
              <a:gd name="GluePoint10X" fmla="*/ 0 w 1105958"/>
              <a:gd name="GluePoint10Y" fmla="*/ 680442 h 266145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1105958" h="2661455">
                <a:moveTo>
                  <a:pt x="0" y="0"/>
                </a:moveTo>
                <a:lnTo>
                  <a:pt x="24371" y="3721"/>
                </a:lnTo>
                <a:cubicBezTo>
                  <a:pt x="641527" y="130055"/>
                  <a:pt x="1105958" y="676295"/>
                  <a:pt x="1105958" y="1330728"/>
                </a:cubicBezTo>
                <a:cubicBezTo>
                  <a:pt x="1105958" y="1985162"/>
                  <a:pt x="641527" y="2531400"/>
                  <a:pt x="24371" y="2657734"/>
                </a:cubicBezTo>
                <a:lnTo>
                  <a:pt x="0" y="2661455"/>
                </a:lnTo>
                <a:lnTo>
                  <a:pt x="0" y="1981014"/>
                </a:lnTo>
                <a:lnTo>
                  <a:pt x="23235" y="1973802"/>
                </a:lnTo>
                <a:cubicBezTo>
                  <a:pt x="273779" y="1867815"/>
                  <a:pt x="449371" y="1619719"/>
                  <a:pt x="449371" y="1330728"/>
                </a:cubicBezTo>
                <a:cubicBezTo>
                  <a:pt x="449371" y="1041737"/>
                  <a:pt x="273779" y="793641"/>
                  <a:pt x="23235" y="687655"/>
                </a:cubicBezTo>
                <a:lnTo>
                  <a:pt x="0" y="680442"/>
                </a:lnTo>
                <a:close/>
              </a:path>
            </a:pathLst>
          </a:custGeom>
          <a:solidFill>
            <a:schemeClr val="tx2"/>
          </a:solidFill>
          <a:ln w="1842">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rial"/>
            </a:endParaRPr>
          </a:p>
        </p:txBody>
      </p:sp>
      <p:sp>
        <p:nvSpPr>
          <p:cNvPr id="47" name="PlaceHolder 1"/>
          <p:cNvSpPr>
            <a:spLocks noGrp="1"/>
          </p:cNvSpPr>
          <p:nvPr>
            <p:ph type="title"/>
          </p:nvPr>
        </p:nvSpPr>
        <p:spPr>
          <a:xfrm>
            <a:off x="1551960" y="2397240"/>
            <a:ext cx="3610440" cy="1495440"/>
          </a:xfrm>
          <a:prstGeom prst="rect">
            <a:avLst/>
          </a:prstGeom>
          <a:noFill/>
          <a:ln w="0">
            <a:noFill/>
          </a:ln>
        </p:spPr>
        <p:txBody>
          <a:bodyPr lIns="0" rIns="0" tIns="0" bIns="0" anchor="ctr">
            <a:noAutofit/>
          </a:bodyPr>
          <a:p>
            <a:pPr indent="0" defTabSz="914400">
              <a:lnSpc>
                <a:spcPct val="90000"/>
              </a:lnSpc>
              <a:buNone/>
            </a:pPr>
            <a:r>
              <a:rPr b="0" lang="en-US" sz="3600" strike="noStrike" u="none">
                <a:solidFill>
                  <a:schemeClr val="dk1"/>
                </a:solidFill>
                <a:effectLst/>
                <a:uFillTx/>
                <a:latin typeface="Georgia Pro"/>
              </a:rPr>
              <a:t>Section title; Georgia Pro 36pt, sentence case</a:t>
            </a:r>
            <a:endParaRPr b="0" lang="en-US" sz="3600" strike="noStrike" u="none">
              <a:solidFill>
                <a:schemeClr val="dk1"/>
              </a:solidFill>
              <a:effectLst/>
              <a:uFillTx/>
              <a:latin typeface="Arial"/>
            </a:endParaRPr>
          </a:p>
        </p:txBody>
      </p:sp>
      <p:sp>
        <p:nvSpPr>
          <p:cNvPr id="48" name="PlaceHolder 2"/>
          <p:cNvSpPr>
            <a:spLocks noGrp="1"/>
          </p:cNvSpPr>
          <p:nvPr>
            <p:ph type="body"/>
          </p:nvPr>
        </p:nvSpPr>
        <p:spPr>
          <a:xfrm>
            <a:off x="6020640" y="800280"/>
            <a:ext cx="5257440" cy="5257440"/>
          </a:xfrm>
          <a:prstGeom prst="rect">
            <a:avLst/>
          </a:prstGeom>
          <a:noFill/>
          <a:ln w="0">
            <a:noFill/>
          </a:ln>
        </p:spPr>
        <p:txBody>
          <a:bodyPr lIns="90000" rIns="90000" tIns="45000" bIns="45000" anchor="t">
            <a:noAutofit/>
          </a:bodyPr>
          <a:p>
            <a:pPr indent="0" algn="ctr" defTabSz="914400">
              <a:lnSpc>
                <a:spcPct val="100000"/>
              </a:lnSpc>
              <a:buNone/>
            </a:pPr>
            <a:br>
              <a:rPr sz="1400"/>
            </a:br>
            <a:r>
              <a:rPr b="0" lang="en-US" sz="1400" strike="noStrike" u="none">
                <a:solidFill>
                  <a:schemeClr val="dk1"/>
                </a:solidFill>
                <a:effectLst/>
                <a:uFillTx/>
                <a:latin typeface="Arial"/>
              </a:rPr>
              <a:t>Photography should be inserted into this placeholder with unchanged dimensions (5.75” H x 5.75” W). </a:t>
            </a:r>
            <a:br>
              <a:rPr sz="1400"/>
            </a:br>
            <a:br>
              <a:rPr sz="1400"/>
            </a:br>
            <a:r>
              <a:rPr b="0" lang="en-US" sz="1400" strike="noStrike" u="none">
                <a:solidFill>
                  <a:schemeClr val="dk1"/>
                </a:solidFill>
                <a:effectLst/>
                <a:uFillTx/>
                <a:latin typeface="Arial"/>
              </a:rPr>
              <a:t>To access brand approved photography, visit: brand.optum.com/content/photography-new.</a:t>
            </a:r>
            <a:br>
              <a:rPr sz="1400"/>
            </a:br>
            <a:br>
              <a:rPr sz="1400"/>
            </a:br>
            <a:br>
              <a:rPr sz="1400"/>
            </a:br>
            <a:r>
              <a:rPr b="0" lang="en-US" sz="1400" strike="noStrike" u="none">
                <a:solidFill>
                  <a:schemeClr val="dk1"/>
                </a:solidFill>
                <a:effectLst/>
                <a:uFillTx/>
                <a:latin typeface="Arial"/>
              </a:rPr>
              <a:t>DO NOT use Copilot inserted imagery.</a:t>
            </a:r>
            <a:endParaRPr b="0" lang="en-US" sz="1400" strike="noStrike" u="none">
              <a:solidFill>
                <a:schemeClr val="dk1"/>
              </a:solidFill>
              <a:effectLst/>
              <a:uFillTx/>
              <a:latin typeface="Arial"/>
            </a:endParaRPr>
          </a:p>
          <a:p>
            <a:pPr indent="0" algn="ctr" defTabSz="914400">
              <a:lnSpc>
                <a:spcPct val="100000"/>
              </a:lnSpc>
              <a:buNone/>
            </a:pPr>
            <a:endParaRPr b="0" lang="en-US" sz="1400" strike="noStrike" u="none">
              <a:solidFill>
                <a:schemeClr val="dk1"/>
              </a:solidFill>
              <a:effectLst/>
              <a:uFillTx/>
              <a:latin typeface="Arial"/>
            </a:endParaRPr>
          </a:p>
          <a:p>
            <a:pPr indent="0" algn="ctr" defTabSz="914400">
              <a:lnSpc>
                <a:spcPct val="100000"/>
              </a:lnSpc>
              <a:buNone/>
            </a:pPr>
            <a:endParaRPr b="0" lang="en-US" sz="1400" strike="noStrike" u="none">
              <a:solidFill>
                <a:schemeClr val="dk1"/>
              </a:solidFill>
              <a:effectLst/>
              <a:uFillTx/>
              <a:latin typeface="Arial"/>
            </a:endParaRPr>
          </a:p>
        </p:txBody>
      </p:sp>
      <p:pic>
        <p:nvPicPr>
          <p:cNvPr id="49"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560" cy="223560"/>
          </a:xfrm>
          <a:prstGeom prst="rect">
            <a:avLst/>
          </a:prstGeom>
          <a:noFill/>
          <a:ln w="0">
            <a:noFill/>
          </a:ln>
        </p:spPr>
      </p:pic>
      <p:sp>
        <p:nvSpPr>
          <p:cNvPr id="50" name="PlaceHolder 3"/>
          <p:cNvSpPr>
            <a:spLocks noGrp="1"/>
          </p:cNvSpPr>
          <p:nvPr>
            <p:ph type="dt" idx="7"/>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51" name="PlaceHolder 4"/>
          <p:cNvSpPr>
            <a:spLocks noGrp="1"/>
          </p:cNvSpPr>
          <p:nvPr>
            <p:ph type="ftr" idx="8"/>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52" name="PlaceHolder 5"/>
          <p:cNvSpPr>
            <a:spLocks noGrp="1"/>
          </p:cNvSpPr>
          <p:nvPr>
            <p:ph type="sldNum" idx="9"/>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D47DA051-2C7A-458E-8A9A-A12337F8E26A}"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06">
    <p:bg>
      <p:bgPr>
        <a:solidFill>
          <a:schemeClr val="lt2"/>
        </a:solidFill>
      </p:bgPr>
    </p:bg>
    <p:spTree>
      <p:nvGrpSpPr>
        <p:cNvPr id="1" name=""/>
        <p:cNvGrpSpPr/>
        <p:nvPr/>
      </p:nvGrpSpPr>
      <p:grpSpPr>
        <a:xfrm>
          <a:off x="0" y="0"/>
          <a:ext cx="0" cy="0"/>
          <a:chOff x="0" y="0"/>
          <a:chExt cx="0" cy="0"/>
        </a:xfrm>
      </p:grpSpPr>
      <p:pic>
        <p:nvPicPr>
          <p:cNvPr id="53"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54"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22F49071-5466-4C71-BD18-67A2C673FE99}"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55"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56" name="Dynamic O">
            <a:extLst>
              <a:ext uri="{C183D7F6-B498-43B3-948B-1728B52AA6E4}">
                <adec:decorative xmlns:adec="http://schemas.microsoft.com/office/drawing/2017/decorative" val="1"/>
              </a:ext>
            </a:extLst>
          </p:cNvPr>
          <p:cNvSpPr/>
          <p:nvPr/>
        </p:nvSpPr>
        <p:spPr>
          <a:xfrm>
            <a:off x="10272960" y="0"/>
            <a:ext cx="1918800" cy="1847880"/>
          </a:xfrm>
          <a:custGeom>
            <a:avLst/>
            <a:gdLst>
              <a:gd name="textAreaLeft" fmla="*/ 0 w 1918800"/>
              <a:gd name="textAreaRight" fmla="*/ 1919160 w 1918800"/>
              <a:gd name="textAreaTop" fmla="*/ 0 h 1847880"/>
              <a:gd name="textAreaBottom" fmla="*/ 1848240 h 1847880"/>
              <a:gd name="GluePoint1X" fmla="*/ 0 w 1919161"/>
              <a:gd name="GluePoint1Y" fmla="*/ 0 h 1848256"/>
              <a:gd name="GluePoint2X" fmla="*/ 928773 w 1919161"/>
              <a:gd name="GluePoint2Y" fmla="*/ 0 h 1848256"/>
              <a:gd name="GluePoint3X" fmla="*/ 930451 w 1919161"/>
              <a:gd name="GluePoint3Y" fmla="*/ 33244 h 1848256"/>
              <a:gd name="GluePoint4X" fmla="*/ 1912618 w 1919161"/>
              <a:gd name="GluePoint4Y" fmla="*/ 919488 h 1848256"/>
              <a:gd name="GluePoint5X" fmla="*/ 1919161 w 1919161"/>
              <a:gd name="GluePoint5Y" fmla="*/ 919158 h 1848256"/>
              <a:gd name="GluePoint6X" fmla="*/ 1919161 w 1919161"/>
              <a:gd name="GluePoint6Y" fmla="*/ 1847926 h 1848256"/>
              <a:gd name="GluePoint7X" fmla="*/ 1912618 w 1919161"/>
              <a:gd name="GluePoint7Y" fmla="*/ 1848256 h 1848256"/>
              <a:gd name="GluePoint8X" fmla="*/ 6471 w 1919161"/>
              <a:gd name="GluePoint8Y" fmla="*/ 128094 h 184825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919161" h="1848256">
                <a:moveTo>
                  <a:pt x="0" y="0"/>
                </a:moveTo>
                <a:lnTo>
                  <a:pt x="928773" y="0"/>
                </a:lnTo>
                <a:lnTo>
                  <a:pt x="930451" y="33244"/>
                </a:lnTo>
                <a:cubicBezTo>
                  <a:pt x="981030" y="531392"/>
                  <a:pt x="1401631" y="919488"/>
                  <a:pt x="1912618" y="919488"/>
                </a:cubicBezTo>
                <a:lnTo>
                  <a:pt x="1919161" y="919158"/>
                </a:lnTo>
                <a:lnTo>
                  <a:pt x="1919161" y="1847926"/>
                </a:lnTo>
                <a:lnTo>
                  <a:pt x="1912618" y="1848256"/>
                </a:lnTo>
                <a:cubicBezTo>
                  <a:pt x="920772" y="1848256"/>
                  <a:pt x="104616" y="1094097"/>
                  <a:pt x="6471" y="128094"/>
                </a:cubicBezTo>
                <a:close/>
              </a:path>
            </a:pathLst>
          </a:custGeom>
          <a:solidFill>
            <a:schemeClr val="tx2"/>
          </a:solidFill>
          <a:ln w="3191">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rial"/>
            </a:endParaRPr>
          </a:p>
        </p:txBody>
      </p:sp>
      <p:sp>
        <p:nvSpPr>
          <p:cNvPr id="57" name="PlaceHolder 1"/>
          <p:cNvSpPr>
            <a:spLocks noGrp="1"/>
          </p:cNvSpPr>
          <p:nvPr>
            <p:ph type="title"/>
          </p:nvPr>
        </p:nvSpPr>
        <p:spPr>
          <a:xfrm>
            <a:off x="6865920" y="2397240"/>
            <a:ext cx="4114440" cy="1495440"/>
          </a:xfrm>
          <a:prstGeom prst="rect">
            <a:avLst/>
          </a:prstGeom>
          <a:noFill/>
          <a:ln w="0">
            <a:noFill/>
          </a:ln>
        </p:spPr>
        <p:txBody>
          <a:bodyPr lIns="0" rIns="0" tIns="0" bIns="0" anchor="ctr">
            <a:noAutofit/>
          </a:bodyPr>
          <a:p>
            <a:pPr indent="0" defTabSz="914400">
              <a:lnSpc>
                <a:spcPct val="90000"/>
              </a:lnSpc>
              <a:buNone/>
            </a:pPr>
            <a:r>
              <a:rPr b="0" lang="en-US" sz="3600" strike="noStrike" u="none">
                <a:solidFill>
                  <a:schemeClr val="dk1"/>
                </a:solidFill>
                <a:effectLst/>
                <a:uFillTx/>
                <a:latin typeface="Georgia Pro"/>
              </a:rPr>
              <a:t>Section title; Georgia Pro 36pt, sentence case</a:t>
            </a:r>
            <a:endParaRPr b="0" lang="en-US" sz="3600" strike="noStrike" u="none">
              <a:solidFill>
                <a:schemeClr val="dk1"/>
              </a:solidFill>
              <a:effectLst/>
              <a:uFillTx/>
              <a:latin typeface="Arial"/>
            </a:endParaRPr>
          </a:p>
        </p:txBody>
      </p:sp>
      <p:sp>
        <p:nvSpPr>
          <p:cNvPr id="58" name="PlaceHolder 2"/>
          <p:cNvSpPr>
            <a:spLocks noGrp="1"/>
          </p:cNvSpPr>
          <p:nvPr>
            <p:ph type="body"/>
          </p:nvPr>
        </p:nvSpPr>
        <p:spPr>
          <a:xfrm>
            <a:off x="906120" y="800280"/>
            <a:ext cx="5257440" cy="5257440"/>
          </a:xfrm>
          <a:prstGeom prst="rect">
            <a:avLst/>
          </a:prstGeom>
          <a:noFill/>
          <a:ln w="0">
            <a:noFill/>
          </a:ln>
        </p:spPr>
        <p:txBody>
          <a:bodyPr lIns="90000" rIns="90000" tIns="45000" bIns="45000" anchor="t">
            <a:noAutofit/>
          </a:bodyPr>
          <a:p>
            <a:pPr indent="0" algn="ctr" defTabSz="914400">
              <a:lnSpc>
                <a:spcPct val="100000"/>
              </a:lnSpc>
              <a:buNone/>
            </a:pPr>
            <a:br>
              <a:rPr sz="1400"/>
            </a:br>
            <a:r>
              <a:rPr b="0" lang="en-US" sz="1400" strike="noStrike" u="none">
                <a:solidFill>
                  <a:schemeClr val="dk1"/>
                </a:solidFill>
                <a:effectLst/>
                <a:uFillTx/>
                <a:latin typeface="Arial"/>
              </a:rPr>
              <a:t>Photography should be inserted into this placeholder with unchanged dimensions (5.75” H x 5.75” W). </a:t>
            </a:r>
            <a:br>
              <a:rPr sz="1400"/>
            </a:br>
            <a:br>
              <a:rPr sz="1400"/>
            </a:br>
            <a:r>
              <a:rPr b="0" lang="en-US" sz="1400" strike="noStrike" u="none">
                <a:solidFill>
                  <a:schemeClr val="dk1"/>
                </a:solidFill>
                <a:effectLst/>
                <a:uFillTx/>
                <a:latin typeface="Arial"/>
              </a:rPr>
              <a:t>To access brand approved photography, visit: brand.optum.com/content/photography-new.</a:t>
            </a:r>
            <a:br>
              <a:rPr sz="1400"/>
            </a:br>
            <a:br>
              <a:rPr sz="1400"/>
            </a:br>
            <a:br>
              <a:rPr sz="1400"/>
            </a:br>
            <a:r>
              <a:rPr b="0" lang="en-US" sz="1400" strike="noStrike" u="none">
                <a:solidFill>
                  <a:schemeClr val="dk1"/>
                </a:solidFill>
                <a:effectLst/>
                <a:uFillTx/>
                <a:latin typeface="Arial"/>
              </a:rPr>
              <a:t>DO NOT use Copilot inserted imagery.</a:t>
            </a:r>
            <a:endParaRPr b="0" lang="en-US" sz="1400" strike="noStrike" u="none">
              <a:solidFill>
                <a:schemeClr val="dk1"/>
              </a:solidFill>
              <a:effectLst/>
              <a:uFillTx/>
              <a:latin typeface="Arial"/>
            </a:endParaRPr>
          </a:p>
          <a:p>
            <a:pPr indent="0" algn="ctr" defTabSz="914400">
              <a:lnSpc>
                <a:spcPct val="100000"/>
              </a:lnSpc>
              <a:buNone/>
            </a:pPr>
            <a:endParaRPr b="0" lang="en-US" sz="1400" strike="noStrike" u="none">
              <a:solidFill>
                <a:schemeClr val="dk1"/>
              </a:solidFill>
              <a:effectLst/>
              <a:uFillTx/>
              <a:latin typeface="Arial"/>
            </a:endParaRPr>
          </a:p>
          <a:p>
            <a:pPr indent="0" algn="ctr" defTabSz="914400">
              <a:lnSpc>
                <a:spcPct val="100000"/>
              </a:lnSpc>
              <a:buNone/>
            </a:pPr>
            <a:endParaRPr b="0" lang="en-US" sz="1400" strike="noStrike" u="none">
              <a:solidFill>
                <a:schemeClr val="dk1"/>
              </a:solidFill>
              <a:effectLst/>
              <a:uFillTx/>
              <a:latin typeface="Arial"/>
            </a:endParaRPr>
          </a:p>
        </p:txBody>
      </p:sp>
      <p:pic>
        <p:nvPicPr>
          <p:cNvPr id="59"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560" cy="223560"/>
          </a:xfrm>
          <a:prstGeom prst="rect">
            <a:avLst/>
          </a:prstGeom>
          <a:noFill/>
          <a:ln w="0">
            <a:noFill/>
          </a:ln>
        </p:spPr>
      </p:pic>
      <p:sp>
        <p:nvSpPr>
          <p:cNvPr id="60" name="PlaceHolder 3"/>
          <p:cNvSpPr>
            <a:spLocks noGrp="1"/>
          </p:cNvSpPr>
          <p:nvPr>
            <p:ph type="dt" idx="10"/>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61" name="PlaceHolder 4"/>
          <p:cNvSpPr>
            <a:spLocks noGrp="1"/>
          </p:cNvSpPr>
          <p:nvPr>
            <p:ph type="ftr" idx="11"/>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62" name="PlaceHolder 5"/>
          <p:cNvSpPr>
            <a:spLocks noGrp="1"/>
          </p:cNvSpPr>
          <p:nvPr>
            <p:ph type="sldNum" idx="12"/>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1DB07AF4-7FDF-4E45-A035-327A4D2B496D}"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07">
    <p:bg>
      <p:bgPr>
        <a:solidFill>
          <a:schemeClr val="lt2"/>
        </a:solidFill>
      </p:bgPr>
    </p:bg>
    <p:spTree>
      <p:nvGrpSpPr>
        <p:cNvPr id="1" name=""/>
        <p:cNvGrpSpPr/>
        <p:nvPr/>
      </p:nvGrpSpPr>
      <p:grpSpPr>
        <a:xfrm>
          <a:off x="0" y="0"/>
          <a:ext cx="0" cy="0"/>
          <a:chOff x="0" y="0"/>
          <a:chExt cx="0" cy="0"/>
        </a:xfrm>
      </p:grpSpPr>
      <p:pic>
        <p:nvPicPr>
          <p:cNvPr id="63"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64"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C5AB08DE-5EFC-4C8E-B6F2-5747DAE6BA84}"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65"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66" name="Dynamic O">
            <a:extLst>
              <a:ext uri="{C183D7F6-B498-43B3-948B-1728B52AA6E4}">
                <adec:decorative xmlns:adec="http://schemas.microsoft.com/office/drawing/2017/decorative" val="1"/>
              </a:ext>
            </a:extLst>
          </p:cNvPr>
          <p:cNvSpPr/>
          <p:nvPr/>
        </p:nvSpPr>
        <p:spPr>
          <a:xfrm>
            <a:off x="0" y="0"/>
            <a:ext cx="1930320" cy="2001240"/>
          </a:xfrm>
          <a:custGeom>
            <a:avLst/>
            <a:gdLst>
              <a:gd name="textAreaLeft" fmla="*/ 0 w 1930320"/>
              <a:gd name="textAreaRight" fmla="*/ 1930680 w 1930320"/>
              <a:gd name="textAreaTop" fmla="*/ 0 h 2001240"/>
              <a:gd name="textAreaBottom" fmla="*/ 2001600 h 2001240"/>
              <a:gd name="GluePoint1X" fmla="*/ 997352 w 1930778"/>
              <a:gd name="GluePoint1Y" fmla="*/ 0 h 2001453"/>
              <a:gd name="GluePoint2X" fmla="*/ 1926502 w 1930778"/>
              <a:gd name="GluePoint2Y" fmla="*/ 0 h 2001453"/>
              <a:gd name="GluePoint3X" fmla="*/ 1930778 w 1930778"/>
              <a:gd name="GluePoint3Y" fmla="*/ 84635 h 2001453"/>
              <a:gd name="GluePoint4X" fmla="*/ 13954 w 1930778"/>
              <a:gd name="GluePoint4Y" fmla="*/ 2001453 h 2001453"/>
              <a:gd name="GluePoint5X" fmla="*/ 0 w 1930778"/>
              <a:gd name="GluePoint5Y" fmla="*/ 2000748 h 2001453"/>
              <a:gd name="GluePoint6X" fmla="*/ 0 w 1930778"/>
              <a:gd name="GluePoint6Y" fmla="*/ 1071597 h 2001453"/>
              <a:gd name="GluePoint7X" fmla="*/ 13954 w 1930778"/>
              <a:gd name="GluePoint7Y" fmla="*/ 1072301 h 2001453"/>
              <a:gd name="GluePoint8X" fmla="*/ 1001623 w 1930778"/>
              <a:gd name="GluePoint8Y" fmla="*/ 84635 h 200145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930778" h="2001453">
                <a:moveTo>
                  <a:pt x="997352" y="0"/>
                </a:moveTo>
                <a:lnTo>
                  <a:pt x="1926502" y="0"/>
                </a:lnTo>
                <a:lnTo>
                  <a:pt x="1930778" y="84635"/>
                </a:lnTo>
                <a:cubicBezTo>
                  <a:pt x="1930778" y="1143032"/>
                  <a:pt x="1072355" y="2001453"/>
                  <a:pt x="13954" y="2001453"/>
                </a:cubicBezTo>
                <a:lnTo>
                  <a:pt x="0" y="2000748"/>
                </a:lnTo>
                <a:lnTo>
                  <a:pt x="0" y="1071597"/>
                </a:lnTo>
                <a:lnTo>
                  <a:pt x="13954" y="1072301"/>
                </a:lnTo>
                <a:cubicBezTo>
                  <a:pt x="559873" y="1072301"/>
                  <a:pt x="1001623" y="629909"/>
                  <a:pt x="1001623" y="84635"/>
                </a:cubicBezTo>
                <a:close/>
              </a:path>
            </a:pathLst>
          </a:custGeom>
          <a:solidFill>
            <a:schemeClr val="tx2"/>
          </a:solidFill>
          <a:ln w="3207">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rial"/>
            </a:endParaRPr>
          </a:p>
        </p:txBody>
      </p:sp>
      <p:sp>
        <p:nvSpPr>
          <p:cNvPr id="67" name="PlaceHolder 1"/>
          <p:cNvSpPr>
            <a:spLocks noGrp="1"/>
          </p:cNvSpPr>
          <p:nvPr>
            <p:ph type="title"/>
          </p:nvPr>
        </p:nvSpPr>
        <p:spPr>
          <a:xfrm>
            <a:off x="1050840" y="2397240"/>
            <a:ext cx="4114440" cy="1495440"/>
          </a:xfrm>
          <a:prstGeom prst="rect">
            <a:avLst/>
          </a:prstGeom>
          <a:noFill/>
          <a:ln w="0">
            <a:noFill/>
          </a:ln>
        </p:spPr>
        <p:txBody>
          <a:bodyPr lIns="0" rIns="0" tIns="0" bIns="0" anchor="ctr">
            <a:noAutofit/>
          </a:bodyPr>
          <a:p>
            <a:pPr indent="0" defTabSz="914400">
              <a:lnSpc>
                <a:spcPct val="90000"/>
              </a:lnSpc>
              <a:buNone/>
            </a:pPr>
            <a:r>
              <a:rPr b="0" lang="en-US" sz="3600" strike="noStrike" u="none">
                <a:solidFill>
                  <a:schemeClr val="dk1"/>
                </a:solidFill>
                <a:effectLst/>
                <a:uFillTx/>
                <a:latin typeface="Georgia Pro"/>
              </a:rPr>
              <a:t>Section title; Georgia Pro 36pt, sentence case</a:t>
            </a:r>
            <a:endParaRPr b="0" lang="en-US" sz="3600" strike="noStrike" u="none">
              <a:solidFill>
                <a:schemeClr val="dk1"/>
              </a:solidFill>
              <a:effectLst/>
              <a:uFillTx/>
              <a:latin typeface="Arial"/>
            </a:endParaRPr>
          </a:p>
        </p:txBody>
      </p:sp>
      <p:sp>
        <p:nvSpPr>
          <p:cNvPr id="68" name="PlaceHolder 2"/>
          <p:cNvSpPr>
            <a:spLocks noGrp="1"/>
          </p:cNvSpPr>
          <p:nvPr>
            <p:ph type="body"/>
          </p:nvPr>
        </p:nvSpPr>
        <p:spPr>
          <a:xfrm>
            <a:off x="6020640" y="800280"/>
            <a:ext cx="5257440" cy="5257440"/>
          </a:xfrm>
          <a:prstGeom prst="rect">
            <a:avLst/>
          </a:prstGeom>
          <a:noFill/>
          <a:ln w="0">
            <a:noFill/>
          </a:ln>
        </p:spPr>
        <p:txBody>
          <a:bodyPr lIns="90000" rIns="90000" tIns="45000" bIns="45000" anchor="t">
            <a:noAutofit/>
          </a:bodyPr>
          <a:p>
            <a:pPr indent="0" algn="ctr" defTabSz="914400">
              <a:lnSpc>
                <a:spcPct val="100000"/>
              </a:lnSpc>
              <a:buNone/>
            </a:pPr>
            <a:br>
              <a:rPr sz="1400"/>
            </a:br>
            <a:r>
              <a:rPr b="0" lang="en-US" sz="1400" strike="noStrike" u="none">
                <a:solidFill>
                  <a:schemeClr val="dk1"/>
                </a:solidFill>
                <a:effectLst/>
                <a:uFillTx/>
                <a:latin typeface="Arial"/>
              </a:rPr>
              <a:t>Photography should be inserted into this placeholder with unchanged dimensions (5.75” H x 5.75” W). </a:t>
            </a:r>
            <a:br>
              <a:rPr sz="1400"/>
            </a:br>
            <a:br>
              <a:rPr sz="1400"/>
            </a:br>
            <a:r>
              <a:rPr b="0" lang="en-US" sz="1400" strike="noStrike" u="none">
                <a:solidFill>
                  <a:schemeClr val="dk1"/>
                </a:solidFill>
                <a:effectLst/>
                <a:uFillTx/>
                <a:latin typeface="Arial"/>
              </a:rPr>
              <a:t>To access brand approved photography, visit: brand.optum.com/content/photography-new.</a:t>
            </a:r>
            <a:br>
              <a:rPr sz="1400"/>
            </a:br>
            <a:br>
              <a:rPr sz="1400"/>
            </a:br>
            <a:br>
              <a:rPr sz="1400"/>
            </a:br>
            <a:r>
              <a:rPr b="0" lang="en-US" sz="1400" strike="noStrike" u="none">
                <a:solidFill>
                  <a:schemeClr val="dk1"/>
                </a:solidFill>
                <a:effectLst/>
                <a:uFillTx/>
                <a:latin typeface="Arial"/>
              </a:rPr>
              <a:t>DO NOT use Copilot inserted imagery.</a:t>
            </a:r>
            <a:endParaRPr b="0" lang="en-US" sz="1400" strike="noStrike" u="none">
              <a:solidFill>
                <a:schemeClr val="dk1"/>
              </a:solidFill>
              <a:effectLst/>
              <a:uFillTx/>
              <a:latin typeface="Arial"/>
            </a:endParaRPr>
          </a:p>
          <a:p>
            <a:pPr indent="0" algn="ctr" defTabSz="914400">
              <a:lnSpc>
                <a:spcPct val="100000"/>
              </a:lnSpc>
              <a:buNone/>
            </a:pPr>
            <a:endParaRPr b="0" lang="en-US" sz="1400" strike="noStrike" u="none">
              <a:solidFill>
                <a:schemeClr val="dk1"/>
              </a:solidFill>
              <a:effectLst/>
              <a:uFillTx/>
              <a:latin typeface="Arial"/>
            </a:endParaRPr>
          </a:p>
          <a:p>
            <a:pPr indent="0" algn="ctr" defTabSz="914400">
              <a:lnSpc>
                <a:spcPct val="100000"/>
              </a:lnSpc>
              <a:buNone/>
            </a:pPr>
            <a:endParaRPr b="0" lang="en-US" sz="1400" strike="noStrike" u="none">
              <a:solidFill>
                <a:schemeClr val="dk1"/>
              </a:solidFill>
              <a:effectLst/>
              <a:uFillTx/>
              <a:latin typeface="Arial"/>
            </a:endParaRPr>
          </a:p>
        </p:txBody>
      </p:sp>
      <p:pic>
        <p:nvPicPr>
          <p:cNvPr id="69"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560" cy="223560"/>
          </a:xfrm>
          <a:prstGeom prst="rect">
            <a:avLst/>
          </a:prstGeom>
          <a:noFill/>
          <a:ln w="0">
            <a:noFill/>
          </a:ln>
        </p:spPr>
      </p:pic>
      <p:sp>
        <p:nvSpPr>
          <p:cNvPr id="70" name="PlaceHolder 3"/>
          <p:cNvSpPr>
            <a:spLocks noGrp="1"/>
          </p:cNvSpPr>
          <p:nvPr>
            <p:ph type="dt" idx="13"/>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71" name="PlaceHolder 4"/>
          <p:cNvSpPr>
            <a:spLocks noGrp="1"/>
          </p:cNvSpPr>
          <p:nvPr>
            <p:ph type="ftr" idx="14"/>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72" name="PlaceHolder 5"/>
          <p:cNvSpPr>
            <a:spLocks noGrp="1"/>
          </p:cNvSpPr>
          <p:nvPr>
            <p:ph type="sldNum" idx="15"/>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B9C0BA07-4BCE-4157-93B6-77A403DABC01}"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08">
    <p:bg>
      <p:bgPr>
        <a:solidFill>
          <a:schemeClr val="lt2"/>
        </a:solidFill>
      </p:bgPr>
    </p:bg>
    <p:spTree>
      <p:nvGrpSpPr>
        <p:cNvPr id="1" name=""/>
        <p:cNvGrpSpPr/>
        <p:nvPr/>
      </p:nvGrpSpPr>
      <p:grpSpPr>
        <a:xfrm>
          <a:off x="0" y="0"/>
          <a:ext cx="0" cy="0"/>
          <a:chOff x="0" y="0"/>
          <a:chExt cx="0" cy="0"/>
        </a:xfrm>
      </p:grpSpPr>
      <p:pic>
        <p:nvPicPr>
          <p:cNvPr id="73"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74"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199F031A-BB7D-4051-8A09-51BE4E2DDE64}"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75"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76" name="Dynamic O">
            <a:extLst>
              <a:ext uri="{C183D7F6-B498-43B3-948B-1728B52AA6E4}">
                <adec:decorative xmlns:adec="http://schemas.microsoft.com/office/drawing/2017/decorative" val="1"/>
              </a:ext>
            </a:extLst>
          </p:cNvPr>
          <p:cNvSpPr/>
          <p:nvPr/>
        </p:nvSpPr>
        <p:spPr>
          <a:xfrm>
            <a:off x="9839160" y="4542120"/>
            <a:ext cx="2352240" cy="2315520"/>
          </a:xfrm>
          <a:custGeom>
            <a:avLst/>
            <a:gdLst>
              <a:gd name="textAreaLeft" fmla="*/ 0 w 2352240"/>
              <a:gd name="textAreaRight" fmla="*/ 2352600 w 2352240"/>
              <a:gd name="textAreaTop" fmla="*/ 0 h 2315520"/>
              <a:gd name="textAreaBottom" fmla="*/ 2315880 h 2315520"/>
              <a:gd name="GluePoint1X" fmla="*/ 1920302 w 2352714"/>
              <a:gd name="GluePoint1Y" fmla="*/ 0 h 2315782"/>
              <a:gd name="GluePoint2X" fmla="*/ 2307243 w 2352714"/>
              <a:gd name="GluePoint2Y" fmla="*/ 39023 h 2315782"/>
              <a:gd name="GluePoint3X" fmla="*/ 2352714 w 2352714"/>
              <a:gd name="GluePoint3Y" fmla="*/ 50719 h 2315782"/>
              <a:gd name="GluePoint4X" fmla="*/ 2352714 w 2352714"/>
              <a:gd name="GluePoint4Y" fmla="*/ 1031302 h 2315782"/>
              <a:gd name="GluePoint5X" fmla="*/ 2305633 w 2352714"/>
              <a:gd name="GluePoint5Y" fmla="*/ 1008617 h 2315782"/>
              <a:gd name="GluePoint6X" fmla="*/ 1920302 w 2352714"/>
              <a:gd name="GluePoint6Y" fmla="*/ 930833 h 2315782"/>
              <a:gd name="GluePoint7X" fmla="*/ 930841 w 2352714"/>
              <a:gd name="GluePoint7Y" fmla="*/ 1920285 h 2315782"/>
              <a:gd name="GluePoint8X" fmla="*/ 1008626 w 2352714"/>
              <a:gd name="GluePoint8Y" fmla="*/ 2305613 h 2315782"/>
              <a:gd name="GluePoint9X" fmla="*/ 1013526 w 2352714"/>
              <a:gd name="GluePoint9Y" fmla="*/ 2315782 h 2315782"/>
              <a:gd name="GluePoint10X" fmla="*/ 41225 w 2352714"/>
              <a:gd name="GluePoint10Y" fmla="*/ 2315782 h 2315782"/>
              <a:gd name="GluePoint11X" fmla="*/ 39023 w 2352714"/>
              <a:gd name="GluePoint11Y" fmla="*/ 2307223 h 2315782"/>
              <a:gd name="GluePoint12X" fmla="*/ 0 w 2352714"/>
              <a:gd name="GluePoint12Y" fmla="*/ 1920285 h 2315782"/>
              <a:gd name="GluePoint13X" fmla="*/ 1920302 w 2352714"/>
              <a:gd name="GluePoint13Y" fmla="*/ 0 h 231578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2352714" h="2315782">
                <a:moveTo>
                  <a:pt x="1920302" y="0"/>
                </a:moveTo>
                <a:cubicBezTo>
                  <a:pt x="2052842" y="0"/>
                  <a:pt x="2182252" y="13437"/>
                  <a:pt x="2307243" y="39023"/>
                </a:cubicBezTo>
                <a:lnTo>
                  <a:pt x="2352714" y="50719"/>
                </a:lnTo>
                <a:lnTo>
                  <a:pt x="2352714" y="1031302"/>
                </a:lnTo>
                <a:lnTo>
                  <a:pt x="2305633" y="1008617"/>
                </a:lnTo>
                <a:cubicBezTo>
                  <a:pt x="2187234" y="958533"/>
                  <a:pt x="2057029" y="930833"/>
                  <a:pt x="1920302" y="930833"/>
                </a:cubicBezTo>
                <a:cubicBezTo>
                  <a:pt x="1373393" y="930833"/>
                  <a:pt x="930841" y="1373381"/>
                  <a:pt x="930841" y="1920285"/>
                </a:cubicBezTo>
                <a:cubicBezTo>
                  <a:pt x="930841" y="2057011"/>
                  <a:pt x="958541" y="2187215"/>
                  <a:pt x="1008626" y="2305613"/>
                </a:cubicBezTo>
                <a:lnTo>
                  <a:pt x="1013526" y="2315782"/>
                </a:lnTo>
                <a:lnTo>
                  <a:pt x="41225" y="2315782"/>
                </a:lnTo>
                <a:lnTo>
                  <a:pt x="39023" y="2307223"/>
                </a:lnTo>
                <a:cubicBezTo>
                  <a:pt x="13437" y="2182233"/>
                  <a:pt x="0" y="2052824"/>
                  <a:pt x="0" y="1920285"/>
                </a:cubicBezTo>
                <a:cubicBezTo>
                  <a:pt x="0" y="859973"/>
                  <a:pt x="859981" y="0"/>
                  <a:pt x="1920302" y="0"/>
                </a:cubicBezTo>
                <a:close/>
              </a:path>
            </a:pathLst>
          </a:custGeom>
          <a:solidFill>
            <a:schemeClr val="tx2"/>
          </a:solidFill>
          <a:ln w="3921">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rial"/>
            </a:endParaRPr>
          </a:p>
        </p:txBody>
      </p:sp>
      <p:sp>
        <p:nvSpPr>
          <p:cNvPr id="77" name="PlaceHolder 1"/>
          <p:cNvSpPr>
            <a:spLocks noGrp="1"/>
          </p:cNvSpPr>
          <p:nvPr>
            <p:ph type="title"/>
          </p:nvPr>
        </p:nvSpPr>
        <p:spPr>
          <a:xfrm>
            <a:off x="1050840" y="2397240"/>
            <a:ext cx="4114440" cy="1495440"/>
          </a:xfrm>
          <a:prstGeom prst="rect">
            <a:avLst/>
          </a:prstGeom>
          <a:noFill/>
          <a:ln w="0">
            <a:noFill/>
          </a:ln>
        </p:spPr>
        <p:txBody>
          <a:bodyPr lIns="0" rIns="0" tIns="0" bIns="0" anchor="ctr">
            <a:noAutofit/>
          </a:bodyPr>
          <a:p>
            <a:pPr indent="0" defTabSz="914400">
              <a:lnSpc>
                <a:spcPct val="90000"/>
              </a:lnSpc>
              <a:buNone/>
            </a:pPr>
            <a:r>
              <a:rPr b="0" lang="en-US" sz="3600" strike="noStrike" u="none">
                <a:solidFill>
                  <a:schemeClr val="dk1"/>
                </a:solidFill>
                <a:effectLst/>
                <a:uFillTx/>
                <a:latin typeface="Georgia Pro"/>
              </a:rPr>
              <a:t>Section title; Georgia Pro 36pt, sentence case</a:t>
            </a:r>
            <a:endParaRPr b="0" lang="en-US" sz="3600" strike="noStrike" u="none">
              <a:solidFill>
                <a:schemeClr val="dk1"/>
              </a:solidFill>
              <a:effectLst/>
              <a:uFillTx/>
              <a:latin typeface="Arial"/>
            </a:endParaRPr>
          </a:p>
        </p:txBody>
      </p:sp>
      <p:sp>
        <p:nvSpPr>
          <p:cNvPr id="78" name="PlaceHolder 2"/>
          <p:cNvSpPr>
            <a:spLocks noGrp="1"/>
          </p:cNvSpPr>
          <p:nvPr>
            <p:ph type="body"/>
          </p:nvPr>
        </p:nvSpPr>
        <p:spPr>
          <a:xfrm>
            <a:off x="6020640" y="800280"/>
            <a:ext cx="5257440" cy="5257440"/>
          </a:xfrm>
          <a:prstGeom prst="rect">
            <a:avLst/>
          </a:prstGeom>
          <a:noFill/>
          <a:ln w="0">
            <a:noFill/>
          </a:ln>
        </p:spPr>
        <p:txBody>
          <a:bodyPr lIns="90000" rIns="90000" tIns="45000" bIns="45000" anchor="t">
            <a:noAutofit/>
          </a:bodyPr>
          <a:p>
            <a:pPr indent="0" algn="ctr" defTabSz="914400">
              <a:lnSpc>
                <a:spcPct val="100000"/>
              </a:lnSpc>
              <a:buNone/>
            </a:pPr>
            <a:br>
              <a:rPr sz="1400"/>
            </a:br>
            <a:r>
              <a:rPr b="0" lang="en-US" sz="1400" strike="noStrike" u="none">
                <a:solidFill>
                  <a:schemeClr val="dk1"/>
                </a:solidFill>
                <a:effectLst/>
                <a:uFillTx/>
                <a:latin typeface="Arial"/>
              </a:rPr>
              <a:t>Photography should be inserted into this placeholder with unchanged dimensions (5.75” H x 5.75” W). </a:t>
            </a:r>
            <a:br>
              <a:rPr sz="1400"/>
            </a:br>
            <a:br>
              <a:rPr sz="1400"/>
            </a:br>
            <a:r>
              <a:rPr b="0" lang="en-US" sz="1400" strike="noStrike" u="none">
                <a:solidFill>
                  <a:schemeClr val="dk1"/>
                </a:solidFill>
                <a:effectLst/>
                <a:uFillTx/>
                <a:latin typeface="Arial"/>
              </a:rPr>
              <a:t>To access brand approved photography, visit: brand.optum.com/content/photography-new.</a:t>
            </a:r>
            <a:br>
              <a:rPr sz="1400"/>
            </a:br>
            <a:br>
              <a:rPr sz="1400"/>
            </a:br>
            <a:br>
              <a:rPr sz="1400"/>
            </a:br>
            <a:r>
              <a:rPr b="0" lang="en-US" sz="1400" strike="noStrike" u="none">
                <a:solidFill>
                  <a:schemeClr val="dk1"/>
                </a:solidFill>
                <a:effectLst/>
                <a:uFillTx/>
                <a:latin typeface="Arial"/>
              </a:rPr>
              <a:t>DO NOT use Copilot inserted imagery.</a:t>
            </a:r>
            <a:endParaRPr b="0" lang="en-US" sz="1400" strike="noStrike" u="none">
              <a:solidFill>
                <a:schemeClr val="dk1"/>
              </a:solidFill>
              <a:effectLst/>
              <a:uFillTx/>
              <a:latin typeface="Arial"/>
            </a:endParaRPr>
          </a:p>
          <a:p>
            <a:pPr indent="0" algn="ctr" defTabSz="914400">
              <a:lnSpc>
                <a:spcPct val="100000"/>
              </a:lnSpc>
              <a:buNone/>
            </a:pPr>
            <a:endParaRPr b="0" lang="en-US" sz="1400" strike="noStrike" u="none">
              <a:solidFill>
                <a:schemeClr val="dk1"/>
              </a:solidFill>
              <a:effectLst/>
              <a:uFillTx/>
              <a:latin typeface="Arial"/>
            </a:endParaRPr>
          </a:p>
          <a:p>
            <a:pPr indent="0" algn="ctr" defTabSz="914400">
              <a:lnSpc>
                <a:spcPct val="100000"/>
              </a:lnSpc>
              <a:buNone/>
            </a:pPr>
            <a:endParaRPr b="0" lang="en-US" sz="1400" strike="noStrike" u="none">
              <a:solidFill>
                <a:schemeClr val="dk1"/>
              </a:solidFill>
              <a:effectLst/>
              <a:uFillTx/>
              <a:latin typeface="Arial"/>
            </a:endParaRPr>
          </a:p>
        </p:txBody>
      </p:sp>
      <p:pic>
        <p:nvPicPr>
          <p:cNvPr id="79"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560" cy="223560"/>
          </a:xfrm>
          <a:prstGeom prst="rect">
            <a:avLst/>
          </a:prstGeom>
          <a:noFill/>
          <a:ln w="0">
            <a:noFill/>
          </a:ln>
        </p:spPr>
      </p:pic>
      <p:sp>
        <p:nvSpPr>
          <p:cNvPr id="80" name="PlaceHolder 3"/>
          <p:cNvSpPr>
            <a:spLocks noGrp="1"/>
          </p:cNvSpPr>
          <p:nvPr>
            <p:ph type="dt" idx="16"/>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81" name="PlaceHolder 4"/>
          <p:cNvSpPr>
            <a:spLocks noGrp="1"/>
          </p:cNvSpPr>
          <p:nvPr>
            <p:ph type="ftr" idx="17"/>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82" name="PlaceHolder 5"/>
          <p:cNvSpPr>
            <a:spLocks noGrp="1"/>
          </p:cNvSpPr>
          <p:nvPr>
            <p:ph type="sldNum" idx="18"/>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B3239DFF-603C-47E3-9C84-942E0A12F1E3}"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09">
    <p:bg>
      <p:bgPr>
        <a:solidFill>
          <a:schemeClr val="lt2"/>
        </a:solidFill>
      </p:bgPr>
    </p:bg>
    <p:spTree>
      <p:nvGrpSpPr>
        <p:cNvPr id="1" name=""/>
        <p:cNvGrpSpPr/>
        <p:nvPr/>
      </p:nvGrpSpPr>
      <p:grpSpPr>
        <a:xfrm>
          <a:off x="0" y="0"/>
          <a:ext cx="0" cy="0"/>
          <a:chOff x="0" y="0"/>
          <a:chExt cx="0" cy="0"/>
        </a:xfrm>
      </p:grpSpPr>
      <p:pic>
        <p:nvPicPr>
          <p:cNvPr id="83"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84"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E0A24890-1A3D-4881-9F15-BA34EAAF7CD7}"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85"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86" name="Dynamic O">
            <a:extLst>
              <a:ext uri="{C183D7F6-B498-43B3-948B-1728B52AA6E4}">
                <adec:decorative xmlns:adec="http://schemas.microsoft.com/office/drawing/2017/decorative" val="1"/>
              </a:ext>
            </a:extLst>
          </p:cNvPr>
          <p:cNvSpPr/>
          <p:nvPr/>
        </p:nvSpPr>
        <p:spPr>
          <a:xfrm>
            <a:off x="0" y="0"/>
            <a:ext cx="1930320" cy="2001240"/>
          </a:xfrm>
          <a:custGeom>
            <a:avLst/>
            <a:gdLst>
              <a:gd name="textAreaLeft" fmla="*/ 0 w 1930320"/>
              <a:gd name="textAreaRight" fmla="*/ 1930680 w 1930320"/>
              <a:gd name="textAreaTop" fmla="*/ 0 h 2001240"/>
              <a:gd name="textAreaBottom" fmla="*/ 2001600 h 2001240"/>
              <a:gd name="GluePoint1X" fmla="*/ 997352 w 1930778"/>
              <a:gd name="GluePoint1Y" fmla="*/ 0 h 2001453"/>
              <a:gd name="GluePoint2X" fmla="*/ 1926502 w 1930778"/>
              <a:gd name="GluePoint2Y" fmla="*/ 0 h 2001453"/>
              <a:gd name="GluePoint3X" fmla="*/ 1930778 w 1930778"/>
              <a:gd name="GluePoint3Y" fmla="*/ 84635 h 2001453"/>
              <a:gd name="GluePoint4X" fmla="*/ 13954 w 1930778"/>
              <a:gd name="GluePoint4Y" fmla="*/ 2001453 h 2001453"/>
              <a:gd name="GluePoint5X" fmla="*/ 0 w 1930778"/>
              <a:gd name="GluePoint5Y" fmla="*/ 2000748 h 2001453"/>
              <a:gd name="GluePoint6X" fmla="*/ 0 w 1930778"/>
              <a:gd name="GluePoint6Y" fmla="*/ 1071597 h 2001453"/>
              <a:gd name="GluePoint7X" fmla="*/ 13954 w 1930778"/>
              <a:gd name="GluePoint7Y" fmla="*/ 1072301 h 2001453"/>
              <a:gd name="GluePoint8X" fmla="*/ 1001623 w 1930778"/>
              <a:gd name="GluePoint8Y" fmla="*/ 84635 h 200145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930778" h="2001453">
                <a:moveTo>
                  <a:pt x="997352" y="0"/>
                </a:moveTo>
                <a:lnTo>
                  <a:pt x="1926502" y="0"/>
                </a:lnTo>
                <a:lnTo>
                  <a:pt x="1930778" y="84635"/>
                </a:lnTo>
                <a:cubicBezTo>
                  <a:pt x="1930778" y="1143032"/>
                  <a:pt x="1072355" y="2001453"/>
                  <a:pt x="13954" y="2001453"/>
                </a:cubicBezTo>
                <a:lnTo>
                  <a:pt x="0" y="2000748"/>
                </a:lnTo>
                <a:lnTo>
                  <a:pt x="0" y="1071597"/>
                </a:lnTo>
                <a:lnTo>
                  <a:pt x="13954" y="1072301"/>
                </a:lnTo>
                <a:cubicBezTo>
                  <a:pt x="559873" y="1072301"/>
                  <a:pt x="1001623" y="629909"/>
                  <a:pt x="1001623" y="84635"/>
                </a:cubicBezTo>
                <a:close/>
              </a:path>
            </a:pathLst>
          </a:custGeom>
          <a:solidFill>
            <a:schemeClr val="tx2"/>
          </a:solidFill>
          <a:ln w="3207">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rial"/>
            </a:endParaRPr>
          </a:p>
        </p:txBody>
      </p:sp>
      <p:sp>
        <p:nvSpPr>
          <p:cNvPr id="87" name="PlaceHolder 1"/>
          <p:cNvSpPr>
            <a:spLocks noGrp="1"/>
          </p:cNvSpPr>
          <p:nvPr>
            <p:ph type="title"/>
          </p:nvPr>
        </p:nvSpPr>
        <p:spPr>
          <a:xfrm>
            <a:off x="6865920" y="2397240"/>
            <a:ext cx="4114440" cy="1495440"/>
          </a:xfrm>
          <a:prstGeom prst="rect">
            <a:avLst/>
          </a:prstGeom>
          <a:noFill/>
          <a:ln w="0">
            <a:noFill/>
          </a:ln>
        </p:spPr>
        <p:txBody>
          <a:bodyPr lIns="0" rIns="0" tIns="0" bIns="0" anchor="ctr">
            <a:noAutofit/>
          </a:bodyPr>
          <a:p>
            <a:pPr indent="0" defTabSz="914400">
              <a:lnSpc>
                <a:spcPct val="90000"/>
              </a:lnSpc>
              <a:buNone/>
            </a:pPr>
            <a:r>
              <a:rPr b="0" lang="en-US" sz="3600" strike="noStrike" u="none">
                <a:solidFill>
                  <a:schemeClr val="dk1"/>
                </a:solidFill>
                <a:effectLst/>
                <a:uFillTx/>
                <a:latin typeface="Georgia Pro"/>
              </a:rPr>
              <a:t>Section title; Georgia Pro 36pt, sentence case</a:t>
            </a:r>
            <a:endParaRPr b="0" lang="en-US" sz="3600" strike="noStrike" u="none">
              <a:solidFill>
                <a:schemeClr val="dk1"/>
              </a:solidFill>
              <a:effectLst/>
              <a:uFillTx/>
              <a:latin typeface="Arial"/>
            </a:endParaRPr>
          </a:p>
        </p:txBody>
      </p:sp>
      <p:sp>
        <p:nvSpPr>
          <p:cNvPr id="88" name="PlaceHolder 2"/>
          <p:cNvSpPr>
            <a:spLocks noGrp="1"/>
          </p:cNvSpPr>
          <p:nvPr>
            <p:ph type="body"/>
          </p:nvPr>
        </p:nvSpPr>
        <p:spPr>
          <a:xfrm>
            <a:off x="906120" y="800280"/>
            <a:ext cx="5257440" cy="5257440"/>
          </a:xfrm>
          <a:prstGeom prst="rect">
            <a:avLst/>
          </a:prstGeom>
          <a:noFill/>
          <a:ln w="0">
            <a:noFill/>
          </a:ln>
        </p:spPr>
        <p:txBody>
          <a:bodyPr lIns="0" rIns="0" tIns="45000" bIns="45000" anchor="t">
            <a:noAutofit/>
          </a:bodyPr>
          <a:p>
            <a:pPr indent="0" algn="ctr" defTabSz="914400">
              <a:lnSpc>
                <a:spcPct val="100000"/>
              </a:lnSpc>
              <a:buNone/>
            </a:pPr>
            <a:br>
              <a:rPr sz="1400"/>
            </a:br>
            <a:br>
              <a:rPr sz="1400"/>
            </a:br>
            <a:br>
              <a:rPr sz="1400"/>
            </a:br>
            <a:r>
              <a:rPr b="0" lang="en-US" sz="1400" strike="noStrike" u="none">
                <a:solidFill>
                  <a:schemeClr val="dk1"/>
                </a:solidFill>
                <a:effectLst/>
                <a:uFillTx/>
                <a:latin typeface="Arial"/>
              </a:rPr>
              <a:t>Photography should be inserted into this placeholder with unchanged dimensions (5.75” H x 5.75” W). </a:t>
            </a:r>
            <a:br>
              <a:rPr sz="1400"/>
            </a:br>
            <a:br>
              <a:rPr sz="1400"/>
            </a:br>
            <a:r>
              <a:rPr b="0" lang="en-US" sz="1400" strike="noStrike" u="none">
                <a:solidFill>
                  <a:schemeClr val="dk1"/>
                </a:solidFill>
                <a:effectLst/>
                <a:uFillTx/>
                <a:latin typeface="Arial"/>
              </a:rPr>
              <a:t>To access brand approved photography, visit: brand.optum.com/content/photography-new.</a:t>
            </a:r>
            <a:br>
              <a:rPr sz="1400"/>
            </a:br>
            <a:br>
              <a:rPr sz="1400"/>
            </a:br>
            <a:br>
              <a:rPr sz="1400"/>
            </a:br>
            <a:br>
              <a:rPr sz="1400"/>
            </a:br>
            <a:r>
              <a:rPr b="0" lang="en-US" sz="1400" strike="noStrike" u="none">
                <a:solidFill>
                  <a:schemeClr val="dk1"/>
                </a:solidFill>
                <a:effectLst/>
                <a:uFillTx/>
                <a:latin typeface="Arial"/>
              </a:rPr>
              <a:t>DO NOT use Copilot inserted imagery.</a:t>
            </a:r>
            <a:endParaRPr b="0" lang="en-US" sz="1400" strike="noStrike" u="none">
              <a:solidFill>
                <a:schemeClr val="dk1"/>
              </a:solidFill>
              <a:effectLst/>
              <a:uFillTx/>
              <a:latin typeface="Arial"/>
            </a:endParaRPr>
          </a:p>
          <a:p>
            <a:pPr indent="0" algn="ctr" defTabSz="914400">
              <a:lnSpc>
                <a:spcPct val="100000"/>
              </a:lnSpc>
              <a:buNone/>
            </a:pPr>
            <a:endParaRPr b="0" lang="en-US" sz="1400" strike="noStrike" u="none">
              <a:solidFill>
                <a:schemeClr val="dk1"/>
              </a:solidFill>
              <a:effectLst/>
              <a:uFillTx/>
              <a:latin typeface="Arial"/>
            </a:endParaRPr>
          </a:p>
          <a:p>
            <a:pPr indent="0" algn="ctr" defTabSz="914400">
              <a:lnSpc>
                <a:spcPct val="100000"/>
              </a:lnSpc>
              <a:buNone/>
            </a:pPr>
            <a:endParaRPr b="0" lang="en-US" sz="1400" strike="noStrike" u="none">
              <a:solidFill>
                <a:schemeClr val="dk1"/>
              </a:solidFill>
              <a:effectLst/>
              <a:uFillTx/>
              <a:latin typeface="Arial"/>
            </a:endParaRPr>
          </a:p>
        </p:txBody>
      </p:sp>
      <p:pic>
        <p:nvPicPr>
          <p:cNvPr id="89"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560" cy="223560"/>
          </a:xfrm>
          <a:prstGeom prst="rect">
            <a:avLst/>
          </a:prstGeom>
          <a:noFill/>
          <a:ln w="0">
            <a:noFill/>
          </a:ln>
        </p:spPr>
      </p:pic>
      <p:sp>
        <p:nvSpPr>
          <p:cNvPr id="90" name="PlaceHolder 3"/>
          <p:cNvSpPr>
            <a:spLocks noGrp="1"/>
          </p:cNvSpPr>
          <p:nvPr>
            <p:ph type="dt" idx="19"/>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91" name="PlaceHolder 4"/>
          <p:cNvSpPr>
            <a:spLocks noGrp="1"/>
          </p:cNvSpPr>
          <p:nvPr>
            <p:ph type="ftr" idx="20"/>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92" name="PlaceHolder 5"/>
          <p:cNvSpPr>
            <a:spLocks noGrp="1"/>
          </p:cNvSpPr>
          <p:nvPr>
            <p:ph type="sldNum" idx="21"/>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13219727-FBFA-4EF0-B932-8462FA415947}"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10">
    <p:bg>
      <p:bgPr>
        <a:solidFill>
          <a:schemeClr val="lt2"/>
        </a:solidFill>
      </p:bgPr>
    </p:bg>
    <p:spTree>
      <p:nvGrpSpPr>
        <p:cNvPr id="1" name=""/>
        <p:cNvGrpSpPr/>
        <p:nvPr/>
      </p:nvGrpSpPr>
      <p:grpSpPr>
        <a:xfrm>
          <a:off x="0" y="0"/>
          <a:ext cx="0" cy="0"/>
          <a:chOff x="0" y="0"/>
          <a:chExt cx="0" cy="0"/>
        </a:xfrm>
      </p:grpSpPr>
      <p:pic>
        <p:nvPicPr>
          <p:cNvPr id="93"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94"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E7D58B6D-4EA1-4989-9532-FE0E0A502622}"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95"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96" name="Dynamic O">
            <a:extLst>
              <a:ext uri="{C183D7F6-B498-43B3-948B-1728B52AA6E4}">
                <adec:decorative xmlns:adec="http://schemas.microsoft.com/office/drawing/2017/decorative" val="1"/>
              </a:ext>
            </a:extLst>
          </p:cNvPr>
          <p:cNvSpPr/>
          <p:nvPr/>
        </p:nvSpPr>
        <p:spPr>
          <a:xfrm>
            <a:off x="9839160" y="4542120"/>
            <a:ext cx="2352240" cy="2315520"/>
          </a:xfrm>
          <a:custGeom>
            <a:avLst/>
            <a:gdLst>
              <a:gd name="textAreaLeft" fmla="*/ 0 w 2352240"/>
              <a:gd name="textAreaRight" fmla="*/ 2352600 w 2352240"/>
              <a:gd name="textAreaTop" fmla="*/ 0 h 2315520"/>
              <a:gd name="textAreaBottom" fmla="*/ 2315880 h 2315520"/>
              <a:gd name="GluePoint1X" fmla="*/ 1920302 w 2352714"/>
              <a:gd name="GluePoint1Y" fmla="*/ 0 h 2315782"/>
              <a:gd name="GluePoint2X" fmla="*/ 2307243 w 2352714"/>
              <a:gd name="GluePoint2Y" fmla="*/ 39023 h 2315782"/>
              <a:gd name="GluePoint3X" fmla="*/ 2352714 w 2352714"/>
              <a:gd name="GluePoint3Y" fmla="*/ 50719 h 2315782"/>
              <a:gd name="GluePoint4X" fmla="*/ 2352714 w 2352714"/>
              <a:gd name="GluePoint4Y" fmla="*/ 1031302 h 2315782"/>
              <a:gd name="GluePoint5X" fmla="*/ 2305633 w 2352714"/>
              <a:gd name="GluePoint5Y" fmla="*/ 1008617 h 2315782"/>
              <a:gd name="GluePoint6X" fmla="*/ 1920302 w 2352714"/>
              <a:gd name="GluePoint6Y" fmla="*/ 930833 h 2315782"/>
              <a:gd name="GluePoint7X" fmla="*/ 930841 w 2352714"/>
              <a:gd name="GluePoint7Y" fmla="*/ 1920285 h 2315782"/>
              <a:gd name="GluePoint8X" fmla="*/ 1008626 w 2352714"/>
              <a:gd name="GluePoint8Y" fmla="*/ 2305613 h 2315782"/>
              <a:gd name="GluePoint9X" fmla="*/ 1013526 w 2352714"/>
              <a:gd name="GluePoint9Y" fmla="*/ 2315782 h 2315782"/>
              <a:gd name="GluePoint10X" fmla="*/ 41225 w 2352714"/>
              <a:gd name="GluePoint10Y" fmla="*/ 2315782 h 2315782"/>
              <a:gd name="GluePoint11X" fmla="*/ 39023 w 2352714"/>
              <a:gd name="GluePoint11Y" fmla="*/ 2307223 h 2315782"/>
              <a:gd name="GluePoint12X" fmla="*/ 0 w 2352714"/>
              <a:gd name="GluePoint12Y" fmla="*/ 1920285 h 2315782"/>
              <a:gd name="GluePoint13X" fmla="*/ 1920302 w 2352714"/>
              <a:gd name="GluePoint13Y" fmla="*/ 0 h 231578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2352714" h="2315782">
                <a:moveTo>
                  <a:pt x="1920302" y="0"/>
                </a:moveTo>
                <a:cubicBezTo>
                  <a:pt x="2052842" y="0"/>
                  <a:pt x="2182252" y="13437"/>
                  <a:pt x="2307243" y="39023"/>
                </a:cubicBezTo>
                <a:lnTo>
                  <a:pt x="2352714" y="50719"/>
                </a:lnTo>
                <a:lnTo>
                  <a:pt x="2352714" y="1031302"/>
                </a:lnTo>
                <a:lnTo>
                  <a:pt x="2305633" y="1008617"/>
                </a:lnTo>
                <a:cubicBezTo>
                  <a:pt x="2187234" y="958533"/>
                  <a:pt x="2057029" y="930833"/>
                  <a:pt x="1920302" y="930833"/>
                </a:cubicBezTo>
                <a:cubicBezTo>
                  <a:pt x="1373393" y="930833"/>
                  <a:pt x="930841" y="1373381"/>
                  <a:pt x="930841" y="1920285"/>
                </a:cubicBezTo>
                <a:cubicBezTo>
                  <a:pt x="930841" y="2057011"/>
                  <a:pt x="958541" y="2187215"/>
                  <a:pt x="1008626" y="2305613"/>
                </a:cubicBezTo>
                <a:lnTo>
                  <a:pt x="1013526" y="2315782"/>
                </a:lnTo>
                <a:lnTo>
                  <a:pt x="41225" y="2315782"/>
                </a:lnTo>
                <a:lnTo>
                  <a:pt x="39023" y="2307223"/>
                </a:lnTo>
                <a:cubicBezTo>
                  <a:pt x="13437" y="2182233"/>
                  <a:pt x="0" y="2052824"/>
                  <a:pt x="0" y="1920285"/>
                </a:cubicBezTo>
                <a:cubicBezTo>
                  <a:pt x="0" y="859973"/>
                  <a:pt x="859981" y="0"/>
                  <a:pt x="1920302" y="0"/>
                </a:cubicBezTo>
                <a:close/>
              </a:path>
            </a:pathLst>
          </a:custGeom>
          <a:solidFill>
            <a:schemeClr val="tx2"/>
          </a:solidFill>
          <a:ln w="3921">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rial"/>
            </a:endParaRPr>
          </a:p>
        </p:txBody>
      </p:sp>
      <p:sp>
        <p:nvSpPr>
          <p:cNvPr id="97" name="PlaceHolder 1"/>
          <p:cNvSpPr>
            <a:spLocks noGrp="1"/>
          </p:cNvSpPr>
          <p:nvPr>
            <p:ph type="title"/>
          </p:nvPr>
        </p:nvSpPr>
        <p:spPr>
          <a:xfrm>
            <a:off x="6865920" y="2397240"/>
            <a:ext cx="4114440" cy="1495440"/>
          </a:xfrm>
          <a:prstGeom prst="rect">
            <a:avLst/>
          </a:prstGeom>
          <a:noFill/>
          <a:ln w="0">
            <a:noFill/>
          </a:ln>
        </p:spPr>
        <p:txBody>
          <a:bodyPr lIns="0" rIns="0" tIns="0" bIns="0" anchor="ctr">
            <a:noAutofit/>
          </a:bodyPr>
          <a:p>
            <a:pPr indent="0" defTabSz="914400">
              <a:lnSpc>
                <a:spcPct val="90000"/>
              </a:lnSpc>
              <a:buNone/>
            </a:pPr>
            <a:r>
              <a:rPr b="0" lang="en-US" sz="3600" strike="noStrike" u="none">
                <a:solidFill>
                  <a:schemeClr val="dk1"/>
                </a:solidFill>
                <a:effectLst/>
                <a:uFillTx/>
                <a:latin typeface="Georgia Pro"/>
              </a:rPr>
              <a:t>Section title; Georgia Pro 36pt, sentence case</a:t>
            </a:r>
            <a:endParaRPr b="0" lang="en-US" sz="3600" strike="noStrike" u="none">
              <a:solidFill>
                <a:schemeClr val="dk1"/>
              </a:solidFill>
              <a:effectLst/>
              <a:uFillTx/>
              <a:latin typeface="Arial"/>
            </a:endParaRPr>
          </a:p>
        </p:txBody>
      </p:sp>
      <p:sp>
        <p:nvSpPr>
          <p:cNvPr id="98" name="PlaceHolder 2"/>
          <p:cNvSpPr>
            <a:spLocks noGrp="1"/>
          </p:cNvSpPr>
          <p:nvPr>
            <p:ph type="body"/>
          </p:nvPr>
        </p:nvSpPr>
        <p:spPr>
          <a:xfrm>
            <a:off x="906120" y="800280"/>
            <a:ext cx="5257440" cy="5257440"/>
          </a:xfrm>
          <a:prstGeom prst="rect">
            <a:avLst/>
          </a:prstGeom>
          <a:noFill/>
          <a:ln w="0">
            <a:noFill/>
          </a:ln>
        </p:spPr>
        <p:txBody>
          <a:bodyPr lIns="90000" rIns="90000" tIns="45000" bIns="45000" anchor="t">
            <a:noAutofit/>
          </a:bodyPr>
          <a:p>
            <a:pPr indent="0" algn="ctr" defTabSz="914400">
              <a:lnSpc>
                <a:spcPct val="100000"/>
              </a:lnSpc>
              <a:buNone/>
            </a:pPr>
            <a:br>
              <a:rPr sz="1400"/>
            </a:br>
            <a:r>
              <a:rPr b="0" lang="en-US" sz="1400" strike="noStrike" u="none">
                <a:solidFill>
                  <a:schemeClr val="dk1"/>
                </a:solidFill>
                <a:effectLst/>
                <a:uFillTx/>
                <a:latin typeface="Arial"/>
              </a:rPr>
              <a:t>Photography should be inserted into this placeholder with unchanged dimensions (5.75” H x 5.75” W). </a:t>
            </a:r>
            <a:br>
              <a:rPr sz="1400"/>
            </a:br>
            <a:br>
              <a:rPr sz="1400"/>
            </a:br>
            <a:r>
              <a:rPr b="0" lang="en-US" sz="1400" strike="noStrike" u="none">
                <a:solidFill>
                  <a:schemeClr val="dk1"/>
                </a:solidFill>
                <a:effectLst/>
                <a:uFillTx/>
                <a:latin typeface="Arial"/>
              </a:rPr>
              <a:t>To access brand approved photography, visit: brand.optum.com/content/photography-new.</a:t>
            </a:r>
            <a:br>
              <a:rPr sz="1400"/>
            </a:br>
            <a:br>
              <a:rPr sz="1400"/>
            </a:br>
            <a:br>
              <a:rPr sz="1400"/>
            </a:br>
            <a:r>
              <a:rPr b="0" lang="en-US" sz="1400" strike="noStrike" u="none">
                <a:solidFill>
                  <a:schemeClr val="dk1"/>
                </a:solidFill>
                <a:effectLst/>
                <a:uFillTx/>
                <a:latin typeface="Arial"/>
              </a:rPr>
              <a:t>DO NOT use Copilot inserted imagery.</a:t>
            </a:r>
            <a:endParaRPr b="0" lang="en-US" sz="1400" strike="noStrike" u="none">
              <a:solidFill>
                <a:schemeClr val="dk1"/>
              </a:solidFill>
              <a:effectLst/>
              <a:uFillTx/>
              <a:latin typeface="Arial"/>
            </a:endParaRPr>
          </a:p>
          <a:p>
            <a:pPr indent="0" algn="ctr" defTabSz="914400">
              <a:lnSpc>
                <a:spcPct val="100000"/>
              </a:lnSpc>
              <a:buNone/>
            </a:pPr>
            <a:endParaRPr b="0" lang="en-US" sz="1400" strike="noStrike" u="none">
              <a:solidFill>
                <a:schemeClr val="dk1"/>
              </a:solidFill>
              <a:effectLst/>
              <a:uFillTx/>
              <a:latin typeface="Arial"/>
            </a:endParaRPr>
          </a:p>
          <a:p>
            <a:pPr indent="0" algn="ctr" defTabSz="914400">
              <a:lnSpc>
                <a:spcPct val="100000"/>
              </a:lnSpc>
              <a:buNone/>
            </a:pPr>
            <a:endParaRPr b="0" lang="en-US" sz="1400" strike="noStrike" u="none">
              <a:solidFill>
                <a:schemeClr val="dk1"/>
              </a:solidFill>
              <a:effectLst/>
              <a:uFillTx/>
              <a:latin typeface="Arial"/>
            </a:endParaRPr>
          </a:p>
        </p:txBody>
      </p:sp>
      <p:pic>
        <p:nvPicPr>
          <p:cNvPr id="99"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560" cy="223560"/>
          </a:xfrm>
          <a:prstGeom prst="rect">
            <a:avLst/>
          </a:prstGeom>
          <a:noFill/>
          <a:ln w="0">
            <a:noFill/>
          </a:ln>
        </p:spPr>
      </p:pic>
      <p:sp>
        <p:nvSpPr>
          <p:cNvPr id="100" name="PlaceHolder 3"/>
          <p:cNvSpPr>
            <a:spLocks noGrp="1"/>
          </p:cNvSpPr>
          <p:nvPr>
            <p:ph type="dt" idx="22"/>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101" name="PlaceHolder 4"/>
          <p:cNvSpPr>
            <a:spLocks noGrp="1"/>
          </p:cNvSpPr>
          <p:nvPr>
            <p:ph type="ftr" idx="23"/>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102" name="PlaceHolder 5"/>
          <p:cNvSpPr>
            <a:spLocks noGrp="1"/>
          </p:cNvSpPr>
          <p:nvPr>
            <p:ph type="sldNum" idx="24"/>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9DDA97FE-F0AE-40CA-BDE4-7722B45F8E00}"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11">
    <p:bg>
      <p:bgPr>
        <a:solidFill>
          <a:schemeClr val="lt2"/>
        </a:solidFill>
      </p:bgPr>
    </p:bg>
    <p:spTree>
      <p:nvGrpSpPr>
        <p:cNvPr id="1" name=""/>
        <p:cNvGrpSpPr/>
        <p:nvPr/>
      </p:nvGrpSpPr>
      <p:grpSpPr>
        <a:xfrm>
          <a:off x="0" y="0"/>
          <a:ext cx="0" cy="0"/>
          <a:chOff x="0" y="0"/>
          <a:chExt cx="0" cy="0"/>
        </a:xfrm>
      </p:grpSpPr>
      <p:pic>
        <p:nvPicPr>
          <p:cNvPr id="103"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104"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9B16CC10-9AA2-423A-8E7D-FCB07D5D9A2B}"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105"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106" name="Dynamic O">
            <a:extLst>
              <a:ext uri="{C183D7F6-B498-43B3-948B-1728B52AA6E4}">
                <adec:decorative xmlns:adec="http://schemas.microsoft.com/office/drawing/2017/decorative" val="1"/>
              </a:ext>
            </a:extLst>
          </p:cNvPr>
          <p:cNvSpPr/>
          <p:nvPr/>
        </p:nvSpPr>
        <p:spPr>
          <a:xfrm>
            <a:off x="9473040" y="0"/>
            <a:ext cx="2718360" cy="6857640"/>
          </a:xfrm>
          <a:custGeom>
            <a:avLst/>
            <a:gdLst>
              <a:gd name="textAreaLeft" fmla="*/ 0 w 2718360"/>
              <a:gd name="textAreaRight" fmla="*/ 2718720 w 2718360"/>
              <a:gd name="textAreaTop" fmla="*/ 0 h 6857640"/>
              <a:gd name="textAreaBottom" fmla="*/ 6858000 h 6857640"/>
              <a:gd name="GluePoint1X" fmla="*/ 2069828 w 2718859"/>
              <a:gd name="GluePoint1Y" fmla="*/ 0 h 6858000"/>
              <a:gd name="GluePoint2X" fmla="*/ 2718859 w 2718859"/>
              <a:gd name="GluePoint2Y" fmla="*/ 0 h 6858000"/>
              <a:gd name="GluePoint3X" fmla="*/ 2718859 w 2718859"/>
              <a:gd name="GluePoint3Y" fmla="*/ 1762101 h 6858000"/>
              <a:gd name="GluePoint4X" fmla="*/ 2718398 w 2718859"/>
              <a:gd name="GluePoint4Y" fmla="*/ 1762381 h 6858000"/>
              <a:gd name="GluePoint5X" fmla="*/ 1851208 w 2718859"/>
              <a:gd name="GluePoint5Y" fmla="*/ 3394335 h 6858000"/>
              <a:gd name="GluePoint6X" fmla="*/ 2567465 w 2718859"/>
              <a:gd name="GluePoint6Y" fmla="*/ 4913063 h 6858000"/>
              <a:gd name="GluePoint7X" fmla="*/ 2718859 w 2718859"/>
              <a:gd name="GluePoint7Y" fmla="*/ 5026214 h 6858000"/>
              <a:gd name="GluePoint8X" fmla="*/ 2718859 w 2718859"/>
              <a:gd name="GluePoint8Y" fmla="*/ 6858000 h 6858000"/>
              <a:gd name="GluePoint9X" fmla="*/ 2210701 w 2718859"/>
              <a:gd name="GluePoint9Y" fmla="*/ 6858000 h 6858000"/>
              <a:gd name="GluePoint10X" fmla="*/ 2163505 w 2718859"/>
              <a:gd name="GluePoint10Y" fmla="*/ 6836659 h 6858000"/>
              <a:gd name="GluePoint11X" fmla="*/ 0 w 2718859"/>
              <a:gd name="GluePoint11Y" fmla="*/ 3394335 h 6858000"/>
              <a:gd name="GluePoint12X" fmla="*/ 1998841 w 2718859"/>
              <a:gd name="GluePoint12Y" fmla="*/ 36364 h 68580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2718859" h="6858000">
                <a:moveTo>
                  <a:pt x="2069828" y="0"/>
                </a:moveTo>
                <a:lnTo>
                  <a:pt x="2718859" y="0"/>
                </a:lnTo>
                <a:lnTo>
                  <a:pt x="2718859" y="1762101"/>
                </a:lnTo>
                <a:lnTo>
                  <a:pt x="2718398" y="1762381"/>
                </a:lnTo>
                <a:cubicBezTo>
                  <a:pt x="2195007" y="2115826"/>
                  <a:pt x="1851208" y="2714545"/>
                  <a:pt x="1851208" y="3394335"/>
                </a:cubicBezTo>
                <a:cubicBezTo>
                  <a:pt x="1851208" y="4006147"/>
                  <a:pt x="2130090" y="4552291"/>
                  <a:pt x="2567465" y="4913063"/>
                </a:cubicBezTo>
                <a:lnTo>
                  <a:pt x="2718859" y="5026214"/>
                </a:lnTo>
                <a:lnTo>
                  <a:pt x="2718859" y="6858000"/>
                </a:lnTo>
                <a:lnTo>
                  <a:pt x="2210701" y="6858000"/>
                </a:lnTo>
                <a:lnTo>
                  <a:pt x="2163505" y="6836659"/>
                </a:lnTo>
                <a:cubicBezTo>
                  <a:pt x="883536" y="6219781"/>
                  <a:pt x="0" y="4909972"/>
                  <a:pt x="0" y="3394335"/>
                </a:cubicBezTo>
                <a:cubicBezTo>
                  <a:pt x="0" y="1944596"/>
                  <a:pt x="808377" y="683176"/>
                  <a:pt x="1998841" y="36364"/>
                </a:cubicBezTo>
                <a:close/>
              </a:path>
            </a:pathLst>
          </a:custGeom>
          <a:solidFill>
            <a:schemeClr val="tx2"/>
          </a:solidFill>
          <a:ln w="12811">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rial"/>
            </a:endParaRPr>
          </a:p>
        </p:txBody>
      </p:sp>
      <p:sp>
        <p:nvSpPr>
          <p:cNvPr id="107" name="PlaceHolder 1"/>
          <p:cNvSpPr>
            <a:spLocks noGrp="1"/>
          </p:cNvSpPr>
          <p:nvPr>
            <p:ph type="title"/>
          </p:nvPr>
        </p:nvSpPr>
        <p:spPr>
          <a:xfrm>
            <a:off x="465840" y="2418120"/>
            <a:ext cx="5630040" cy="1218600"/>
          </a:xfrm>
          <a:prstGeom prst="rect">
            <a:avLst/>
          </a:prstGeom>
          <a:noFill/>
          <a:ln w="0">
            <a:noFill/>
          </a:ln>
        </p:spPr>
        <p:txBody>
          <a:bodyPr lIns="0" rIns="0" tIns="0" bIns="0" anchor="ctr">
            <a:noAutofit/>
          </a:bodyPr>
          <a:p>
            <a:pPr indent="0" defTabSz="914400">
              <a:lnSpc>
                <a:spcPct val="90000"/>
              </a:lnSpc>
              <a:buNone/>
            </a:pPr>
            <a:r>
              <a:rPr b="0" lang="en-US" sz="4400" strike="noStrike" u="none">
                <a:solidFill>
                  <a:schemeClr val="dk1"/>
                </a:solidFill>
                <a:effectLst/>
                <a:uFillTx/>
                <a:latin typeface="Georgia Pro"/>
              </a:rPr>
              <a:t>Section title; Georgia Pro 44pt, sent. case</a:t>
            </a:r>
            <a:endParaRPr b="0" lang="en-US" sz="4400" strike="noStrike" u="none">
              <a:solidFill>
                <a:schemeClr val="dk1"/>
              </a:solidFill>
              <a:effectLst/>
              <a:uFillTx/>
              <a:latin typeface="Arial"/>
            </a:endParaRPr>
          </a:p>
        </p:txBody>
      </p:sp>
      <p:pic>
        <p:nvPicPr>
          <p:cNvPr id="108"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560" cy="223560"/>
          </a:xfrm>
          <a:prstGeom prst="rect">
            <a:avLst/>
          </a:prstGeom>
          <a:noFill/>
          <a:ln w="0">
            <a:noFill/>
          </a:ln>
        </p:spPr>
      </p:pic>
      <p:sp>
        <p:nvSpPr>
          <p:cNvPr id="109" name="PlaceHolder 2"/>
          <p:cNvSpPr>
            <a:spLocks noGrp="1"/>
          </p:cNvSpPr>
          <p:nvPr>
            <p:ph type="dt" idx="25"/>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110" name="PlaceHolder 3"/>
          <p:cNvSpPr>
            <a:spLocks noGrp="1"/>
          </p:cNvSpPr>
          <p:nvPr>
            <p:ph type="ftr" idx="26"/>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111" name="PlaceHolder 4"/>
          <p:cNvSpPr>
            <a:spLocks noGrp="1"/>
          </p:cNvSpPr>
          <p:nvPr>
            <p:ph type="sldNum" idx="27"/>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F62A2661-FB13-4021-9FC5-B90DEE0B0499}"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
        <p:nvSpPr>
          <p:cNvPr id="112"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600" strike="noStrike" u="none">
                <a:solidFill>
                  <a:schemeClr val="dk1"/>
                </a:solidFill>
                <a:effectLst/>
                <a:uFillTx/>
                <a:latin typeface="Arial"/>
              </a:rPr>
              <a:t>Click to edit the outline text format</a:t>
            </a:r>
            <a:endParaRPr b="0" lang="en-US" sz="1600" strike="noStrike" u="none">
              <a:solidFill>
                <a:schemeClr val="dk1"/>
              </a:solidFill>
              <a:effectLst/>
              <a:uFillTx/>
              <a:latin typeface="Arial"/>
            </a:endParaRPr>
          </a:p>
          <a:p>
            <a:pPr lvl="1" marL="864000" indent="-324000">
              <a:spcBef>
                <a:spcPts val="1134"/>
              </a:spcBef>
              <a:buClr>
                <a:srgbClr val="000000"/>
              </a:buClr>
              <a:buSzPct val="75000"/>
              <a:buFont typeface="Symbol" charset="2"/>
              <a:buChar char=""/>
            </a:pPr>
            <a:r>
              <a:rPr b="0" lang="en-US" sz="1600" strike="noStrike" u="none">
                <a:solidFill>
                  <a:schemeClr val="dk1"/>
                </a:solidFill>
                <a:effectLst/>
                <a:uFillTx/>
                <a:latin typeface="Arial"/>
              </a:rPr>
              <a:t>Second Outline Level</a:t>
            </a:r>
            <a:endParaRPr b="0" lang="en-US" sz="16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US" sz="1600" strike="noStrike" u="none">
                <a:solidFill>
                  <a:schemeClr val="dk1"/>
                </a:solidFill>
                <a:effectLst/>
                <a:uFillTx/>
                <a:latin typeface="Arial"/>
              </a:rPr>
              <a:t>Third Outline Level</a:t>
            </a:r>
            <a:endParaRPr b="0" lang="en-US" sz="16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US" sz="1400" strike="noStrike" u="none">
                <a:solidFill>
                  <a:schemeClr val="dk1"/>
                </a:solidFill>
                <a:effectLst/>
                <a:uFillTx/>
                <a:latin typeface="Arial"/>
              </a:rPr>
              <a:t>Fourth Outline Level</a:t>
            </a:r>
            <a:endParaRPr b="0" lang="en-US" sz="14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chemeClr val="dk1"/>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12">
    <p:bg>
      <p:bgPr>
        <a:solidFill>
          <a:schemeClr val="lt2"/>
        </a:solidFill>
      </p:bgPr>
    </p:bg>
    <p:spTree>
      <p:nvGrpSpPr>
        <p:cNvPr id="1" name=""/>
        <p:cNvGrpSpPr/>
        <p:nvPr/>
      </p:nvGrpSpPr>
      <p:grpSpPr>
        <a:xfrm>
          <a:off x="0" y="0"/>
          <a:ext cx="0" cy="0"/>
          <a:chOff x="0" y="0"/>
          <a:chExt cx="0" cy="0"/>
        </a:xfrm>
      </p:grpSpPr>
      <p:pic>
        <p:nvPicPr>
          <p:cNvPr id="113"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114"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BCD8D04E-644C-40FE-B857-BD4982D59137}"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115"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116" name="Dynamic O">
            <a:extLst>
              <a:ext uri="{C183D7F6-B498-43B3-948B-1728B52AA6E4}">
                <adec:decorative xmlns:adec="http://schemas.microsoft.com/office/drawing/2017/decorative" val="1"/>
              </a:ext>
            </a:extLst>
          </p:cNvPr>
          <p:cNvSpPr/>
          <p:nvPr/>
        </p:nvSpPr>
        <p:spPr>
          <a:xfrm>
            <a:off x="9473040" y="0"/>
            <a:ext cx="2718360" cy="6857640"/>
          </a:xfrm>
          <a:custGeom>
            <a:avLst/>
            <a:gdLst>
              <a:gd name="textAreaLeft" fmla="*/ 0 w 2718360"/>
              <a:gd name="textAreaRight" fmla="*/ 2718720 w 2718360"/>
              <a:gd name="textAreaTop" fmla="*/ 0 h 6857640"/>
              <a:gd name="textAreaBottom" fmla="*/ 6858000 h 6857640"/>
              <a:gd name="GluePoint1X" fmla="*/ 2069828 w 2718859"/>
              <a:gd name="GluePoint1Y" fmla="*/ 0 h 6858000"/>
              <a:gd name="GluePoint2X" fmla="*/ 2718859 w 2718859"/>
              <a:gd name="GluePoint2Y" fmla="*/ 0 h 6858000"/>
              <a:gd name="GluePoint3X" fmla="*/ 2718859 w 2718859"/>
              <a:gd name="GluePoint3Y" fmla="*/ 1762101 h 6858000"/>
              <a:gd name="GluePoint4X" fmla="*/ 2718398 w 2718859"/>
              <a:gd name="GluePoint4Y" fmla="*/ 1762381 h 6858000"/>
              <a:gd name="GluePoint5X" fmla="*/ 1851208 w 2718859"/>
              <a:gd name="GluePoint5Y" fmla="*/ 3394335 h 6858000"/>
              <a:gd name="GluePoint6X" fmla="*/ 2567465 w 2718859"/>
              <a:gd name="GluePoint6Y" fmla="*/ 4913063 h 6858000"/>
              <a:gd name="GluePoint7X" fmla="*/ 2718859 w 2718859"/>
              <a:gd name="GluePoint7Y" fmla="*/ 5026214 h 6858000"/>
              <a:gd name="GluePoint8X" fmla="*/ 2718859 w 2718859"/>
              <a:gd name="GluePoint8Y" fmla="*/ 6858000 h 6858000"/>
              <a:gd name="GluePoint9X" fmla="*/ 2210701 w 2718859"/>
              <a:gd name="GluePoint9Y" fmla="*/ 6858000 h 6858000"/>
              <a:gd name="GluePoint10X" fmla="*/ 2163505 w 2718859"/>
              <a:gd name="GluePoint10Y" fmla="*/ 6836659 h 6858000"/>
              <a:gd name="GluePoint11X" fmla="*/ 0 w 2718859"/>
              <a:gd name="GluePoint11Y" fmla="*/ 3394335 h 6858000"/>
              <a:gd name="GluePoint12X" fmla="*/ 1998841 w 2718859"/>
              <a:gd name="GluePoint12Y" fmla="*/ 36364 h 68580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2718859" h="6858000">
                <a:moveTo>
                  <a:pt x="2069828" y="0"/>
                </a:moveTo>
                <a:lnTo>
                  <a:pt x="2718859" y="0"/>
                </a:lnTo>
                <a:lnTo>
                  <a:pt x="2718859" y="1762101"/>
                </a:lnTo>
                <a:lnTo>
                  <a:pt x="2718398" y="1762381"/>
                </a:lnTo>
                <a:cubicBezTo>
                  <a:pt x="2195007" y="2115826"/>
                  <a:pt x="1851208" y="2714545"/>
                  <a:pt x="1851208" y="3394335"/>
                </a:cubicBezTo>
                <a:cubicBezTo>
                  <a:pt x="1851208" y="4006147"/>
                  <a:pt x="2130090" y="4552291"/>
                  <a:pt x="2567465" y="4913063"/>
                </a:cubicBezTo>
                <a:lnTo>
                  <a:pt x="2718859" y="5026214"/>
                </a:lnTo>
                <a:lnTo>
                  <a:pt x="2718859" y="6858000"/>
                </a:lnTo>
                <a:lnTo>
                  <a:pt x="2210701" y="6858000"/>
                </a:lnTo>
                <a:lnTo>
                  <a:pt x="2163505" y="6836659"/>
                </a:lnTo>
                <a:cubicBezTo>
                  <a:pt x="883536" y="6219781"/>
                  <a:pt x="0" y="4909972"/>
                  <a:pt x="0" y="3394335"/>
                </a:cubicBezTo>
                <a:cubicBezTo>
                  <a:pt x="0" y="1944596"/>
                  <a:pt x="808377" y="683176"/>
                  <a:pt x="1998841" y="36364"/>
                </a:cubicBezTo>
                <a:close/>
              </a:path>
            </a:pathLst>
          </a:custGeom>
          <a:solidFill>
            <a:schemeClr val="tx2"/>
          </a:solidFill>
          <a:ln w="12811">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rial"/>
            </a:endParaRPr>
          </a:p>
        </p:txBody>
      </p:sp>
      <p:sp>
        <p:nvSpPr>
          <p:cNvPr id="117" name="PlaceHolder 1"/>
          <p:cNvSpPr>
            <a:spLocks noGrp="1"/>
          </p:cNvSpPr>
          <p:nvPr>
            <p:ph type="title"/>
          </p:nvPr>
        </p:nvSpPr>
        <p:spPr>
          <a:xfrm>
            <a:off x="465840" y="2418120"/>
            <a:ext cx="5630040" cy="1218600"/>
          </a:xfrm>
          <a:prstGeom prst="rect">
            <a:avLst/>
          </a:prstGeom>
          <a:noFill/>
          <a:ln w="0">
            <a:noFill/>
          </a:ln>
        </p:spPr>
        <p:txBody>
          <a:bodyPr lIns="0" rIns="0" tIns="0" bIns="0" anchor="ctr">
            <a:noAutofit/>
          </a:bodyPr>
          <a:p>
            <a:pPr indent="0" defTabSz="914400">
              <a:lnSpc>
                <a:spcPct val="90000"/>
              </a:lnSpc>
              <a:buNone/>
            </a:pPr>
            <a:r>
              <a:rPr b="0" lang="en-US" sz="4400" strike="noStrike" u="none">
                <a:solidFill>
                  <a:schemeClr val="dk1"/>
                </a:solidFill>
                <a:effectLst/>
                <a:uFillTx/>
                <a:latin typeface="Georgia Pro"/>
              </a:rPr>
              <a:t>Section title; Georgia Pro 44pt, sent. case</a:t>
            </a:r>
            <a:endParaRPr b="0" lang="en-US" sz="4400" strike="noStrike" u="none">
              <a:solidFill>
                <a:schemeClr val="dk1"/>
              </a:solidFill>
              <a:effectLst/>
              <a:uFillTx/>
              <a:latin typeface="Arial"/>
            </a:endParaRPr>
          </a:p>
        </p:txBody>
      </p:sp>
      <p:sp>
        <p:nvSpPr>
          <p:cNvPr id="118" name="PlaceHolder 2"/>
          <p:cNvSpPr>
            <a:spLocks noGrp="1"/>
          </p:cNvSpPr>
          <p:nvPr>
            <p:ph type="body"/>
          </p:nvPr>
        </p:nvSpPr>
        <p:spPr>
          <a:xfrm>
            <a:off x="6419880" y="274320"/>
            <a:ext cx="5486040" cy="6583320"/>
          </a:xfrm>
          <a:prstGeom prst="rect">
            <a:avLst/>
          </a:prstGeom>
          <a:noFill/>
          <a:ln w="0">
            <a:noFill/>
          </a:ln>
        </p:spPr>
        <p:txBody>
          <a:bodyPr lIns="457200" rIns="457200" tIns="45000" bIns="45000" anchor="t">
            <a:noAutofit/>
          </a:bodyPr>
          <a:p>
            <a:pPr indent="0" algn="ctr" defTabSz="914400">
              <a:lnSpc>
                <a:spcPct val="100000"/>
              </a:lnSpc>
              <a:buNone/>
            </a:pPr>
            <a:br>
              <a:rPr sz="1400"/>
            </a:br>
            <a:r>
              <a:rPr b="0" lang="en-US" sz="1400" strike="noStrike" u="none">
                <a:solidFill>
                  <a:schemeClr val="dk1"/>
                </a:solidFill>
                <a:effectLst/>
                <a:uFillTx/>
                <a:latin typeface="Arial"/>
              </a:rPr>
              <a:t>Traditional, grayscale portraiture with removed background to be inserted into this placeholder with unchanged dimensions (7.2” H x 6.0” W). </a:t>
            </a:r>
            <a:br>
              <a:rPr sz="1400"/>
            </a:br>
            <a:br>
              <a:rPr sz="1400"/>
            </a:br>
            <a:r>
              <a:rPr b="0" lang="en-US" sz="1400" strike="noStrike" u="none">
                <a:solidFill>
                  <a:schemeClr val="dk1"/>
                </a:solidFill>
                <a:effectLst/>
                <a:uFillTx/>
                <a:latin typeface="Arial"/>
              </a:rPr>
              <a:t>To access brand approved photography, visit: brand.optum.com/content/photography-new.</a:t>
            </a:r>
            <a:br>
              <a:rPr sz="1400"/>
            </a:br>
            <a:br>
              <a:rPr sz="1400"/>
            </a:br>
            <a:br>
              <a:rPr sz="1400"/>
            </a:br>
            <a:r>
              <a:rPr b="0" lang="en-US" sz="1400" strike="noStrike" u="none">
                <a:solidFill>
                  <a:schemeClr val="dk1"/>
                </a:solidFill>
                <a:effectLst/>
                <a:uFillTx/>
                <a:latin typeface="Arial"/>
              </a:rPr>
              <a:t>DO NOT use Copilot inserted imagery.</a:t>
            </a:r>
            <a:endParaRPr b="0" lang="en-US" sz="1400" strike="noStrike" u="none">
              <a:solidFill>
                <a:schemeClr val="dk1"/>
              </a:solidFill>
              <a:effectLst/>
              <a:uFillTx/>
              <a:latin typeface="Arial"/>
            </a:endParaRPr>
          </a:p>
          <a:p>
            <a:pPr indent="0" algn="ctr" defTabSz="914400">
              <a:lnSpc>
                <a:spcPct val="100000"/>
              </a:lnSpc>
              <a:buNone/>
            </a:pPr>
            <a:endParaRPr b="0" lang="en-US" sz="1400" strike="noStrike" u="none">
              <a:solidFill>
                <a:schemeClr val="dk1"/>
              </a:solidFill>
              <a:effectLst/>
              <a:uFillTx/>
              <a:latin typeface="Arial"/>
            </a:endParaRPr>
          </a:p>
          <a:p>
            <a:pPr indent="0" algn="ctr" defTabSz="914400">
              <a:lnSpc>
                <a:spcPct val="100000"/>
              </a:lnSpc>
              <a:buNone/>
            </a:pPr>
            <a:endParaRPr b="0" lang="en-US" sz="1400" strike="noStrike" u="none">
              <a:solidFill>
                <a:schemeClr val="dk1"/>
              </a:solidFill>
              <a:effectLst/>
              <a:uFillTx/>
              <a:latin typeface="Arial"/>
            </a:endParaRPr>
          </a:p>
        </p:txBody>
      </p:sp>
      <p:pic>
        <p:nvPicPr>
          <p:cNvPr id="119"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560" cy="223560"/>
          </a:xfrm>
          <a:prstGeom prst="rect">
            <a:avLst/>
          </a:prstGeom>
          <a:noFill/>
          <a:ln w="0">
            <a:noFill/>
          </a:ln>
        </p:spPr>
      </p:pic>
      <p:sp>
        <p:nvSpPr>
          <p:cNvPr id="120" name="PlaceHolder 3"/>
          <p:cNvSpPr>
            <a:spLocks noGrp="1"/>
          </p:cNvSpPr>
          <p:nvPr>
            <p:ph type="dt" idx="28"/>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121" name="PlaceHolder 4"/>
          <p:cNvSpPr>
            <a:spLocks noGrp="1"/>
          </p:cNvSpPr>
          <p:nvPr>
            <p:ph type="ftr" idx="29"/>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122" name="PlaceHolder 5"/>
          <p:cNvSpPr>
            <a:spLocks noGrp="1"/>
          </p:cNvSpPr>
          <p:nvPr>
            <p:ph type="sldNum" idx="30"/>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A006FD21-2B38-4FE6-A3C3-EEC90286E414}"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 ___ ">
    <p:bg>
      <p:bgPr>
        <a:solidFill>
          <a:srgbClr val="7030a0"/>
        </a:solidFill>
      </p:bgPr>
    </p:bg>
    <p:spTree>
      <p:nvGrpSpPr>
        <p:cNvPr id="1" name=""/>
        <p:cNvGrpSpPr/>
        <p:nvPr/>
      </p:nvGrpSpPr>
      <p:grpSpPr>
        <a:xfrm>
          <a:off x="0" y="0"/>
          <a:ext cx="0" cy="0"/>
          <a:chOff x="0" y="0"/>
          <a:chExt cx="0" cy="0"/>
        </a:xfrm>
      </p:grpSpPr>
      <p:pic>
        <p:nvPicPr>
          <p:cNvPr id="123"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124"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15E7B033-C984-469A-B5B9-F8DA8261AF64}" type="slidenum">
              <a:rPr b="1" lang="en-US" sz="1000" strike="noStrike" u="none">
                <a:solidFill>
                  <a:schemeClr val="dk1"/>
                </a:solidFill>
                <a:effectLst/>
                <a:uFillTx/>
                <a:latin typeface="Arial"/>
              </a:rPr>
              <a:t>&lt;number&gt;</a:t>
            </a:fld>
            <a:endParaRPr b="0" lang="en-US" sz="1000" strike="noStrike" u="none">
              <a:solidFill>
                <a:srgbClr val="ffffff"/>
              </a:solidFill>
              <a:effectLst/>
              <a:uFillTx/>
              <a:latin typeface="Arial"/>
            </a:endParaRPr>
          </a:p>
        </p:txBody>
      </p:sp>
      <p:sp>
        <p:nvSpPr>
          <p:cNvPr id="125"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ffffff"/>
              </a:solidFill>
              <a:effectLst/>
              <a:uFillTx/>
              <a:latin typeface="Arial"/>
            </a:endParaRPr>
          </a:p>
        </p:txBody>
      </p:sp>
      <p:sp>
        <p:nvSpPr>
          <p:cNvPr id="126" name="TextBox 1"/>
          <p:cNvSpPr/>
          <p:nvPr/>
        </p:nvSpPr>
        <p:spPr>
          <a:xfrm>
            <a:off x="743040" y="2390400"/>
            <a:ext cx="9891000" cy="2077200"/>
          </a:xfrm>
          <a:prstGeom prst="rect">
            <a:avLst/>
          </a:prstGeom>
          <a:noFill/>
          <a:ln w="0">
            <a:noFill/>
          </a:ln>
        </p:spPr>
        <p:style>
          <a:lnRef idx="0"/>
          <a:fillRef idx="0"/>
          <a:effectRef idx="0"/>
          <a:fontRef idx="minor"/>
        </p:style>
        <p:txBody>
          <a:bodyPr lIns="0" rIns="0" tIns="0" bIns="0" anchor="t">
            <a:spAutoFit/>
          </a:bodyPr>
          <a:p>
            <a:pPr defTabSz="914400">
              <a:lnSpc>
                <a:spcPct val="90000"/>
              </a:lnSpc>
            </a:pPr>
            <a:r>
              <a:rPr b="1" lang="en-US" sz="15000" strike="noStrike" u="none">
                <a:solidFill>
                  <a:schemeClr val="lt1"/>
                </a:solidFill>
                <a:effectLst/>
                <a:uFillTx/>
                <a:latin typeface="Arial"/>
              </a:rPr>
              <a:t>Covers</a:t>
            </a:r>
            <a:endParaRPr b="0" lang="en-US" sz="15000" strike="noStrike" u="none">
              <a:solidFill>
                <a:srgbClr val="ffffff"/>
              </a:solidFill>
              <a:effectLst/>
              <a:uFillTx/>
              <a:latin typeface="Arial"/>
            </a:endParaRPr>
          </a:p>
        </p:txBody>
      </p:sp>
      <p:cxnSp>
        <p:nvCxnSpPr>
          <p:cNvPr id="127" name="Arrow">
            <a:extLst>
              <a:ext uri="{C183D7F6-B498-43B3-948B-1728B52AA6E4}">
                <adec:decorative xmlns:adec="http://schemas.microsoft.com/office/drawing/2017/decorative" val="1"/>
              </a:ext>
            </a:extLst>
          </p:cNvPr>
          <p:cNvCxnSpPr/>
          <p:nvPr/>
        </p:nvCxnSpPr>
        <p:spPr>
          <a:xfrm>
            <a:off x="9496800" y="3429000"/>
            <a:ext cx="1952280" cy="360"/>
          </a:xfrm>
          <a:prstGeom prst="straightConnector1">
            <a:avLst/>
          </a:prstGeom>
          <a:ln cap="rnd" w="317500">
            <a:solidFill>
              <a:srgbClr val="ffffff"/>
            </a:solidFill>
            <a:round/>
            <a:tailEnd len="sm" type="arrow" w="lg"/>
          </a:ln>
        </p:spPr>
      </p:cxn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   ___   ">
    <p:bg>
      <p:bgPr>
        <a:solidFill>
          <a:srgbClr val="7030a0"/>
        </a:solidFill>
      </p:bgPr>
    </p:bg>
    <p:spTree>
      <p:nvGrpSpPr>
        <p:cNvPr id="1" name=""/>
        <p:cNvGrpSpPr/>
        <p:nvPr/>
      </p:nvGrpSpPr>
      <p:grpSpPr>
        <a:xfrm>
          <a:off x="0" y="0"/>
          <a:ext cx="0" cy="0"/>
          <a:chOff x="0" y="0"/>
          <a:chExt cx="0" cy="0"/>
        </a:xfrm>
      </p:grpSpPr>
      <p:pic>
        <p:nvPicPr>
          <p:cNvPr id="128"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129"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265B5A07-8786-4E43-A0CD-E56A35FBFC36}" type="slidenum">
              <a:rPr b="1" lang="en-US" sz="1000" strike="noStrike" u="none">
                <a:solidFill>
                  <a:schemeClr val="dk1"/>
                </a:solidFill>
                <a:effectLst/>
                <a:uFillTx/>
                <a:latin typeface="Arial"/>
              </a:rPr>
              <a:t>&lt;number&gt;</a:t>
            </a:fld>
            <a:endParaRPr b="0" lang="en-US" sz="1000" strike="noStrike" u="none">
              <a:solidFill>
                <a:srgbClr val="ffffff"/>
              </a:solidFill>
              <a:effectLst/>
              <a:uFillTx/>
              <a:latin typeface="Arial"/>
            </a:endParaRPr>
          </a:p>
        </p:txBody>
      </p:sp>
      <p:sp>
        <p:nvSpPr>
          <p:cNvPr id="130"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ffffff"/>
              </a:solidFill>
              <a:effectLst/>
              <a:uFillTx/>
              <a:latin typeface="Arial"/>
            </a:endParaRPr>
          </a:p>
        </p:txBody>
      </p:sp>
      <p:sp>
        <p:nvSpPr>
          <p:cNvPr id="131" name="TextBox 1"/>
          <p:cNvSpPr/>
          <p:nvPr/>
        </p:nvSpPr>
        <p:spPr>
          <a:xfrm>
            <a:off x="743040" y="1351440"/>
            <a:ext cx="9891000" cy="4154760"/>
          </a:xfrm>
          <a:prstGeom prst="rect">
            <a:avLst/>
          </a:prstGeom>
          <a:noFill/>
          <a:ln w="0">
            <a:noFill/>
          </a:ln>
        </p:spPr>
        <p:style>
          <a:lnRef idx="0"/>
          <a:fillRef idx="0"/>
          <a:effectRef idx="0"/>
          <a:fontRef idx="minor"/>
        </p:style>
        <p:txBody>
          <a:bodyPr lIns="0" rIns="0" tIns="0" bIns="0" anchor="t">
            <a:spAutoFit/>
          </a:bodyPr>
          <a:p>
            <a:pPr defTabSz="914400">
              <a:lnSpc>
                <a:spcPct val="90000"/>
              </a:lnSpc>
            </a:pPr>
            <a:r>
              <a:rPr b="1" lang="en-US" sz="15000" strike="noStrike" u="none">
                <a:solidFill>
                  <a:schemeClr val="lt1"/>
                </a:solidFill>
                <a:effectLst/>
                <a:uFillTx/>
                <a:latin typeface="Arial"/>
              </a:rPr>
              <a:t>Layouts </a:t>
            </a:r>
            <a:r>
              <a:rPr b="0" lang="en-US" sz="15000" strike="noStrike" u="none">
                <a:solidFill>
                  <a:schemeClr val="lt1"/>
                </a:solidFill>
                <a:effectLst/>
                <a:uFillTx/>
                <a:latin typeface="Arial"/>
              </a:rPr>
              <a:t>(Themes)</a:t>
            </a:r>
            <a:endParaRPr b="0" lang="en-US" sz="15000" strike="noStrike" u="none">
              <a:solidFill>
                <a:srgbClr val="ffffff"/>
              </a:solidFill>
              <a:effectLst/>
              <a:uFillTx/>
              <a:latin typeface="Arial"/>
            </a:endParaRPr>
          </a:p>
        </p:txBody>
      </p:sp>
      <p:cxnSp>
        <p:nvCxnSpPr>
          <p:cNvPr id="132" name="Arrow">
            <a:extLst>
              <a:ext uri="{C183D7F6-B498-43B3-948B-1728B52AA6E4}">
                <adec:decorative xmlns:adec="http://schemas.microsoft.com/office/drawing/2017/decorative" val="1"/>
              </a:ext>
            </a:extLst>
          </p:cNvPr>
          <p:cNvCxnSpPr/>
          <p:nvPr/>
        </p:nvCxnSpPr>
        <p:spPr>
          <a:xfrm>
            <a:off x="9496800" y="3429000"/>
            <a:ext cx="1952280" cy="360"/>
          </a:xfrm>
          <a:prstGeom prst="straightConnector1">
            <a:avLst/>
          </a:prstGeom>
          <a:ln cap="rnd" w="317500">
            <a:solidFill>
              <a:srgbClr val="ffffff"/>
            </a:solidFill>
            <a:round/>
            <a:tailEnd len="sm" type="arrow" w="lg"/>
          </a:ln>
        </p:spPr>
      </p:cxn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pic>
        <p:nvPicPr>
          <p:cNvPr id="133"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134"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7283BE27-AE07-4069-BDEC-890DA78AADDB}"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135"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136" name="Stroke">
            <a:extLst>
              <a:ext uri="{C183D7F6-B498-43B3-948B-1728B52AA6E4}">
                <adec:decorative xmlns:adec="http://schemas.microsoft.com/office/drawing/2017/decorative" val="1"/>
              </a:ext>
            </a:extLst>
          </p:cNvPr>
          <p:cNvCxnSpPr/>
          <p:nvPr/>
        </p:nvCxnSpPr>
        <p:spPr>
          <a:xfrm>
            <a:off x="467640" y="410760"/>
            <a:ext cx="522360" cy="360"/>
          </a:xfrm>
          <a:prstGeom prst="straightConnector1">
            <a:avLst/>
          </a:prstGeom>
          <a:ln cap="rnd" w="38100">
            <a:solidFill>
              <a:srgbClr val="ff612b"/>
            </a:solidFill>
            <a:round/>
          </a:ln>
        </p:spPr>
      </p:cxnSp>
      <p:sp>
        <p:nvSpPr>
          <p:cNvPr id="137" name="PlaceHolder 1"/>
          <p:cNvSpPr>
            <a:spLocks noGrp="1"/>
          </p:cNvSpPr>
          <p:nvPr>
            <p:ph type="title"/>
          </p:nvPr>
        </p:nvSpPr>
        <p:spPr>
          <a:xfrm>
            <a:off x="468000" y="555480"/>
            <a:ext cx="9600840" cy="304200"/>
          </a:xfrm>
          <a:prstGeom prst="rect">
            <a:avLst/>
          </a:prstGeom>
          <a:noFill/>
          <a:ln w="0">
            <a:noFill/>
          </a:ln>
        </p:spPr>
        <p:txBody>
          <a:bodyPr lIns="0" rIns="0" tIns="0" bIns="0" anchor="t">
            <a:noAutofit/>
          </a:bodyPr>
          <a:p>
            <a:pPr indent="0" defTabSz="914400">
              <a:lnSpc>
                <a:spcPct val="90000"/>
              </a:lnSpc>
              <a:buNone/>
            </a:pPr>
            <a:r>
              <a:rPr b="0" lang="en-US" sz="2200" strike="noStrike" u="none">
                <a:solidFill>
                  <a:schemeClr val="dk1"/>
                </a:solidFill>
                <a:effectLst/>
                <a:uFillTx/>
                <a:latin typeface="Georgia Pro"/>
              </a:rPr>
              <a:t>Slide title; Georgia Pro 22pt, sent. case (1 line)</a:t>
            </a:r>
            <a:endParaRPr b="0" lang="en-US" sz="2200" strike="noStrike" u="none">
              <a:solidFill>
                <a:schemeClr val="dk1"/>
              </a:solidFill>
              <a:effectLst/>
              <a:uFillTx/>
              <a:latin typeface="Arial"/>
            </a:endParaRPr>
          </a:p>
        </p:txBody>
      </p:sp>
      <p:sp>
        <p:nvSpPr>
          <p:cNvPr id="138" name="PlaceHolder 2"/>
          <p:cNvSpPr>
            <a:spLocks noGrp="1"/>
          </p:cNvSpPr>
          <p:nvPr>
            <p:ph type="dt" idx="31"/>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139" name="PlaceHolder 3"/>
          <p:cNvSpPr>
            <a:spLocks noGrp="1"/>
          </p:cNvSpPr>
          <p:nvPr>
            <p:ph type="ftr" idx="32"/>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140" name="PlaceHolder 4"/>
          <p:cNvSpPr>
            <a:spLocks noGrp="1"/>
          </p:cNvSpPr>
          <p:nvPr>
            <p:ph type="sldNum" idx="33"/>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123AF454-359B-4D21-85A4-E887D7E155FB}"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
        <p:nvSpPr>
          <p:cNvPr id="141"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600" strike="noStrike" u="none">
                <a:solidFill>
                  <a:schemeClr val="dk1"/>
                </a:solidFill>
                <a:effectLst/>
                <a:uFillTx/>
                <a:latin typeface="Arial"/>
              </a:rPr>
              <a:t>Click to edit the outline text format</a:t>
            </a:r>
            <a:endParaRPr b="0" lang="en-US" sz="1600" strike="noStrike" u="none">
              <a:solidFill>
                <a:schemeClr val="dk1"/>
              </a:solidFill>
              <a:effectLst/>
              <a:uFillTx/>
              <a:latin typeface="Arial"/>
            </a:endParaRPr>
          </a:p>
          <a:p>
            <a:pPr lvl="1" marL="864000" indent="-324000">
              <a:spcBef>
                <a:spcPts val="1134"/>
              </a:spcBef>
              <a:buClr>
                <a:srgbClr val="000000"/>
              </a:buClr>
              <a:buSzPct val="75000"/>
              <a:buFont typeface="Symbol" charset="2"/>
              <a:buChar char=""/>
            </a:pPr>
            <a:r>
              <a:rPr b="0" lang="en-US" sz="1600" strike="noStrike" u="none">
                <a:solidFill>
                  <a:schemeClr val="dk1"/>
                </a:solidFill>
                <a:effectLst/>
                <a:uFillTx/>
                <a:latin typeface="Arial"/>
              </a:rPr>
              <a:t>Second Outline Level</a:t>
            </a:r>
            <a:endParaRPr b="0" lang="en-US" sz="16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US" sz="1600" strike="noStrike" u="none">
                <a:solidFill>
                  <a:schemeClr val="dk1"/>
                </a:solidFill>
                <a:effectLst/>
                <a:uFillTx/>
                <a:latin typeface="Arial"/>
              </a:rPr>
              <a:t>Third Outline Level</a:t>
            </a:r>
            <a:endParaRPr b="0" lang="en-US" sz="16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US" sz="1400" strike="noStrike" u="none">
                <a:solidFill>
                  <a:schemeClr val="dk1"/>
                </a:solidFill>
                <a:effectLst/>
                <a:uFillTx/>
                <a:latin typeface="Arial"/>
              </a:rPr>
              <a:t>Fourth Outline Level</a:t>
            </a:r>
            <a:endParaRPr b="0" lang="en-US" sz="14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chemeClr val="dk1"/>
              </a:solidFill>
              <a:effectLst/>
              <a:uFillTx/>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Only, Photo">
    <p:bg>
      <p:bgPr>
        <a:solidFill>
          <a:srgbClr val="ffffff"/>
        </a:solidFill>
      </p:bgPr>
    </p:bg>
    <p:spTree>
      <p:nvGrpSpPr>
        <p:cNvPr id="1" name=""/>
        <p:cNvGrpSpPr/>
        <p:nvPr/>
      </p:nvGrpSpPr>
      <p:grpSpPr>
        <a:xfrm>
          <a:off x="0" y="0"/>
          <a:ext cx="0" cy="0"/>
          <a:chOff x="0" y="0"/>
          <a:chExt cx="0" cy="0"/>
        </a:xfrm>
      </p:grpSpPr>
      <p:pic>
        <p:nvPicPr>
          <p:cNvPr id="142"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143"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3B459F74-3E2E-4751-816A-51EABA90D673}"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144"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145" name="Stroke">
            <a:extLst>
              <a:ext uri="{C183D7F6-B498-43B3-948B-1728B52AA6E4}">
                <adec:decorative xmlns:adec="http://schemas.microsoft.com/office/drawing/2017/decorative" val="1"/>
              </a:ext>
            </a:extLst>
          </p:cNvPr>
          <p:cNvCxnSpPr/>
          <p:nvPr/>
        </p:nvCxnSpPr>
        <p:spPr>
          <a:xfrm>
            <a:off x="467640" y="410760"/>
            <a:ext cx="522360" cy="360"/>
          </a:xfrm>
          <a:prstGeom prst="straightConnector1">
            <a:avLst/>
          </a:prstGeom>
          <a:ln cap="rnd" w="38100">
            <a:solidFill>
              <a:srgbClr val="ff612b"/>
            </a:solidFill>
            <a:round/>
          </a:ln>
        </p:spPr>
      </p:cxnSp>
      <p:sp>
        <p:nvSpPr>
          <p:cNvPr id="146" name="PlaceHolder 1"/>
          <p:cNvSpPr>
            <a:spLocks noGrp="1"/>
          </p:cNvSpPr>
          <p:nvPr>
            <p:ph type="title"/>
          </p:nvPr>
        </p:nvSpPr>
        <p:spPr>
          <a:xfrm>
            <a:off x="468000" y="555480"/>
            <a:ext cx="6726240" cy="304200"/>
          </a:xfrm>
          <a:prstGeom prst="rect">
            <a:avLst/>
          </a:prstGeom>
          <a:noFill/>
          <a:ln w="0">
            <a:noFill/>
          </a:ln>
        </p:spPr>
        <p:txBody>
          <a:bodyPr lIns="0" rIns="0" tIns="0" bIns="0" anchor="t">
            <a:noAutofit/>
          </a:bodyPr>
          <a:p>
            <a:pPr indent="0" defTabSz="914400">
              <a:lnSpc>
                <a:spcPct val="90000"/>
              </a:lnSpc>
              <a:buNone/>
            </a:pPr>
            <a:r>
              <a:rPr b="0" lang="en-US" sz="2200" strike="noStrike" u="none">
                <a:solidFill>
                  <a:schemeClr val="dk1"/>
                </a:solidFill>
                <a:effectLst/>
                <a:uFillTx/>
                <a:latin typeface="Georgia Pro"/>
              </a:rPr>
              <a:t>Slide title; Georgia Pro 22pt, sent. case (1 line)</a:t>
            </a:r>
            <a:endParaRPr b="0" lang="en-US" sz="2200" strike="noStrike" u="none">
              <a:solidFill>
                <a:schemeClr val="dk1"/>
              </a:solidFill>
              <a:effectLst/>
              <a:uFillTx/>
              <a:latin typeface="Arial"/>
            </a:endParaRPr>
          </a:p>
        </p:txBody>
      </p:sp>
      <p:sp>
        <p:nvSpPr>
          <p:cNvPr id="147" name="PlaceHolder 2"/>
          <p:cNvSpPr>
            <a:spLocks noGrp="1"/>
          </p:cNvSpPr>
          <p:nvPr>
            <p:ph type="body"/>
          </p:nvPr>
        </p:nvSpPr>
        <p:spPr>
          <a:xfrm>
            <a:off x="7528680" y="0"/>
            <a:ext cx="4663080" cy="6857640"/>
          </a:xfrm>
          <a:prstGeom prst="rect">
            <a:avLst/>
          </a:prstGeom>
          <a:noFill/>
          <a:ln w="0">
            <a:noFill/>
          </a:ln>
        </p:spPr>
        <p:txBody>
          <a:bodyPr lIns="457200" rIns="457200" tIns="45000" bIns="45000" anchor="t">
            <a:noAutofit/>
          </a:bodyPr>
          <a:p>
            <a:pPr indent="0" algn="ctr" defTabSz="914400">
              <a:lnSpc>
                <a:spcPct val="100000"/>
              </a:lnSpc>
              <a:buNone/>
            </a:pPr>
            <a:br>
              <a:rPr sz="1400"/>
            </a:br>
            <a:r>
              <a:rPr b="0" lang="en-US" sz="1400" strike="noStrike" u="none">
                <a:solidFill>
                  <a:schemeClr val="dk1"/>
                </a:solidFill>
                <a:effectLst/>
                <a:uFillTx/>
                <a:latin typeface="Arial"/>
              </a:rPr>
              <a:t>Photography should be inserted into this placeholder with unchanged dimensions (7.5” H x 5.1” W). </a:t>
            </a:r>
            <a:br>
              <a:rPr sz="1400"/>
            </a:br>
            <a:br>
              <a:rPr sz="1400"/>
            </a:br>
            <a:r>
              <a:rPr b="0" lang="en-US" sz="1400" strike="noStrike" u="none">
                <a:solidFill>
                  <a:schemeClr val="dk1"/>
                </a:solidFill>
                <a:effectLst/>
                <a:uFillTx/>
                <a:latin typeface="Arial"/>
              </a:rPr>
              <a:t>To access brand approved photography, visit: brand.optum.com/content/photography-new.</a:t>
            </a:r>
            <a:br>
              <a:rPr sz="1400"/>
            </a:br>
            <a:br>
              <a:rPr sz="1400"/>
            </a:br>
            <a:br>
              <a:rPr sz="1400"/>
            </a:br>
            <a:r>
              <a:rPr b="0" lang="en-US" sz="1400" strike="noStrike" u="none">
                <a:solidFill>
                  <a:schemeClr val="dk1"/>
                </a:solidFill>
                <a:effectLst/>
                <a:uFillTx/>
                <a:latin typeface="Arial"/>
              </a:rPr>
              <a:t>DO NOT use Copilot inserted imagery.</a:t>
            </a:r>
            <a:endParaRPr b="0" lang="en-US" sz="1400" strike="noStrike" u="none">
              <a:solidFill>
                <a:schemeClr val="dk1"/>
              </a:solidFill>
              <a:effectLst/>
              <a:uFillTx/>
              <a:latin typeface="Arial"/>
            </a:endParaRPr>
          </a:p>
          <a:p>
            <a:pPr indent="0" algn="ctr" defTabSz="914400">
              <a:lnSpc>
                <a:spcPct val="100000"/>
              </a:lnSpc>
              <a:buNone/>
            </a:pPr>
            <a:endParaRPr b="0" lang="en-US" sz="1400" strike="noStrike" u="none">
              <a:solidFill>
                <a:schemeClr val="dk1"/>
              </a:solidFill>
              <a:effectLst/>
              <a:uFillTx/>
              <a:latin typeface="Arial"/>
            </a:endParaRPr>
          </a:p>
          <a:p>
            <a:pPr indent="0" algn="ctr" defTabSz="914400">
              <a:lnSpc>
                <a:spcPct val="100000"/>
              </a:lnSpc>
              <a:buNone/>
            </a:pPr>
            <a:endParaRPr b="0" lang="en-US" sz="1400" strike="noStrike" u="none">
              <a:solidFill>
                <a:schemeClr val="dk1"/>
              </a:solidFill>
              <a:effectLst/>
              <a:uFillTx/>
              <a:latin typeface="Arial"/>
            </a:endParaRPr>
          </a:p>
          <a:p>
            <a:pPr indent="0" algn="ctr" defTabSz="914400">
              <a:lnSpc>
                <a:spcPct val="100000"/>
              </a:lnSpc>
              <a:buNone/>
            </a:pPr>
            <a:endParaRPr b="0" lang="en-US" sz="1400" strike="noStrike" u="none">
              <a:solidFill>
                <a:schemeClr val="dk1"/>
              </a:solidFill>
              <a:effectLst/>
              <a:uFillTx/>
              <a:latin typeface="Arial"/>
            </a:endParaRPr>
          </a:p>
        </p:txBody>
      </p:sp>
      <p:sp>
        <p:nvSpPr>
          <p:cNvPr id="148" name="Page # Hide Box">
            <a:extLst>
              <a:ext uri="{C183D7F6-B498-43B3-948B-1728B52AA6E4}">
                <adec:decorative xmlns:adec="http://schemas.microsoft.com/office/drawing/2017/decorative" val="1"/>
              </a:ext>
            </a:extLst>
          </p:cNvPr>
          <p:cNvSpPr/>
          <p:nvPr/>
        </p:nvSpPr>
        <p:spPr>
          <a:xfrm>
            <a:off x="11347560" y="6362640"/>
            <a:ext cx="463320" cy="221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149" name="PlaceHolder 3"/>
          <p:cNvSpPr>
            <a:spLocks noGrp="1"/>
          </p:cNvSpPr>
          <p:nvPr>
            <p:ph type="dt" idx="34"/>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150" name="PlaceHolder 4"/>
          <p:cNvSpPr>
            <a:spLocks noGrp="1"/>
          </p:cNvSpPr>
          <p:nvPr>
            <p:ph type="ftr" idx="35"/>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151" name="PlaceHolder 5"/>
          <p:cNvSpPr>
            <a:spLocks noGrp="1"/>
          </p:cNvSpPr>
          <p:nvPr>
            <p:ph type="sldNum" idx="36"/>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E1ED9C4A-90CA-4212-99E9-F77E489CE134}"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ubhead">
    <p:bg>
      <p:bgPr>
        <a:solidFill>
          <a:srgbClr val="ffffff"/>
        </a:solidFill>
      </p:bgPr>
    </p:bg>
    <p:spTree>
      <p:nvGrpSpPr>
        <p:cNvPr id="1" name=""/>
        <p:cNvGrpSpPr/>
        <p:nvPr/>
      </p:nvGrpSpPr>
      <p:grpSpPr>
        <a:xfrm>
          <a:off x="0" y="0"/>
          <a:ext cx="0" cy="0"/>
          <a:chOff x="0" y="0"/>
          <a:chExt cx="0" cy="0"/>
        </a:xfrm>
      </p:grpSpPr>
      <p:pic>
        <p:nvPicPr>
          <p:cNvPr id="152"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153"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766E2CBF-DDB2-4207-8D59-1AE687E0EF59}"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154"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155" name="Stroke">
            <a:extLst>
              <a:ext uri="{C183D7F6-B498-43B3-948B-1728B52AA6E4}">
                <adec:decorative xmlns:adec="http://schemas.microsoft.com/office/drawing/2017/decorative" val="1"/>
              </a:ext>
            </a:extLst>
          </p:cNvPr>
          <p:cNvCxnSpPr/>
          <p:nvPr/>
        </p:nvCxnSpPr>
        <p:spPr>
          <a:xfrm>
            <a:off x="467640" y="410760"/>
            <a:ext cx="522360" cy="360"/>
          </a:xfrm>
          <a:prstGeom prst="straightConnector1">
            <a:avLst/>
          </a:prstGeom>
          <a:ln cap="rnd" w="38100">
            <a:solidFill>
              <a:srgbClr val="ff612b"/>
            </a:solidFill>
            <a:round/>
          </a:ln>
        </p:spPr>
      </p:cxnSp>
      <p:sp>
        <p:nvSpPr>
          <p:cNvPr id="156" name="PlaceHolder 1"/>
          <p:cNvSpPr>
            <a:spLocks noGrp="1"/>
          </p:cNvSpPr>
          <p:nvPr>
            <p:ph type="title"/>
          </p:nvPr>
        </p:nvSpPr>
        <p:spPr>
          <a:xfrm>
            <a:off x="468000" y="555480"/>
            <a:ext cx="9600840" cy="304200"/>
          </a:xfrm>
          <a:prstGeom prst="rect">
            <a:avLst/>
          </a:prstGeom>
          <a:noFill/>
          <a:ln w="0">
            <a:noFill/>
          </a:ln>
        </p:spPr>
        <p:txBody>
          <a:bodyPr lIns="0" rIns="0" tIns="0" bIns="0" anchor="t">
            <a:noAutofit/>
          </a:bodyPr>
          <a:p>
            <a:pPr indent="0" defTabSz="914400">
              <a:lnSpc>
                <a:spcPct val="90000"/>
              </a:lnSpc>
              <a:buNone/>
            </a:pPr>
            <a:r>
              <a:rPr b="0" lang="en-US" sz="2200" strike="noStrike" u="none">
                <a:solidFill>
                  <a:schemeClr val="dk1"/>
                </a:solidFill>
                <a:effectLst/>
                <a:uFillTx/>
                <a:latin typeface="Georgia Pro"/>
              </a:rPr>
              <a:t>Slide title; Georgia Pro 22pt, sentence case (1 line)</a:t>
            </a:r>
            <a:endParaRPr b="0" lang="en-US" sz="2200" strike="noStrike" u="none">
              <a:solidFill>
                <a:schemeClr val="dk1"/>
              </a:solidFill>
              <a:effectLst/>
              <a:uFillTx/>
              <a:latin typeface="Arial"/>
            </a:endParaRPr>
          </a:p>
        </p:txBody>
      </p:sp>
      <p:sp>
        <p:nvSpPr>
          <p:cNvPr id="157" name="PlaceHolder 2"/>
          <p:cNvSpPr>
            <a:spLocks noGrp="1"/>
          </p:cNvSpPr>
          <p:nvPr>
            <p:ph type="body"/>
          </p:nvPr>
        </p:nvSpPr>
        <p:spPr>
          <a:xfrm>
            <a:off x="468000" y="958680"/>
            <a:ext cx="9600840" cy="2138400"/>
          </a:xfrm>
          <a:prstGeom prst="rect">
            <a:avLst/>
          </a:prstGeom>
          <a:noFill/>
          <a:ln w="0">
            <a:noFill/>
          </a:ln>
        </p:spPr>
        <p:txBody>
          <a:bodyPr lIns="0" rIns="0" tIns="0" bIns="0" anchor="t">
            <a:spAutoFit/>
          </a:bodyPr>
          <a:p>
            <a:pPr indent="0" defTabSz="914400">
              <a:lnSpc>
                <a:spcPct val="100000"/>
              </a:lnSpc>
              <a:buNone/>
              <a:tabLst>
                <a:tab algn="l" pos="0"/>
              </a:tabLst>
            </a:pPr>
            <a:r>
              <a:rPr b="0" lang="en-US" sz="1600" strike="noStrike" u="none">
                <a:solidFill>
                  <a:schemeClr val="dk1"/>
                </a:solidFill>
                <a:effectLst/>
                <a:uFillTx/>
                <a:latin typeface="Arial"/>
              </a:rPr>
              <a:t>Slide subtitle; Arial 16pt, sentence case (multi-line)</a:t>
            </a:r>
            <a:endParaRPr b="0" lang="en-US" sz="1600" strike="noStrike" u="none">
              <a:solidFill>
                <a:schemeClr val="dk1"/>
              </a:solidFill>
              <a:effectLst/>
              <a:uFillTx/>
              <a:latin typeface="Arial"/>
            </a:endParaRPr>
          </a:p>
        </p:txBody>
      </p:sp>
      <p:sp>
        <p:nvSpPr>
          <p:cNvPr id="158" name="PlaceHolder 3"/>
          <p:cNvSpPr>
            <a:spLocks noGrp="1"/>
          </p:cNvSpPr>
          <p:nvPr>
            <p:ph type="dt" idx="37"/>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159" name="PlaceHolder 4"/>
          <p:cNvSpPr>
            <a:spLocks noGrp="1"/>
          </p:cNvSpPr>
          <p:nvPr>
            <p:ph type="ftr" idx="38"/>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160" name="PlaceHolder 5"/>
          <p:cNvSpPr>
            <a:spLocks noGrp="1"/>
          </p:cNvSpPr>
          <p:nvPr>
            <p:ph type="sldNum" idx="39"/>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3BE68898-FAF5-4E7E-9BAA-1821DE38B3F4}"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Two Lines">
    <p:bg>
      <p:bgPr>
        <a:solidFill>
          <a:srgbClr val="ffffff"/>
        </a:solidFill>
      </p:bgPr>
    </p:bg>
    <p:spTree>
      <p:nvGrpSpPr>
        <p:cNvPr id="1" name=""/>
        <p:cNvGrpSpPr/>
        <p:nvPr/>
      </p:nvGrpSpPr>
      <p:grpSpPr>
        <a:xfrm>
          <a:off x="0" y="0"/>
          <a:ext cx="0" cy="0"/>
          <a:chOff x="0" y="0"/>
          <a:chExt cx="0" cy="0"/>
        </a:xfrm>
      </p:grpSpPr>
      <p:pic>
        <p:nvPicPr>
          <p:cNvPr id="161"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162"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E8DE0F01-29D8-4BF6-A865-1C0D13AFBA98}"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163"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164" name="Stroke">
            <a:extLst>
              <a:ext uri="{C183D7F6-B498-43B3-948B-1728B52AA6E4}">
                <adec:decorative xmlns:adec="http://schemas.microsoft.com/office/drawing/2017/decorative" val="1"/>
              </a:ext>
            </a:extLst>
          </p:cNvPr>
          <p:cNvCxnSpPr/>
          <p:nvPr/>
        </p:nvCxnSpPr>
        <p:spPr>
          <a:xfrm>
            <a:off x="467640" y="410760"/>
            <a:ext cx="522360" cy="360"/>
          </a:xfrm>
          <a:prstGeom prst="straightConnector1">
            <a:avLst/>
          </a:prstGeom>
          <a:ln cap="rnd" w="38100">
            <a:solidFill>
              <a:srgbClr val="ff612b"/>
            </a:solidFill>
            <a:round/>
          </a:ln>
        </p:spPr>
      </p:cxnSp>
      <p:sp>
        <p:nvSpPr>
          <p:cNvPr id="165" name="PlaceHolder 1"/>
          <p:cNvSpPr>
            <a:spLocks noGrp="1"/>
          </p:cNvSpPr>
          <p:nvPr>
            <p:ph type="title"/>
          </p:nvPr>
        </p:nvSpPr>
        <p:spPr>
          <a:xfrm>
            <a:off x="468000" y="555480"/>
            <a:ext cx="9600840" cy="609120"/>
          </a:xfrm>
          <a:prstGeom prst="rect">
            <a:avLst/>
          </a:prstGeom>
          <a:noFill/>
          <a:ln w="0">
            <a:noFill/>
          </a:ln>
        </p:spPr>
        <p:txBody>
          <a:bodyPr lIns="0" rIns="0" tIns="0" bIns="0" anchor="t">
            <a:noAutofit/>
          </a:bodyPr>
          <a:p>
            <a:pPr indent="0" defTabSz="914400">
              <a:lnSpc>
                <a:spcPct val="90000"/>
              </a:lnSpc>
              <a:buNone/>
            </a:pPr>
            <a:r>
              <a:rPr b="0" lang="en-US" sz="2200" strike="noStrike" u="none">
                <a:solidFill>
                  <a:schemeClr val="dk1"/>
                </a:solidFill>
                <a:effectLst/>
                <a:uFillTx/>
                <a:latin typeface="Georgia Pro"/>
              </a:rPr>
              <a:t>Slide title; Georgia Pro 22pt, sentence case. This layout accommodates a slide title that extends downward to a second line (max. 2 lines).</a:t>
            </a:r>
            <a:endParaRPr b="0" lang="en-US" sz="2200" strike="noStrike" u="none">
              <a:solidFill>
                <a:schemeClr val="dk1"/>
              </a:solidFill>
              <a:effectLst/>
              <a:uFillTx/>
              <a:latin typeface="Arial"/>
            </a:endParaRPr>
          </a:p>
        </p:txBody>
      </p:sp>
      <p:sp>
        <p:nvSpPr>
          <p:cNvPr id="166" name="PlaceHolder 2"/>
          <p:cNvSpPr>
            <a:spLocks noGrp="1"/>
          </p:cNvSpPr>
          <p:nvPr>
            <p:ph type="dt" idx="40"/>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167" name="PlaceHolder 3"/>
          <p:cNvSpPr>
            <a:spLocks noGrp="1"/>
          </p:cNvSpPr>
          <p:nvPr>
            <p:ph type="ftr" idx="41"/>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168" name="PlaceHolder 4"/>
          <p:cNvSpPr>
            <a:spLocks noGrp="1"/>
          </p:cNvSpPr>
          <p:nvPr>
            <p:ph type="sldNum" idx="42"/>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8F6B2B3C-DDCE-4641-B878-ACF0B0CB23E1}"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
        <p:nvSpPr>
          <p:cNvPr id="169"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600" strike="noStrike" u="none">
                <a:solidFill>
                  <a:schemeClr val="dk1"/>
                </a:solidFill>
                <a:effectLst/>
                <a:uFillTx/>
                <a:latin typeface="Arial"/>
              </a:rPr>
              <a:t>Click to edit the outline text format</a:t>
            </a:r>
            <a:endParaRPr b="0" lang="en-US" sz="1600" strike="noStrike" u="none">
              <a:solidFill>
                <a:schemeClr val="dk1"/>
              </a:solidFill>
              <a:effectLst/>
              <a:uFillTx/>
              <a:latin typeface="Arial"/>
            </a:endParaRPr>
          </a:p>
          <a:p>
            <a:pPr lvl="1" marL="864000" indent="-324000">
              <a:spcBef>
                <a:spcPts val="1134"/>
              </a:spcBef>
              <a:buClr>
                <a:srgbClr val="000000"/>
              </a:buClr>
              <a:buSzPct val="75000"/>
              <a:buFont typeface="Symbol" charset="2"/>
              <a:buChar char=""/>
            </a:pPr>
            <a:r>
              <a:rPr b="0" lang="en-US" sz="1600" strike="noStrike" u="none">
                <a:solidFill>
                  <a:schemeClr val="dk1"/>
                </a:solidFill>
                <a:effectLst/>
                <a:uFillTx/>
                <a:latin typeface="Arial"/>
              </a:rPr>
              <a:t>Second Outline Level</a:t>
            </a:r>
            <a:endParaRPr b="0" lang="en-US" sz="16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US" sz="1600" strike="noStrike" u="none">
                <a:solidFill>
                  <a:schemeClr val="dk1"/>
                </a:solidFill>
                <a:effectLst/>
                <a:uFillTx/>
                <a:latin typeface="Arial"/>
              </a:rPr>
              <a:t>Third Outline Level</a:t>
            </a:r>
            <a:endParaRPr b="0" lang="en-US" sz="16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US" sz="1400" strike="noStrike" u="none">
                <a:solidFill>
                  <a:schemeClr val="dk1"/>
                </a:solidFill>
                <a:effectLst/>
                <a:uFillTx/>
                <a:latin typeface="Arial"/>
              </a:rPr>
              <a:t>Fourth Outline Level</a:t>
            </a:r>
            <a:endParaRPr b="0" lang="en-US" sz="14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chemeClr val="dk1"/>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pic>
        <p:nvPicPr>
          <p:cNvPr id="170"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171"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F6DCE232-785E-4F4F-BFC0-AF80B4A4360A}"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172"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173" name="Stroke">
            <a:extLst>
              <a:ext uri="{C183D7F6-B498-43B3-948B-1728B52AA6E4}">
                <adec:decorative xmlns:adec="http://schemas.microsoft.com/office/drawing/2017/decorative" val="1"/>
              </a:ext>
            </a:extLst>
          </p:cNvPr>
          <p:cNvCxnSpPr/>
          <p:nvPr/>
        </p:nvCxnSpPr>
        <p:spPr>
          <a:xfrm>
            <a:off x="467640" y="410760"/>
            <a:ext cx="522360" cy="360"/>
          </a:xfrm>
          <a:prstGeom prst="straightConnector1">
            <a:avLst/>
          </a:prstGeom>
          <a:ln cap="rnd" w="38100">
            <a:solidFill>
              <a:srgbClr val="ff612b"/>
            </a:solidFill>
            <a:round/>
          </a:ln>
        </p:spPr>
      </p:cxnSp>
      <p:sp>
        <p:nvSpPr>
          <p:cNvPr id="174" name="PlaceHolder 1"/>
          <p:cNvSpPr>
            <a:spLocks noGrp="1"/>
          </p:cNvSpPr>
          <p:nvPr>
            <p:ph type="title"/>
          </p:nvPr>
        </p:nvSpPr>
        <p:spPr>
          <a:xfrm>
            <a:off x="468000" y="555480"/>
            <a:ext cx="9600840" cy="304200"/>
          </a:xfrm>
          <a:prstGeom prst="rect">
            <a:avLst/>
          </a:prstGeom>
          <a:noFill/>
          <a:ln w="0">
            <a:noFill/>
          </a:ln>
        </p:spPr>
        <p:txBody>
          <a:bodyPr lIns="0" rIns="0" tIns="0" bIns="0" anchor="t">
            <a:noAutofit/>
          </a:bodyPr>
          <a:p>
            <a:pPr indent="0" defTabSz="914400">
              <a:lnSpc>
                <a:spcPct val="90000"/>
              </a:lnSpc>
              <a:buNone/>
            </a:pPr>
            <a:r>
              <a:rPr b="0" lang="en-US" sz="2200" strike="noStrike" u="none">
                <a:solidFill>
                  <a:schemeClr val="dk1"/>
                </a:solidFill>
                <a:effectLst/>
                <a:uFillTx/>
                <a:latin typeface="Georgia Pro"/>
              </a:rPr>
              <a:t>Slide title; Georgia Pro 22pt, sentence case (1 line)</a:t>
            </a:r>
            <a:endParaRPr b="0" lang="en-US" sz="2200" strike="noStrike" u="none">
              <a:solidFill>
                <a:schemeClr val="dk1"/>
              </a:solidFill>
              <a:effectLst/>
              <a:uFillTx/>
              <a:latin typeface="Arial"/>
            </a:endParaRPr>
          </a:p>
        </p:txBody>
      </p:sp>
      <p:sp>
        <p:nvSpPr>
          <p:cNvPr id="175" name="PlaceHolder 2"/>
          <p:cNvSpPr>
            <a:spLocks noGrp="1"/>
          </p:cNvSpPr>
          <p:nvPr>
            <p:ph type="body"/>
          </p:nvPr>
        </p:nvSpPr>
        <p:spPr>
          <a:xfrm>
            <a:off x="1523880" y="1557360"/>
            <a:ext cx="9143640" cy="3929760"/>
          </a:xfrm>
          <a:prstGeom prst="rect">
            <a:avLst/>
          </a:prstGeom>
          <a:noFill/>
          <a:ln w="0">
            <a:noFill/>
          </a:ln>
        </p:spPr>
        <p:txBody>
          <a:bodyPr lIns="0" rIns="0" tIns="0" bIns="0" anchor="t">
            <a:noAutofit/>
          </a:bodyPr>
          <a:p>
            <a:pPr indent="0" defTabSz="914400">
              <a:lnSpc>
                <a:spcPct val="100000"/>
              </a:lnSpc>
              <a:spcBef>
                <a:spcPts val="601"/>
              </a:spcBef>
              <a:buNone/>
              <a:tabLst>
                <a:tab algn="l" pos="0"/>
              </a:tabLst>
            </a:pPr>
            <a:r>
              <a:rPr b="0" lang="en-US" sz="1600" strike="noStrike" u="none">
                <a:solidFill>
                  <a:schemeClr val="dk1"/>
                </a:solidFill>
                <a:effectLst/>
                <a:uFillTx/>
                <a:latin typeface="Arial"/>
              </a:rPr>
              <a:t>Click to type text. To activate sub-level formatting, place cursor at beginning of text/line and hit tab or shift tab. Click icon for chart or table.</a:t>
            </a:r>
            <a:endParaRPr b="0" lang="en-US" sz="1600" strike="noStrike" u="none">
              <a:solidFill>
                <a:schemeClr val="dk1"/>
              </a:solidFill>
              <a:effectLst/>
              <a:uFillTx/>
              <a:latin typeface="Arial"/>
            </a:endParaRPr>
          </a:p>
          <a:p>
            <a:pPr lvl="1" marL="171360" indent="-171360" defTabSz="914400">
              <a:lnSpc>
                <a:spcPct val="100000"/>
              </a:lnSpc>
              <a:spcBef>
                <a:spcPts val="601"/>
              </a:spcBef>
              <a:buClr>
                <a:srgbClr val="3d3c38"/>
              </a:buClr>
              <a:buFont typeface="Arial"/>
              <a:buChar char="•"/>
              <a:tabLst>
                <a:tab algn="l" pos="0"/>
              </a:tabLst>
            </a:pPr>
            <a:r>
              <a:rPr b="0" lang="en-US" sz="1600" strike="noStrike" u="none">
                <a:solidFill>
                  <a:schemeClr val="dk1"/>
                </a:solidFill>
                <a:effectLst/>
                <a:uFillTx/>
                <a:latin typeface="Arial"/>
              </a:rPr>
              <a:t>Second level</a:t>
            </a:r>
            <a:endParaRPr b="0" lang="en-US" sz="1600" strike="noStrike" u="none">
              <a:solidFill>
                <a:schemeClr val="dk1"/>
              </a:solidFill>
              <a:effectLst/>
              <a:uFillTx/>
              <a:latin typeface="Arial"/>
            </a:endParaRPr>
          </a:p>
          <a:p>
            <a:pPr marL="171360" indent="0" defTabSz="914400">
              <a:lnSpc>
                <a:spcPct val="100000"/>
              </a:lnSpc>
              <a:spcBef>
                <a:spcPts val="601"/>
              </a:spcBef>
              <a:buNone/>
              <a:tabLst>
                <a:tab algn="l" pos="0"/>
              </a:tabLst>
            </a:pPr>
            <a:r>
              <a:rPr b="0" lang="en-US" sz="1600" strike="noStrike" u="none">
                <a:solidFill>
                  <a:schemeClr val="dk1"/>
                </a:solidFill>
                <a:effectLst/>
                <a:uFillTx/>
                <a:latin typeface="Arial"/>
              </a:rPr>
              <a:t>Third level</a:t>
            </a:r>
            <a:endParaRPr b="0" lang="en-US" sz="1600" strike="noStrike" u="none">
              <a:solidFill>
                <a:schemeClr val="dk1"/>
              </a:solidFill>
              <a:effectLst/>
              <a:uFillTx/>
              <a:latin typeface="Arial"/>
            </a:endParaRPr>
          </a:p>
          <a:p>
            <a:pPr lvl="3" marL="399960" indent="-228600" defTabSz="914400">
              <a:lnSpc>
                <a:spcPct val="100000"/>
              </a:lnSpc>
              <a:spcBef>
                <a:spcPts val="601"/>
              </a:spcBef>
              <a:buClr>
                <a:srgbClr val="3d3c38"/>
              </a:buClr>
              <a:buFont typeface="Arial"/>
              <a:buChar char="–"/>
              <a:tabLst>
                <a:tab algn="l" pos="0"/>
              </a:tabLst>
            </a:pPr>
            <a:r>
              <a:rPr b="0" lang="en-US" sz="1600" strike="noStrike" u="none">
                <a:solidFill>
                  <a:schemeClr val="dk1"/>
                </a:solidFill>
                <a:effectLst/>
                <a:uFillTx/>
                <a:latin typeface="Arial"/>
              </a:rPr>
              <a:t>Fourth level</a:t>
            </a:r>
            <a:endParaRPr b="0" lang="en-US" sz="1600" strike="noStrike" u="none">
              <a:solidFill>
                <a:schemeClr val="dk1"/>
              </a:solidFill>
              <a:effectLst/>
              <a:uFillTx/>
              <a:latin typeface="Arial"/>
            </a:endParaRPr>
          </a:p>
          <a:p>
            <a:pPr lvl="4" marL="571680" indent="-171360" defTabSz="914400">
              <a:lnSpc>
                <a:spcPct val="100000"/>
              </a:lnSpc>
              <a:spcBef>
                <a:spcPts val="601"/>
              </a:spcBef>
              <a:buClr>
                <a:srgbClr val="3d3c38"/>
              </a:buClr>
              <a:buFont typeface="Arial"/>
              <a:buChar char="•"/>
              <a:tabLst>
                <a:tab algn="l" pos="0"/>
              </a:tabLst>
            </a:pPr>
            <a:r>
              <a:rPr b="0" lang="en-US" sz="1400" strike="noStrike" u="none">
                <a:solidFill>
                  <a:schemeClr val="dk1"/>
                </a:solidFill>
                <a:effectLst/>
                <a:uFillTx/>
                <a:latin typeface="Arial"/>
              </a:rPr>
              <a:t>Fifth level</a:t>
            </a:r>
            <a:endParaRPr b="0" lang="en-US" sz="1400" strike="noStrike" u="none">
              <a:solidFill>
                <a:schemeClr val="dk1"/>
              </a:solidFill>
              <a:effectLst/>
              <a:uFillTx/>
              <a:latin typeface="Arial"/>
            </a:endParaRPr>
          </a:p>
        </p:txBody>
      </p:sp>
      <p:sp>
        <p:nvSpPr>
          <p:cNvPr id="176" name="PlaceHolder 3"/>
          <p:cNvSpPr>
            <a:spLocks noGrp="1"/>
          </p:cNvSpPr>
          <p:nvPr>
            <p:ph type="dt" idx="43"/>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177" name="PlaceHolder 4"/>
          <p:cNvSpPr>
            <a:spLocks noGrp="1"/>
          </p:cNvSpPr>
          <p:nvPr>
            <p:ph type="ftr" idx="44"/>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178" name="PlaceHolder 5"/>
          <p:cNvSpPr>
            <a:spLocks noGrp="1"/>
          </p:cNvSpPr>
          <p:nvPr>
            <p:ph type="sldNum" idx="45"/>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F1C279F5-7B3D-4B59-9EC5-B951AA09ADC0}"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pic>
        <p:nvPicPr>
          <p:cNvPr id="179"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180"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44B26996-5C20-4E1E-8AEB-DC7BCD69DA12}"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181"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182" name="PlaceHolder 1"/>
          <p:cNvSpPr>
            <a:spLocks noGrp="1"/>
          </p:cNvSpPr>
          <p:nvPr>
            <p:ph type="dt" idx="46"/>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183" name="PlaceHolder 2"/>
          <p:cNvSpPr>
            <a:spLocks noGrp="1"/>
          </p:cNvSpPr>
          <p:nvPr>
            <p:ph type="ftr" idx="47"/>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184" name="PlaceHolder 3"/>
          <p:cNvSpPr>
            <a:spLocks noGrp="1"/>
          </p:cNvSpPr>
          <p:nvPr>
            <p:ph type="sldNum" idx="48"/>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E7C73C22-5C62-47C4-9937-14A99CC6AD75}"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
    <p:bg>
      <p:bgPr>
        <a:solidFill>
          <a:srgbClr val="ffffff"/>
        </a:solidFill>
      </p:bgPr>
    </p:bg>
    <p:spTree>
      <p:nvGrpSpPr>
        <p:cNvPr id="1" name=""/>
        <p:cNvGrpSpPr/>
        <p:nvPr/>
      </p:nvGrpSpPr>
      <p:grpSpPr>
        <a:xfrm>
          <a:off x="0" y="0"/>
          <a:ext cx="0" cy="0"/>
          <a:chOff x="0" y="0"/>
          <a:chExt cx="0" cy="0"/>
        </a:xfrm>
      </p:grpSpPr>
      <p:pic>
        <p:nvPicPr>
          <p:cNvPr id="185"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186"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0E884D76-4766-4D54-B8D8-531A4051E2D9}"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187"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188" name="Straight Connector 2">
            <a:extLst>
              <a:ext uri="{C183D7F6-B498-43B3-948B-1728B52AA6E4}">
                <adec:decorative xmlns:adec="http://schemas.microsoft.com/office/drawing/2017/decorative" val="1"/>
              </a:ext>
            </a:extLst>
          </p:cNvPr>
          <p:cNvCxnSpPr/>
          <p:nvPr/>
        </p:nvCxnSpPr>
        <p:spPr>
          <a:xfrm>
            <a:off x="6095880" y="682560"/>
            <a:ext cx="360" cy="5492880"/>
          </a:xfrm>
          <a:prstGeom prst="straightConnector1">
            <a:avLst/>
          </a:prstGeom>
          <a:ln cap="rnd" w="381000">
            <a:solidFill>
              <a:srgbClr val="7030a0"/>
            </a:solidFill>
            <a:round/>
          </a:ln>
        </p:spPr>
      </p:cxn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 Pattern">
    <p:bg>
      <p:bgPr>
        <a:blipFill rotWithShape="0">
          <a:blip r:embed="rId2">
            <a:extLst>
              <a:ext uri="{96DAC541-7B7A-43D3-8B79-37D633B846F1}">
                <asvg:svgBlip xmlns:asvg="http://schemas.microsoft.com/office/drawing/2016/SVG/main" r:embed="rId3"/>
              </a:ext>
            </a:extLst>
          </a:blip>
          <a:stretch/>
        </a:blipFill>
      </p:bgPr>
    </p:bg>
    <p:spTree>
      <p:nvGrpSpPr>
        <p:cNvPr id="1" name=""/>
        <p:cNvGrpSpPr/>
        <p:nvPr/>
      </p:nvGrpSpPr>
      <p:grpSpPr>
        <a:xfrm>
          <a:off x="0" y="0"/>
          <a:ext cx="0" cy="0"/>
          <a:chOff x="0" y="0"/>
          <a:chExt cx="0" cy="0"/>
        </a:xfrm>
      </p:grpSpPr>
      <p:pic>
        <p:nvPicPr>
          <p:cNvPr id="189"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560" cy="223560"/>
          </a:xfrm>
          <a:prstGeom prst="rect">
            <a:avLst/>
          </a:prstGeom>
          <a:noFill/>
          <a:ln w="0">
            <a:noFill/>
          </a:ln>
        </p:spPr>
      </p:pic>
      <p:sp>
        <p:nvSpPr>
          <p:cNvPr id="190"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EB1BC6E5-8058-4D97-BD02-81E590192164}" type="slidenum">
              <a:rPr b="1" lang="en-US" sz="1000" strike="noStrike" u="none">
                <a:solidFill>
                  <a:schemeClr val="dk1"/>
                </a:solidFill>
                <a:effectLst/>
                <a:uFillTx/>
                <a:latin typeface="Arial"/>
              </a:rPr>
              <a:t>&lt;number&gt;</a:t>
            </a:fld>
            <a:endParaRPr b="0" lang="en-US" sz="1000" strike="noStrike" u="none">
              <a:solidFill>
                <a:srgbClr val="ffffff"/>
              </a:solidFill>
              <a:effectLst/>
              <a:uFillTx/>
              <a:latin typeface="Arial"/>
            </a:endParaRPr>
          </a:p>
        </p:txBody>
      </p:sp>
      <p:sp>
        <p:nvSpPr>
          <p:cNvPr id="191"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ffffff"/>
              </a:solidFill>
              <a:effectLst/>
              <a:uFillTx/>
              <a:latin typeface="Arial"/>
            </a:endParaRPr>
          </a:p>
        </p:txBody>
      </p:sp>
      <p:cxnSp>
        <p:nvCxnSpPr>
          <p:cNvPr id="192" name="Stroke">
            <a:extLst>
              <a:ext uri="{C183D7F6-B498-43B3-948B-1728B52AA6E4}">
                <adec:decorative xmlns:adec="http://schemas.microsoft.com/office/drawing/2017/decorative" val="1"/>
              </a:ext>
            </a:extLst>
          </p:cNvPr>
          <p:cNvCxnSpPr/>
          <p:nvPr/>
        </p:nvCxnSpPr>
        <p:spPr>
          <a:xfrm>
            <a:off x="467640" y="410760"/>
            <a:ext cx="522360" cy="360"/>
          </a:xfrm>
          <a:prstGeom prst="straightConnector1">
            <a:avLst/>
          </a:prstGeom>
          <a:ln cap="rnd" w="38100">
            <a:solidFill>
              <a:srgbClr val="ff612b"/>
            </a:solidFill>
            <a:round/>
          </a:ln>
        </p:spPr>
      </p:cxnSp>
      <p:sp>
        <p:nvSpPr>
          <p:cNvPr id="193" name="PlaceHolder 1"/>
          <p:cNvSpPr>
            <a:spLocks noGrp="1"/>
          </p:cNvSpPr>
          <p:nvPr>
            <p:ph type="title"/>
          </p:nvPr>
        </p:nvSpPr>
        <p:spPr>
          <a:xfrm>
            <a:off x="468000" y="555480"/>
            <a:ext cx="9600840" cy="304200"/>
          </a:xfrm>
          <a:prstGeom prst="rect">
            <a:avLst/>
          </a:prstGeom>
          <a:noFill/>
          <a:ln w="0">
            <a:noFill/>
          </a:ln>
        </p:spPr>
        <p:txBody>
          <a:bodyPr lIns="0" rIns="0" tIns="0" bIns="0" anchor="t">
            <a:noAutofit/>
          </a:bodyPr>
          <a:p>
            <a:pPr indent="0" defTabSz="914400">
              <a:lnSpc>
                <a:spcPct val="90000"/>
              </a:lnSpc>
              <a:buNone/>
            </a:pPr>
            <a:r>
              <a:rPr b="0" lang="en-US" sz="2200" strike="noStrike" u="none">
                <a:solidFill>
                  <a:schemeClr val="dk1"/>
                </a:solidFill>
                <a:effectLst/>
                <a:uFillTx/>
                <a:latin typeface="Georgia Pro"/>
              </a:rPr>
              <a:t>Slide title; Georgia Pro 22pt, sentence case (1 line)</a:t>
            </a:r>
            <a:endParaRPr b="0" lang="en-US" sz="2200" strike="noStrike" u="none">
              <a:solidFill>
                <a:schemeClr val="dk1"/>
              </a:solidFill>
              <a:effectLst/>
              <a:uFillTx/>
              <a:latin typeface="Arial"/>
            </a:endParaRPr>
          </a:p>
        </p:txBody>
      </p:sp>
      <p:sp>
        <p:nvSpPr>
          <p:cNvPr id="194" name="PlaceHolder 2"/>
          <p:cNvSpPr>
            <a:spLocks noGrp="1"/>
          </p:cNvSpPr>
          <p:nvPr>
            <p:ph type="dt" idx="49"/>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ffffff"/>
              </a:solidFill>
              <a:effectLst/>
              <a:uFillTx/>
              <a:latin typeface="Times New Roman"/>
            </a:endParaRPr>
          </a:p>
        </p:txBody>
      </p:sp>
      <p:sp>
        <p:nvSpPr>
          <p:cNvPr id="195" name="PlaceHolder 3"/>
          <p:cNvSpPr>
            <a:spLocks noGrp="1"/>
          </p:cNvSpPr>
          <p:nvPr>
            <p:ph type="ftr" idx="50"/>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ffffff"/>
              </a:solidFill>
              <a:effectLst/>
              <a:uFillTx/>
              <a:latin typeface="Times New Roman"/>
            </a:endParaRPr>
          </a:p>
        </p:txBody>
      </p:sp>
      <p:sp>
        <p:nvSpPr>
          <p:cNvPr id="196" name="PlaceHolder 4"/>
          <p:cNvSpPr>
            <a:spLocks noGrp="1"/>
          </p:cNvSpPr>
          <p:nvPr>
            <p:ph type="sldNum" idx="51"/>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298EE43B-3CED-4C30-8F70-36C1172B62E9}" type="slidenum">
              <a:rPr b="0" lang="en-US" sz="200" strike="noStrike" u="none">
                <a:solidFill>
                  <a:schemeClr val="dk1"/>
                </a:solidFill>
                <a:effectLst/>
                <a:uFillTx/>
                <a:latin typeface="Arial"/>
              </a:rPr>
              <a:t>&lt;number&gt;</a:t>
            </a:fld>
            <a:endParaRPr b="0" lang="en-US" sz="200" strike="noStrike" u="none">
              <a:solidFill>
                <a:srgbClr val="ffffff"/>
              </a:solidFill>
              <a:effectLst/>
              <a:uFillTx/>
              <a:latin typeface="Times New Roman"/>
            </a:endParaRPr>
          </a:p>
        </p:txBody>
      </p:sp>
      <p:sp>
        <p:nvSpPr>
          <p:cNvPr id="197"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600" strike="noStrike" u="none">
                <a:solidFill>
                  <a:schemeClr val="dk1"/>
                </a:solidFill>
                <a:effectLst/>
                <a:uFillTx/>
                <a:latin typeface="Arial"/>
              </a:rPr>
              <a:t>Click to edit the outline text format</a:t>
            </a:r>
            <a:endParaRPr b="0" lang="en-US" sz="1600" strike="noStrike" u="none">
              <a:solidFill>
                <a:schemeClr val="dk1"/>
              </a:solidFill>
              <a:effectLst/>
              <a:uFillTx/>
              <a:latin typeface="Arial"/>
            </a:endParaRPr>
          </a:p>
          <a:p>
            <a:pPr lvl="1" marL="864000" indent="-324000">
              <a:spcBef>
                <a:spcPts val="1134"/>
              </a:spcBef>
              <a:buClr>
                <a:srgbClr val="ffffff"/>
              </a:buClr>
              <a:buSzPct val="75000"/>
              <a:buFont typeface="Symbol" charset="2"/>
              <a:buChar char=""/>
            </a:pPr>
            <a:r>
              <a:rPr b="0" lang="en-US" sz="1600" strike="noStrike" u="none">
                <a:solidFill>
                  <a:schemeClr val="dk1"/>
                </a:solidFill>
                <a:effectLst/>
                <a:uFillTx/>
                <a:latin typeface="Arial"/>
              </a:rPr>
              <a:t>Second Outline Level</a:t>
            </a:r>
            <a:endParaRPr b="0" lang="en-US" sz="1600" strike="noStrike" u="none">
              <a:solidFill>
                <a:schemeClr val="dk1"/>
              </a:solidFill>
              <a:effectLst/>
              <a:uFillTx/>
              <a:latin typeface="Arial"/>
            </a:endParaRPr>
          </a:p>
          <a:p>
            <a:pPr lvl="2" marL="1296000" indent="-288000">
              <a:spcBef>
                <a:spcPts val="850"/>
              </a:spcBef>
              <a:buClr>
                <a:srgbClr val="ffffff"/>
              </a:buClr>
              <a:buSzPct val="45000"/>
              <a:buFont typeface="Wingdings" charset="2"/>
              <a:buChar char=""/>
            </a:pPr>
            <a:r>
              <a:rPr b="0" lang="en-US" sz="1600" strike="noStrike" u="none">
                <a:solidFill>
                  <a:schemeClr val="dk1"/>
                </a:solidFill>
                <a:effectLst/>
                <a:uFillTx/>
                <a:latin typeface="Arial"/>
              </a:rPr>
              <a:t>Third Outline Level</a:t>
            </a:r>
            <a:endParaRPr b="0" lang="en-US" sz="1600" strike="noStrike" u="none">
              <a:solidFill>
                <a:schemeClr val="dk1"/>
              </a:solidFill>
              <a:effectLst/>
              <a:uFillTx/>
              <a:latin typeface="Arial"/>
            </a:endParaRPr>
          </a:p>
          <a:p>
            <a:pPr lvl="3" marL="1728000" indent="-216000">
              <a:spcBef>
                <a:spcPts val="567"/>
              </a:spcBef>
              <a:buClr>
                <a:srgbClr val="ffffff"/>
              </a:buClr>
              <a:buSzPct val="75000"/>
              <a:buFont typeface="Symbol" charset="2"/>
              <a:buChar char=""/>
            </a:pPr>
            <a:r>
              <a:rPr b="0" lang="en-US" sz="1400" strike="noStrike" u="none">
                <a:solidFill>
                  <a:schemeClr val="dk1"/>
                </a:solidFill>
                <a:effectLst/>
                <a:uFillTx/>
                <a:latin typeface="Arial"/>
              </a:rPr>
              <a:t>Fourth Outline Level</a:t>
            </a:r>
            <a:endParaRPr b="0" lang="en-US" sz="1400" strike="noStrike" u="none">
              <a:solidFill>
                <a:schemeClr val="dk1"/>
              </a:solidFill>
              <a:effectLst/>
              <a:uFillTx/>
              <a:latin typeface="Arial"/>
            </a:endParaRPr>
          </a:p>
          <a:p>
            <a:pPr lvl="4" marL="2160000" indent="-216000">
              <a:spcBef>
                <a:spcPts val="283"/>
              </a:spcBef>
              <a:buClr>
                <a:srgbClr val="ffffff"/>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chemeClr val="dk1"/>
              </a:solidFill>
              <a:effectLst/>
              <a:uFillTx/>
              <a:latin typeface="Arial"/>
            </a:endParaRPr>
          </a:p>
          <a:p>
            <a:pPr lvl="5" marL="2592000" indent="-216000">
              <a:spcBef>
                <a:spcPts val="283"/>
              </a:spcBef>
              <a:buClr>
                <a:srgbClr val="ffffff"/>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chemeClr val="dk1"/>
              </a:solidFill>
              <a:effectLst/>
              <a:uFillTx/>
              <a:latin typeface="Arial"/>
            </a:endParaRPr>
          </a:p>
          <a:p>
            <a:pPr lvl="6" marL="3024000" indent="-216000">
              <a:spcBef>
                <a:spcPts val="283"/>
              </a:spcBef>
              <a:buClr>
                <a:srgbClr val="ffffff"/>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chemeClr val="dk1"/>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ubhead - Pattern">
    <p:bg>
      <p:bgPr>
        <a:blipFill rotWithShape="0">
          <a:blip r:embed="rId2">
            <a:extLst>
              <a:ext uri="{96DAC541-7B7A-43D3-8B79-37D633B846F1}">
                <asvg:svgBlip xmlns:asvg="http://schemas.microsoft.com/office/drawing/2016/SVG/main" r:embed="rId3"/>
              </a:ext>
            </a:extLst>
          </a:blip>
          <a:stretch/>
        </a:blipFill>
      </p:bgPr>
    </p:bg>
    <p:spTree>
      <p:nvGrpSpPr>
        <p:cNvPr id="1" name=""/>
        <p:cNvGrpSpPr/>
        <p:nvPr/>
      </p:nvGrpSpPr>
      <p:grpSpPr>
        <a:xfrm>
          <a:off x="0" y="0"/>
          <a:ext cx="0" cy="0"/>
          <a:chOff x="0" y="0"/>
          <a:chExt cx="0" cy="0"/>
        </a:xfrm>
      </p:grpSpPr>
      <p:pic>
        <p:nvPicPr>
          <p:cNvPr id="198"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560" cy="223560"/>
          </a:xfrm>
          <a:prstGeom prst="rect">
            <a:avLst/>
          </a:prstGeom>
          <a:noFill/>
          <a:ln w="0">
            <a:noFill/>
          </a:ln>
        </p:spPr>
      </p:pic>
      <p:sp>
        <p:nvSpPr>
          <p:cNvPr id="199"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A24DFF08-E11F-4969-9B55-1DBFF46D298A}" type="slidenum">
              <a:rPr b="1" lang="en-US" sz="1000" strike="noStrike" u="none">
                <a:solidFill>
                  <a:schemeClr val="dk1"/>
                </a:solidFill>
                <a:effectLst/>
                <a:uFillTx/>
                <a:latin typeface="Arial"/>
              </a:rPr>
              <a:t>&lt;number&gt;</a:t>
            </a:fld>
            <a:endParaRPr b="0" lang="en-US" sz="1000" strike="noStrike" u="none">
              <a:solidFill>
                <a:srgbClr val="ffffff"/>
              </a:solidFill>
              <a:effectLst/>
              <a:uFillTx/>
              <a:latin typeface="Arial"/>
            </a:endParaRPr>
          </a:p>
        </p:txBody>
      </p:sp>
      <p:sp>
        <p:nvSpPr>
          <p:cNvPr id="200"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ffffff"/>
              </a:solidFill>
              <a:effectLst/>
              <a:uFillTx/>
              <a:latin typeface="Arial"/>
            </a:endParaRPr>
          </a:p>
        </p:txBody>
      </p:sp>
      <p:cxnSp>
        <p:nvCxnSpPr>
          <p:cNvPr id="201" name="Stroke">
            <a:extLst>
              <a:ext uri="{C183D7F6-B498-43B3-948B-1728B52AA6E4}">
                <adec:decorative xmlns:adec="http://schemas.microsoft.com/office/drawing/2017/decorative" val="1"/>
              </a:ext>
            </a:extLst>
          </p:cNvPr>
          <p:cNvCxnSpPr/>
          <p:nvPr/>
        </p:nvCxnSpPr>
        <p:spPr>
          <a:xfrm>
            <a:off x="467640" y="410760"/>
            <a:ext cx="522360" cy="360"/>
          </a:xfrm>
          <a:prstGeom prst="straightConnector1">
            <a:avLst/>
          </a:prstGeom>
          <a:ln cap="rnd" w="38100">
            <a:solidFill>
              <a:srgbClr val="ff612b"/>
            </a:solidFill>
            <a:round/>
          </a:ln>
        </p:spPr>
      </p:cxnSp>
      <p:sp>
        <p:nvSpPr>
          <p:cNvPr id="202" name="PlaceHolder 1"/>
          <p:cNvSpPr>
            <a:spLocks noGrp="1"/>
          </p:cNvSpPr>
          <p:nvPr>
            <p:ph type="title"/>
          </p:nvPr>
        </p:nvSpPr>
        <p:spPr>
          <a:xfrm>
            <a:off x="468000" y="555480"/>
            <a:ext cx="9600840" cy="304200"/>
          </a:xfrm>
          <a:prstGeom prst="rect">
            <a:avLst/>
          </a:prstGeom>
          <a:noFill/>
          <a:ln w="0">
            <a:noFill/>
          </a:ln>
        </p:spPr>
        <p:txBody>
          <a:bodyPr lIns="0" rIns="0" tIns="0" bIns="0" anchor="t">
            <a:noAutofit/>
          </a:bodyPr>
          <a:p>
            <a:pPr indent="0" defTabSz="914400">
              <a:lnSpc>
                <a:spcPct val="90000"/>
              </a:lnSpc>
              <a:buNone/>
            </a:pPr>
            <a:r>
              <a:rPr b="0" lang="en-US" sz="2200" strike="noStrike" u="none">
                <a:solidFill>
                  <a:schemeClr val="dk1"/>
                </a:solidFill>
                <a:effectLst/>
                <a:uFillTx/>
                <a:latin typeface="Georgia Pro"/>
              </a:rPr>
              <a:t>Slide title; Georgia Pro 22pt, sentence case (1 line)</a:t>
            </a:r>
            <a:endParaRPr b="0" lang="en-US" sz="2200" strike="noStrike" u="none">
              <a:solidFill>
                <a:schemeClr val="dk1"/>
              </a:solidFill>
              <a:effectLst/>
              <a:uFillTx/>
              <a:latin typeface="Arial"/>
            </a:endParaRPr>
          </a:p>
        </p:txBody>
      </p:sp>
      <p:sp>
        <p:nvSpPr>
          <p:cNvPr id="203" name="PlaceHolder 2"/>
          <p:cNvSpPr>
            <a:spLocks noGrp="1"/>
          </p:cNvSpPr>
          <p:nvPr>
            <p:ph type="body"/>
          </p:nvPr>
        </p:nvSpPr>
        <p:spPr>
          <a:xfrm>
            <a:off x="468000" y="958680"/>
            <a:ext cx="9600840" cy="2138400"/>
          </a:xfrm>
          <a:prstGeom prst="rect">
            <a:avLst/>
          </a:prstGeom>
          <a:noFill/>
          <a:ln w="0">
            <a:noFill/>
          </a:ln>
        </p:spPr>
        <p:txBody>
          <a:bodyPr lIns="0" rIns="0" tIns="0" bIns="0" anchor="t">
            <a:spAutoFit/>
          </a:bodyPr>
          <a:p>
            <a:pPr indent="0" defTabSz="914400">
              <a:lnSpc>
                <a:spcPct val="100000"/>
              </a:lnSpc>
              <a:buNone/>
              <a:tabLst>
                <a:tab algn="l" pos="0"/>
              </a:tabLst>
            </a:pPr>
            <a:r>
              <a:rPr b="0" lang="en-US" sz="1600" strike="noStrike" u="none">
                <a:solidFill>
                  <a:schemeClr val="dk1"/>
                </a:solidFill>
                <a:effectLst/>
                <a:uFillTx/>
                <a:latin typeface="Arial"/>
              </a:rPr>
              <a:t>Slide subtitle; Arial 16pt, sentence case (multi-line)</a:t>
            </a:r>
            <a:endParaRPr b="0" lang="en-US" sz="1600" strike="noStrike" u="none">
              <a:solidFill>
                <a:schemeClr val="dk1"/>
              </a:solidFill>
              <a:effectLst/>
              <a:uFillTx/>
              <a:latin typeface="Arial"/>
            </a:endParaRPr>
          </a:p>
        </p:txBody>
      </p:sp>
      <p:sp>
        <p:nvSpPr>
          <p:cNvPr id="204" name="PlaceHolder 3"/>
          <p:cNvSpPr>
            <a:spLocks noGrp="1"/>
          </p:cNvSpPr>
          <p:nvPr>
            <p:ph type="dt" idx="52"/>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ffffff"/>
              </a:solidFill>
              <a:effectLst/>
              <a:uFillTx/>
              <a:latin typeface="Times New Roman"/>
            </a:endParaRPr>
          </a:p>
        </p:txBody>
      </p:sp>
      <p:sp>
        <p:nvSpPr>
          <p:cNvPr id="205" name="PlaceHolder 4"/>
          <p:cNvSpPr>
            <a:spLocks noGrp="1"/>
          </p:cNvSpPr>
          <p:nvPr>
            <p:ph type="ftr" idx="53"/>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ffffff"/>
              </a:solidFill>
              <a:effectLst/>
              <a:uFillTx/>
              <a:latin typeface="Times New Roman"/>
            </a:endParaRPr>
          </a:p>
        </p:txBody>
      </p:sp>
      <p:sp>
        <p:nvSpPr>
          <p:cNvPr id="206" name="PlaceHolder 5"/>
          <p:cNvSpPr>
            <a:spLocks noGrp="1"/>
          </p:cNvSpPr>
          <p:nvPr>
            <p:ph type="sldNum" idx="54"/>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DE57C0CA-F0E5-42D5-8E20-35510F3D2B19}" type="slidenum">
              <a:rPr b="0" lang="en-US" sz="200" strike="noStrike" u="none">
                <a:solidFill>
                  <a:schemeClr val="dk1"/>
                </a:solidFill>
                <a:effectLst/>
                <a:uFillTx/>
                <a:latin typeface="Arial"/>
              </a:rPr>
              <a:t>&lt;number&gt;</a:t>
            </a:fld>
            <a:endParaRPr b="0" lang="en-US" sz="200" strike="noStrike" u="none">
              <a:solidFill>
                <a:srgbClr val="ffffff"/>
              </a:solidFill>
              <a:effectLst/>
              <a:uFillTx/>
              <a:latin typeface="Times New Roman"/>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ver">
    <p:bg>
      <p:bgPr>
        <a:solidFill>
          <a:schemeClr val="lt2"/>
        </a:solidFill>
      </p:bgPr>
    </p:bg>
    <p:spTree>
      <p:nvGrpSpPr>
        <p:cNvPr id="1" name=""/>
        <p:cNvGrpSpPr/>
        <p:nvPr/>
      </p:nvGrpSpPr>
      <p:grpSpPr>
        <a:xfrm>
          <a:off x="0" y="0"/>
          <a:ext cx="0" cy="0"/>
          <a:chOff x="0" y="0"/>
          <a:chExt cx="0" cy="0"/>
        </a:xfrm>
      </p:grpSpPr>
      <p:pic>
        <p:nvPicPr>
          <p:cNvPr id="207"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208"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F4D043BB-D27E-492A-AB37-520595FBA0A5}"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209"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grpSp>
        <p:nvGrpSpPr>
          <p:cNvPr id="210" name="Stadium and circles">
            <a:extLst>
              <a:ext uri="{C183D7F6-B498-43B3-948B-1728B52AA6E4}">
                <adec:decorative xmlns:adec="http://schemas.microsoft.com/office/drawing/2017/decorative" val="1"/>
              </a:ext>
            </a:extLst>
          </p:cNvPr>
          <p:cNvGrpSpPr/>
          <p:nvPr/>
        </p:nvGrpSpPr>
        <p:grpSpPr>
          <a:xfrm>
            <a:off x="6377760" y="552240"/>
            <a:ext cx="5814000" cy="5797800"/>
            <a:chOff x="6377760" y="552240"/>
            <a:chExt cx="5814000" cy="5797800"/>
          </a:xfrm>
        </p:grpSpPr>
        <p:sp>
          <p:nvSpPr>
            <p:cNvPr id="211" name="Oval 35"/>
            <p:cNvSpPr/>
            <p:nvPr/>
          </p:nvSpPr>
          <p:spPr>
            <a:xfrm>
              <a:off x="9869040" y="5189040"/>
              <a:ext cx="1159200" cy="115920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12" name="Rectangle: Rounded Corners 36"/>
            <p:cNvSpPr/>
            <p:nvPr/>
          </p:nvSpPr>
          <p:spPr>
            <a:xfrm>
              <a:off x="6377760" y="5189040"/>
              <a:ext cx="3493440" cy="1161000"/>
            </a:xfrm>
            <a:prstGeom prst="roundRect">
              <a:avLst>
                <a:gd name="adj" fmla="val 50000"/>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13" name="Oval 13"/>
            <p:cNvSpPr/>
            <p:nvPr/>
          </p:nvSpPr>
          <p:spPr>
            <a:xfrm>
              <a:off x="11032560" y="5189040"/>
              <a:ext cx="1159200" cy="1159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14" name="Oval 14"/>
            <p:cNvSpPr/>
            <p:nvPr/>
          </p:nvSpPr>
          <p:spPr>
            <a:xfrm>
              <a:off x="11032560" y="4030920"/>
              <a:ext cx="1159200" cy="115920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15" name="Oval 39"/>
            <p:cNvSpPr/>
            <p:nvPr/>
          </p:nvSpPr>
          <p:spPr>
            <a:xfrm>
              <a:off x="11032560" y="2872440"/>
              <a:ext cx="1159200" cy="115920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16" name="Oval 40"/>
            <p:cNvSpPr/>
            <p:nvPr/>
          </p:nvSpPr>
          <p:spPr>
            <a:xfrm>
              <a:off x="11032560" y="1711080"/>
              <a:ext cx="1159200" cy="115920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17" name="Oval 41"/>
            <p:cNvSpPr/>
            <p:nvPr/>
          </p:nvSpPr>
          <p:spPr>
            <a:xfrm>
              <a:off x="11032560" y="552240"/>
              <a:ext cx="1159200" cy="115920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18" name="Oval 45"/>
            <p:cNvSpPr/>
            <p:nvPr/>
          </p:nvSpPr>
          <p:spPr>
            <a:xfrm>
              <a:off x="9869040" y="2872440"/>
              <a:ext cx="1159200" cy="115920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19" name="Oval 46"/>
            <p:cNvSpPr/>
            <p:nvPr/>
          </p:nvSpPr>
          <p:spPr>
            <a:xfrm>
              <a:off x="9869040" y="1711080"/>
              <a:ext cx="1159200" cy="115920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20" name="Oval 47"/>
            <p:cNvSpPr/>
            <p:nvPr/>
          </p:nvSpPr>
          <p:spPr>
            <a:xfrm>
              <a:off x="9869040" y="552240"/>
              <a:ext cx="1159200" cy="115920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21" name="Oval 48"/>
            <p:cNvSpPr/>
            <p:nvPr/>
          </p:nvSpPr>
          <p:spPr>
            <a:xfrm>
              <a:off x="8713800" y="1711080"/>
              <a:ext cx="1159200" cy="115920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22" name="Oval 17"/>
            <p:cNvSpPr/>
            <p:nvPr/>
          </p:nvSpPr>
          <p:spPr>
            <a:xfrm>
              <a:off x="7718400" y="4030920"/>
              <a:ext cx="1159200" cy="115920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23" name="Rectangle: Rounded Corners 50"/>
            <p:cNvSpPr/>
            <p:nvPr/>
          </p:nvSpPr>
          <p:spPr>
            <a:xfrm>
              <a:off x="7720920" y="2872440"/>
              <a:ext cx="2148480" cy="1161000"/>
            </a:xfrm>
            <a:prstGeom prst="roundRect">
              <a:avLst>
                <a:gd name="adj" fmla="val 50000"/>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24" name="Rectangle: Rounded Corners 51"/>
            <p:cNvSpPr/>
            <p:nvPr/>
          </p:nvSpPr>
          <p:spPr>
            <a:xfrm>
              <a:off x="8876880" y="4030920"/>
              <a:ext cx="2151360" cy="1161000"/>
            </a:xfrm>
            <a:prstGeom prst="roundRect">
              <a:avLst>
                <a:gd name="adj" fmla="val 50000"/>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grpSp>
      <p:pic>
        <p:nvPicPr>
          <p:cNvPr id="225" name="Optum Logo" descr="Optum"/>
          <p:cNvPicPr/>
          <p:nvPr/>
        </p:nvPicPr>
        <p:blipFill>
          <a:blip r:embed="rId4">
            <a:extLst>
              <a:ext uri="{96DAC541-7B7A-43D3-8B79-37D633B846F1}">
                <asvg:svgBlip xmlns:asvg="http://schemas.microsoft.com/office/drawing/2016/SVG/main" r:embed="rId5"/>
              </a:ext>
            </a:extLst>
          </a:blip>
          <a:stretch/>
        </p:blipFill>
        <p:spPr>
          <a:xfrm>
            <a:off x="590400" y="596160"/>
            <a:ext cx="1817280" cy="525960"/>
          </a:xfrm>
          <a:prstGeom prst="rect">
            <a:avLst/>
          </a:prstGeom>
          <a:noFill/>
          <a:ln w="0">
            <a:noFill/>
          </a:ln>
        </p:spPr>
      </p:pic>
      <p:sp>
        <p:nvSpPr>
          <p:cNvPr id="226" name="PlaceHolder 1"/>
          <p:cNvSpPr>
            <a:spLocks noGrp="1"/>
          </p:cNvSpPr>
          <p:nvPr>
            <p:ph type="title"/>
          </p:nvPr>
        </p:nvSpPr>
        <p:spPr>
          <a:xfrm>
            <a:off x="604080" y="1847880"/>
            <a:ext cx="7159320" cy="1692360"/>
          </a:xfrm>
          <a:prstGeom prst="rect">
            <a:avLst/>
          </a:prstGeom>
          <a:noFill/>
          <a:ln w="0">
            <a:noFill/>
          </a:ln>
        </p:spPr>
        <p:txBody>
          <a:bodyPr lIns="0" rIns="0" tIns="0" bIns="0" anchor="b">
            <a:noAutofit/>
          </a:bodyPr>
          <a:p>
            <a:pPr indent="0" defTabSz="914400">
              <a:lnSpc>
                <a:spcPct val="100000"/>
              </a:lnSpc>
              <a:buNone/>
            </a:pPr>
            <a:r>
              <a:rPr b="0" lang="en-US" sz="5500" strike="noStrike" u="none">
                <a:solidFill>
                  <a:schemeClr val="dk1"/>
                </a:solidFill>
                <a:effectLst/>
                <a:uFillTx/>
                <a:latin typeface="Georgia Pro"/>
              </a:rPr>
              <a:t>Insightful presentation title (max. 2 lines)</a:t>
            </a:r>
            <a:endParaRPr b="0" lang="en-US" sz="5500" strike="noStrike" u="none">
              <a:solidFill>
                <a:schemeClr val="dk1"/>
              </a:solidFill>
              <a:effectLst/>
              <a:uFillTx/>
              <a:latin typeface="Arial"/>
            </a:endParaRPr>
          </a:p>
        </p:txBody>
      </p:sp>
      <p:sp>
        <p:nvSpPr>
          <p:cNvPr id="227" name="PlaceHolder 2"/>
          <p:cNvSpPr>
            <a:spLocks noGrp="1"/>
          </p:cNvSpPr>
          <p:nvPr>
            <p:ph type="body"/>
          </p:nvPr>
        </p:nvSpPr>
        <p:spPr>
          <a:xfrm>
            <a:off x="604080" y="3907080"/>
            <a:ext cx="5028840" cy="2626920"/>
          </a:xfrm>
          <a:prstGeom prst="rect">
            <a:avLst/>
          </a:prstGeom>
          <a:noFill/>
          <a:ln w="0">
            <a:noFill/>
          </a:ln>
        </p:spPr>
        <p:txBody>
          <a:bodyPr lIns="0" rIns="0" tIns="0" bIns="0" anchor="t">
            <a:spAutoFit/>
          </a:bodyPr>
          <a:p>
            <a:pPr indent="0" defTabSz="914400">
              <a:lnSpc>
                <a:spcPct val="100000"/>
              </a:lnSpc>
              <a:buNone/>
              <a:tabLst>
                <a:tab algn="l" pos="0"/>
              </a:tabLst>
            </a:pPr>
            <a:r>
              <a:rPr b="0" lang="en-US" sz="1800" strike="noStrike" u="none">
                <a:solidFill>
                  <a:schemeClr val="dk1"/>
                </a:solidFill>
                <a:effectLst/>
                <a:uFillTx/>
                <a:latin typeface="Arial"/>
              </a:rPr>
              <a:t>Presentation subtitle (optional); Arial 18pt, sentence case, max. 3 lines</a:t>
            </a:r>
            <a:endParaRPr b="0" lang="en-US" sz="1800" strike="noStrike" u="none">
              <a:solidFill>
                <a:schemeClr val="dk1"/>
              </a:solidFill>
              <a:effectLst/>
              <a:uFillTx/>
              <a:latin typeface="Arial"/>
            </a:endParaRPr>
          </a:p>
        </p:txBody>
      </p:sp>
      <p:cxnSp>
        <p:nvCxnSpPr>
          <p:cNvPr id="228" name="Stoke">
            <a:extLst>
              <a:ext uri="{C183D7F6-B498-43B3-948B-1728B52AA6E4}">
                <adec:decorative xmlns:adec="http://schemas.microsoft.com/office/drawing/2017/decorative" val="1"/>
              </a:ext>
            </a:extLst>
          </p:cNvPr>
          <p:cNvCxnSpPr/>
          <p:nvPr/>
        </p:nvCxnSpPr>
        <p:spPr>
          <a:xfrm>
            <a:off x="603720" y="5627520"/>
            <a:ext cx="522360" cy="360"/>
          </a:xfrm>
          <a:prstGeom prst="straightConnector1">
            <a:avLst/>
          </a:prstGeom>
          <a:ln cap="rnd" w="38100">
            <a:solidFill>
              <a:srgbClr val="ff612b"/>
            </a:solidFill>
            <a:round/>
          </a:ln>
        </p:spPr>
      </p:cxnSp>
      <p:sp>
        <p:nvSpPr>
          <p:cNvPr id="229" name="PlaceHolder 3"/>
          <p:cNvSpPr>
            <a:spLocks noGrp="1"/>
          </p:cNvSpPr>
          <p:nvPr>
            <p:ph type="body"/>
          </p:nvPr>
        </p:nvSpPr>
        <p:spPr>
          <a:xfrm>
            <a:off x="604080" y="4321080"/>
            <a:ext cx="5028840" cy="1926720"/>
          </a:xfrm>
          <a:prstGeom prst="rect">
            <a:avLst/>
          </a:prstGeom>
          <a:noFill/>
          <a:ln w="0">
            <a:noFill/>
          </a:ln>
        </p:spPr>
        <p:txBody>
          <a:bodyPr lIns="0" rIns="0" tIns="0" bIns="0" anchor="b">
            <a:spAutoFit/>
          </a:bodyPr>
          <a:p>
            <a:pPr indent="0" defTabSz="914400">
              <a:lnSpc>
                <a:spcPct val="100000"/>
              </a:lnSpc>
              <a:buNone/>
              <a:tabLst>
                <a:tab algn="l" pos="0"/>
              </a:tabLst>
            </a:pPr>
            <a:r>
              <a:rPr b="0" lang="en-US" sz="1400" strike="noStrike" u="none">
                <a:solidFill>
                  <a:schemeClr val="dk1"/>
                </a:solidFill>
                <a:effectLst/>
                <a:uFillTx/>
                <a:latin typeface="Arial"/>
              </a:rPr>
              <a:t>Month DD, YYYY (May also be location or speaker)</a:t>
            </a:r>
            <a:endParaRPr b="0" lang="en-US" sz="1400" strike="noStrike" u="none">
              <a:solidFill>
                <a:schemeClr val="dk1"/>
              </a:solidFill>
              <a:effectLst/>
              <a:uFillTx/>
              <a:latin typeface="Arial"/>
            </a:endParaRPr>
          </a:p>
        </p:txBody>
      </p:sp>
      <p:sp>
        <p:nvSpPr>
          <p:cNvPr id="230" name="PlaceHolder 4"/>
          <p:cNvSpPr>
            <a:spLocks noGrp="1"/>
          </p:cNvSpPr>
          <p:nvPr>
            <p:ph type="dt" idx="55"/>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231" name="PlaceHolder 5"/>
          <p:cNvSpPr>
            <a:spLocks noGrp="1"/>
          </p:cNvSpPr>
          <p:nvPr>
            <p:ph type="ftr" idx="56"/>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232" name="PlaceHolder 6"/>
          <p:cNvSpPr>
            <a:spLocks noGrp="1"/>
          </p:cNvSpPr>
          <p:nvPr>
            <p:ph type="sldNum" idx="57"/>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4D514536-5C1A-49BF-9DD5-9653198A9249}"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Two Lines - Pattern">
    <p:bg>
      <p:bgPr>
        <a:blipFill rotWithShape="0">
          <a:blip r:embed="rId2">
            <a:extLst>
              <a:ext uri="{96DAC541-7B7A-43D3-8B79-37D633B846F1}">
                <asvg:svgBlip xmlns:asvg="http://schemas.microsoft.com/office/drawing/2016/SVG/main" r:embed="rId3"/>
              </a:ext>
            </a:extLst>
          </a:blip>
          <a:stretch/>
        </a:blipFill>
      </p:bgPr>
    </p:bg>
    <p:spTree>
      <p:nvGrpSpPr>
        <p:cNvPr id="1" name=""/>
        <p:cNvGrpSpPr/>
        <p:nvPr/>
      </p:nvGrpSpPr>
      <p:grpSpPr>
        <a:xfrm>
          <a:off x="0" y="0"/>
          <a:ext cx="0" cy="0"/>
          <a:chOff x="0" y="0"/>
          <a:chExt cx="0" cy="0"/>
        </a:xfrm>
      </p:grpSpPr>
      <p:pic>
        <p:nvPicPr>
          <p:cNvPr id="233"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560" cy="223560"/>
          </a:xfrm>
          <a:prstGeom prst="rect">
            <a:avLst/>
          </a:prstGeom>
          <a:noFill/>
          <a:ln w="0">
            <a:noFill/>
          </a:ln>
        </p:spPr>
      </p:pic>
      <p:sp>
        <p:nvSpPr>
          <p:cNvPr id="234"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AB81B70C-0A98-436F-A01B-D8A526FCAA6A}" type="slidenum">
              <a:rPr b="1" lang="en-US" sz="1000" strike="noStrike" u="none">
                <a:solidFill>
                  <a:schemeClr val="dk1"/>
                </a:solidFill>
                <a:effectLst/>
                <a:uFillTx/>
                <a:latin typeface="Arial"/>
              </a:rPr>
              <a:t>&lt;number&gt;</a:t>
            </a:fld>
            <a:endParaRPr b="0" lang="en-US" sz="1000" strike="noStrike" u="none">
              <a:solidFill>
                <a:srgbClr val="ffffff"/>
              </a:solidFill>
              <a:effectLst/>
              <a:uFillTx/>
              <a:latin typeface="Arial"/>
            </a:endParaRPr>
          </a:p>
        </p:txBody>
      </p:sp>
      <p:sp>
        <p:nvSpPr>
          <p:cNvPr id="235"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ffffff"/>
              </a:solidFill>
              <a:effectLst/>
              <a:uFillTx/>
              <a:latin typeface="Arial"/>
            </a:endParaRPr>
          </a:p>
        </p:txBody>
      </p:sp>
      <p:cxnSp>
        <p:nvCxnSpPr>
          <p:cNvPr id="236" name="Stroke">
            <a:extLst>
              <a:ext uri="{C183D7F6-B498-43B3-948B-1728B52AA6E4}">
                <adec:decorative xmlns:adec="http://schemas.microsoft.com/office/drawing/2017/decorative" val="1"/>
              </a:ext>
            </a:extLst>
          </p:cNvPr>
          <p:cNvCxnSpPr/>
          <p:nvPr/>
        </p:nvCxnSpPr>
        <p:spPr>
          <a:xfrm>
            <a:off x="467640" y="410760"/>
            <a:ext cx="522360" cy="360"/>
          </a:xfrm>
          <a:prstGeom prst="straightConnector1">
            <a:avLst/>
          </a:prstGeom>
          <a:ln cap="rnd" w="38100">
            <a:solidFill>
              <a:srgbClr val="ff612b"/>
            </a:solidFill>
            <a:round/>
          </a:ln>
        </p:spPr>
      </p:cxnSp>
      <p:sp>
        <p:nvSpPr>
          <p:cNvPr id="237" name="PlaceHolder 1"/>
          <p:cNvSpPr>
            <a:spLocks noGrp="1"/>
          </p:cNvSpPr>
          <p:nvPr>
            <p:ph type="title"/>
          </p:nvPr>
        </p:nvSpPr>
        <p:spPr>
          <a:xfrm>
            <a:off x="468000" y="555480"/>
            <a:ext cx="9600840" cy="609120"/>
          </a:xfrm>
          <a:prstGeom prst="rect">
            <a:avLst/>
          </a:prstGeom>
          <a:noFill/>
          <a:ln w="0">
            <a:noFill/>
          </a:ln>
        </p:spPr>
        <p:txBody>
          <a:bodyPr lIns="0" rIns="0" tIns="0" bIns="0" anchor="t">
            <a:noAutofit/>
          </a:bodyPr>
          <a:p>
            <a:pPr indent="0" defTabSz="914400">
              <a:lnSpc>
                <a:spcPct val="90000"/>
              </a:lnSpc>
              <a:buNone/>
            </a:pPr>
            <a:r>
              <a:rPr b="0" lang="en-US" sz="2200" strike="noStrike" u="none">
                <a:solidFill>
                  <a:schemeClr val="dk1"/>
                </a:solidFill>
                <a:effectLst/>
                <a:uFillTx/>
                <a:latin typeface="Georgia Pro"/>
              </a:rPr>
              <a:t>Slide title; Georgia Pro 22pt, sentence case. This layout accommodates a slide title that is a maximum of 2 lines.</a:t>
            </a:r>
            <a:endParaRPr b="0" lang="en-US" sz="2200" strike="noStrike" u="none">
              <a:solidFill>
                <a:schemeClr val="dk1"/>
              </a:solidFill>
              <a:effectLst/>
              <a:uFillTx/>
              <a:latin typeface="Arial"/>
            </a:endParaRPr>
          </a:p>
        </p:txBody>
      </p:sp>
      <p:sp>
        <p:nvSpPr>
          <p:cNvPr id="238" name="PlaceHolder 2"/>
          <p:cNvSpPr>
            <a:spLocks noGrp="1"/>
          </p:cNvSpPr>
          <p:nvPr>
            <p:ph type="dt" idx="58"/>
          </p:nvPr>
        </p:nvSpPr>
        <p:spPr>
          <a:xfrm>
            <a:off x="0" y="717732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ffffff"/>
              </a:solidFill>
              <a:effectLst/>
              <a:uFillTx/>
              <a:latin typeface="Times New Roman"/>
            </a:endParaRPr>
          </a:p>
        </p:txBody>
      </p:sp>
      <p:sp>
        <p:nvSpPr>
          <p:cNvPr id="239" name="PlaceHolder 3"/>
          <p:cNvSpPr>
            <a:spLocks noGrp="1"/>
          </p:cNvSpPr>
          <p:nvPr>
            <p:ph type="ftr" idx="59"/>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ffffff"/>
              </a:solidFill>
              <a:effectLst/>
              <a:uFillTx/>
              <a:latin typeface="Times New Roman"/>
            </a:endParaRPr>
          </a:p>
        </p:txBody>
      </p:sp>
      <p:sp>
        <p:nvSpPr>
          <p:cNvPr id="240" name="PlaceHolder 4"/>
          <p:cNvSpPr>
            <a:spLocks noGrp="1"/>
          </p:cNvSpPr>
          <p:nvPr>
            <p:ph type="sldNum" idx="60"/>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89332723-61C7-423F-B4C3-A25B4C5AA4A9}" type="slidenum">
              <a:rPr b="0" lang="en-US" sz="200" strike="noStrike" u="none">
                <a:solidFill>
                  <a:schemeClr val="dk1"/>
                </a:solidFill>
                <a:effectLst/>
                <a:uFillTx/>
                <a:latin typeface="Arial"/>
              </a:rPr>
              <a:t>&lt;number&gt;</a:t>
            </a:fld>
            <a:endParaRPr b="0" lang="en-US" sz="200" strike="noStrike" u="none">
              <a:solidFill>
                <a:srgbClr val="ffffff"/>
              </a:solidFill>
              <a:effectLst/>
              <a:uFillTx/>
              <a:latin typeface="Times New Roman"/>
            </a:endParaRPr>
          </a:p>
        </p:txBody>
      </p:sp>
      <p:sp>
        <p:nvSpPr>
          <p:cNvPr id="241"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600" strike="noStrike" u="none">
                <a:solidFill>
                  <a:schemeClr val="dk1"/>
                </a:solidFill>
                <a:effectLst/>
                <a:uFillTx/>
                <a:latin typeface="Arial"/>
              </a:rPr>
              <a:t>Click to edit the outline text format</a:t>
            </a:r>
            <a:endParaRPr b="0" lang="en-US" sz="1600" strike="noStrike" u="none">
              <a:solidFill>
                <a:schemeClr val="dk1"/>
              </a:solidFill>
              <a:effectLst/>
              <a:uFillTx/>
              <a:latin typeface="Arial"/>
            </a:endParaRPr>
          </a:p>
          <a:p>
            <a:pPr lvl="1" marL="864000" indent="-324000">
              <a:spcBef>
                <a:spcPts val="1134"/>
              </a:spcBef>
              <a:buClr>
                <a:srgbClr val="ffffff"/>
              </a:buClr>
              <a:buSzPct val="75000"/>
              <a:buFont typeface="Symbol" charset="2"/>
              <a:buChar char=""/>
            </a:pPr>
            <a:r>
              <a:rPr b="0" lang="en-US" sz="1600" strike="noStrike" u="none">
                <a:solidFill>
                  <a:schemeClr val="dk1"/>
                </a:solidFill>
                <a:effectLst/>
                <a:uFillTx/>
                <a:latin typeface="Arial"/>
              </a:rPr>
              <a:t>Second Outline Level</a:t>
            </a:r>
            <a:endParaRPr b="0" lang="en-US" sz="1600" strike="noStrike" u="none">
              <a:solidFill>
                <a:schemeClr val="dk1"/>
              </a:solidFill>
              <a:effectLst/>
              <a:uFillTx/>
              <a:latin typeface="Arial"/>
            </a:endParaRPr>
          </a:p>
          <a:p>
            <a:pPr lvl="2" marL="1296000" indent="-288000">
              <a:spcBef>
                <a:spcPts val="850"/>
              </a:spcBef>
              <a:buClr>
                <a:srgbClr val="ffffff"/>
              </a:buClr>
              <a:buSzPct val="45000"/>
              <a:buFont typeface="Wingdings" charset="2"/>
              <a:buChar char=""/>
            </a:pPr>
            <a:r>
              <a:rPr b="0" lang="en-US" sz="1600" strike="noStrike" u="none">
                <a:solidFill>
                  <a:schemeClr val="dk1"/>
                </a:solidFill>
                <a:effectLst/>
                <a:uFillTx/>
                <a:latin typeface="Arial"/>
              </a:rPr>
              <a:t>Third Outline Level</a:t>
            </a:r>
            <a:endParaRPr b="0" lang="en-US" sz="1600" strike="noStrike" u="none">
              <a:solidFill>
                <a:schemeClr val="dk1"/>
              </a:solidFill>
              <a:effectLst/>
              <a:uFillTx/>
              <a:latin typeface="Arial"/>
            </a:endParaRPr>
          </a:p>
          <a:p>
            <a:pPr lvl="3" marL="1728000" indent="-216000">
              <a:spcBef>
                <a:spcPts val="567"/>
              </a:spcBef>
              <a:buClr>
                <a:srgbClr val="ffffff"/>
              </a:buClr>
              <a:buSzPct val="75000"/>
              <a:buFont typeface="Symbol" charset="2"/>
              <a:buChar char=""/>
            </a:pPr>
            <a:r>
              <a:rPr b="0" lang="en-US" sz="1400" strike="noStrike" u="none">
                <a:solidFill>
                  <a:schemeClr val="dk1"/>
                </a:solidFill>
                <a:effectLst/>
                <a:uFillTx/>
                <a:latin typeface="Arial"/>
              </a:rPr>
              <a:t>Fourth Outline Level</a:t>
            </a:r>
            <a:endParaRPr b="0" lang="en-US" sz="1400" strike="noStrike" u="none">
              <a:solidFill>
                <a:schemeClr val="dk1"/>
              </a:solidFill>
              <a:effectLst/>
              <a:uFillTx/>
              <a:latin typeface="Arial"/>
            </a:endParaRPr>
          </a:p>
          <a:p>
            <a:pPr lvl="4" marL="2160000" indent="-216000">
              <a:spcBef>
                <a:spcPts val="283"/>
              </a:spcBef>
              <a:buClr>
                <a:srgbClr val="ffffff"/>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chemeClr val="dk1"/>
              </a:solidFill>
              <a:effectLst/>
              <a:uFillTx/>
              <a:latin typeface="Arial"/>
            </a:endParaRPr>
          </a:p>
          <a:p>
            <a:pPr lvl="5" marL="2592000" indent="-216000">
              <a:spcBef>
                <a:spcPts val="283"/>
              </a:spcBef>
              <a:buClr>
                <a:srgbClr val="ffffff"/>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chemeClr val="dk1"/>
              </a:solidFill>
              <a:effectLst/>
              <a:uFillTx/>
              <a:latin typeface="Arial"/>
            </a:endParaRPr>
          </a:p>
          <a:p>
            <a:pPr lvl="6" marL="3024000" indent="-216000">
              <a:spcBef>
                <a:spcPts val="283"/>
              </a:spcBef>
              <a:buClr>
                <a:srgbClr val="ffffff"/>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chemeClr val="dk1"/>
              </a:solidFill>
              <a:effectLst/>
              <a:uFillTx/>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 Pattern">
    <p:bg>
      <p:bgPr>
        <a:blipFill rotWithShape="0">
          <a:blip r:embed="rId2">
            <a:extLst>
              <a:ext uri="{96DAC541-7B7A-43D3-8B79-37D633B846F1}">
                <asvg:svgBlip xmlns:asvg="http://schemas.microsoft.com/office/drawing/2016/SVG/main" r:embed="rId3"/>
              </a:ext>
            </a:extLst>
          </a:blip>
          <a:stretch/>
        </a:blipFill>
      </p:bgPr>
    </p:bg>
    <p:spTree>
      <p:nvGrpSpPr>
        <p:cNvPr id="1" name=""/>
        <p:cNvGrpSpPr/>
        <p:nvPr/>
      </p:nvGrpSpPr>
      <p:grpSpPr>
        <a:xfrm>
          <a:off x="0" y="0"/>
          <a:ext cx="0" cy="0"/>
          <a:chOff x="0" y="0"/>
          <a:chExt cx="0" cy="0"/>
        </a:xfrm>
      </p:grpSpPr>
      <p:pic>
        <p:nvPicPr>
          <p:cNvPr id="242"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560" cy="223560"/>
          </a:xfrm>
          <a:prstGeom prst="rect">
            <a:avLst/>
          </a:prstGeom>
          <a:noFill/>
          <a:ln w="0">
            <a:noFill/>
          </a:ln>
        </p:spPr>
      </p:pic>
      <p:sp>
        <p:nvSpPr>
          <p:cNvPr id="243"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08974321-03AF-4641-A1F9-A7243720FC30}" type="slidenum">
              <a:rPr b="1" lang="en-US" sz="1000" strike="noStrike" u="none">
                <a:solidFill>
                  <a:schemeClr val="dk1"/>
                </a:solidFill>
                <a:effectLst/>
                <a:uFillTx/>
                <a:latin typeface="Arial"/>
              </a:rPr>
              <a:t>&lt;number&gt;</a:t>
            </a:fld>
            <a:endParaRPr b="0" lang="en-US" sz="1000" strike="noStrike" u="none">
              <a:solidFill>
                <a:srgbClr val="ffffff"/>
              </a:solidFill>
              <a:effectLst/>
              <a:uFillTx/>
              <a:latin typeface="Arial"/>
            </a:endParaRPr>
          </a:p>
        </p:txBody>
      </p:sp>
      <p:sp>
        <p:nvSpPr>
          <p:cNvPr id="244"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ffffff"/>
              </a:solidFill>
              <a:effectLst/>
              <a:uFillTx/>
              <a:latin typeface="Arial"/>
            </a:endParaRPr>
          </a:p>
        </p:txBody>
      </p:sp>
      <p:cxnSp>
        <p:nvCxnSpPr>
          <p:cNvPr id="245" name="Stroke">
            <a:extLst>
              <a:ext uri="{C183D7F6-B498-43B3-948B-1728B52AA6E4}">
                <adec:decorative xmlns:adec="http://schemas.microsoft.com/office/drawing/2017/decorative" val="1"/>
              </a:ext>
            </a:extLst>
          </p:cNvPr>
          <p:cNvCxnSpPr/>
          <p:nvPr/>
        </p:nvCxnSpPr>
        <p:spPr>
          <a:xfrm>
            <a:off x="467640" y="410760"/>
            <a:ext cx="522360" cy="360"/>
          </a:xfrm>
          <a:prstGeom prst="straightConnector1">
            <a:avLst/>
          </a:prstGeom>
          <a:ln cap="rnd" w="38100">
            <a:solidFill>
              <a:srgbClr val="ff612b"/>
            </a:solidFill>
            <a:round/>
          </a:ln>
        </p:spPr>
      </p:cxnSp>
      <p:sp>
        <p:nvSpPr>
          <p:cNvPr id="246" name="PlaceHolder 1"/>
          <p:cNvSpPr>
            <a:spLocks noGrp="1"/>
          </p:cNvSpPr>
          <p:nvPr>
            <p:ph type="title"/>
          </p:nvPr>
        </p:nvSpPr>
        <p:spPr>
          <a:xfrm>
            <a:off x="468000" y="555480"/>
            <a:ext cx="9600840" cy="304200"/>
          </a:xfrm>
          <a:prstGeom prst="rect">
            <a:avLst/>
          </a:prstGeom>
          <a:noFill/>
          <a:ln w="0">
            <a:noFill/>
          </a:ln>
        </p:spPr>
        <p:txBody>
          <a:bodyPr lIns="0" rIns="0" tIns="0" bIns="0" anchor="t">
            <a:noAutofit/>
          </a:bodyPr>
          <a:p>
            <a:pPr indent="0" defTabSz="914400">
              <a:lnSpc>
                <a:spcPct val="90000"/>
              </a:lnSpc>
              <a:buNone/>
            </a:pPr>
            <a:r>
              <a:rPr b="0" lang="en-US" sz="2200" strike="noStrike" u="none">
                <a:solidFill>
                  <a:schemeClr val="dk1"/>
                </a:solidFill>
                <a:effectLst/>
                <a:uFillTx/>
                <a:latin typeface="Georgia Pro"/>
              </a:rPr>
              <a:t>Slide title; Georgia Pro 22pt, sentence case (1 line)</a:t>
            </a:r>
            <a:endParaRPr b="0" lang="en-US" sz="2200" strike="noStrike" u="none">
              <a:solidFill>
                <a:schemeClr val="dk1"/>
              </a:solidFill>
              <a:effectLst/>
              <a:uFillTx/>
              <a:latin typeface="Arial"/>
            </a:endParaRPr>
          </a:p>
        </p:txBody>
      </p:sp>
      <p:sp>
        <p:nvSpPr>
          <p:cNvPr id="247" name="PlaceHolder 2"/>
          <p:cNvSpPr>
            <a:spLocks noGrp="1"/>
          </p:cNvSpPr>
          <p:nvPr>
            <p:ph type="body"/>
          </p:nvPr>
        </p:nvSpPr>
        <p:spPr>
          <a:xfrm>
            <a:off x="1523880" y="1257480"/>
            <a:ext cx="9143640" cy="3964320"/>
          </a:xfrm>
          <a:prstGeom prst="rect">
            <a:avLst/>
          </a:prstGeom>
          <a:noFill/>
          <a:ln w="0">
            <a:noFill/>
          </a:ln>
        </p:spPr>
        <p:txBody>
          <a:bodyPr lIns="0" rIns="0" tIns="0" bIns="0" anchor="t">
            <a:noAutofit/>
          </a:bodyPr>
          <a:p>
            <a:pPr indent="0" defTabSz="914400">
              <a:lnSpc>
                <a:spcPct val="100000"/>
              </a:lnSpc>
              <a:spcBef>
                <a:spcPts val="601"/>
              </a:spcBef>
              <a:buNone/>
              <a:tabLst>
                <a:tab algn="l" pos="0"/>
              </a:tabLst>
            </a:pPr>
            <a:r>
              <a:rPr b="0" lang="en-US" sz="1600" strike="noStrike" u="none">
                <a:solidFill>
                  <a:schemeClr val="dk1"/>
                </a:solidFill>
                <a:effectLst/>
                <a:uFillTx/>
                <a:latin typeface="Arial"/>
              </a:rPr>
              <a:t>Click to type text. To activate sub-level formatting, place cursor at beginning of text/line and hit tab or shift tab. Click icon for chart or table.</a:t>
            </a:r>
            <a:endParaRPr b="0" lang="en-US" sz="1600" strike="noStrike" u="none">
              <a:solidFill>
                <a:schemeClr val="dk1"/>
              </a:solidFill>
              <a:effectLst/>
              <a:uFillTx/>
              <a:latin typeface="Arial"/>
            </a:endParaRPr>
          </a:p>
          <a:p>
            <a:pPr lvl="1" marL="171360" indent="-171360" defTabSz="914400">
              <a:lnSpc>
                <a:spcPct val="100000"/>
              </a:lnSpc>
              <a:spcBef>
                <a:spcPts val="601"/>
              </a:spcBef>
              <a:buClr>
                <a:srgbClr val="3d3c38"/>
              </a:buClr>
              <a:buFont typeface="Arial"/>
              <a:buChar char="•"/>
              <a:tabLst>
                <a:tab algn="l" pos="0"/>
              </a:tabLst>
            </a:pPr>
            <a:r>
              <a:rPr b="0" lang="en-US" sz="1600" strike="noStrike" u="none">
                <a:solidFill>
                  <a:schemeClr val="dk1"/>
                </a:solidFill>
                <a:effectLst/>
                <a:uFillTx/>
                <a:latin typeface="Arial"/>
              </a:rPr>
              <a:t>Second level</a:t>
            </a:r>
            <a:endParaRPr b="0" lang="en-US" sz="1600" strike="noStrike" u="none">
              <a:solidFill>
                <a:schemeClr val="dk1"/>
              </a:solidFill>
              <a:effectLst/>
              <a:uFillTx/>
              <a:latin typeface="Arial"/>
            </a:endParaRPr>
          </a:p>
          <a:p>
            <a:pPr marL="171360" indent="0" defTabSz="914400">
              <a:lnSpc>
                <a:spcPct val="100000"/>
              </a:lnSpc>
              <a:spcBef>
                <a:spcPts val="601"/>
              </a:spcBef>
              <a:buNone/>
              <a:tabLst>
                <a:tab algn="l" pos="0"/>
              </a:tabLst>
            </a:pPr>
            <a:r>
              <a:rPr b="0" lang="en-US" sz="1600" strike="noStrike" u="none">
                <a:solidFill>
                  <a:schemeClr val="dk1"/>
                </a:solidFill>
                <a:effectLst/>
                <a:uFillTx/>
                <a:latin typeface="Arial"/>
              </a:rPr>
              <a:t>Third level</a:t>
            </a:r>
            <a:endParaRPr b="0" lang="en-US" sz="1600" strike="noStrike" u="none">
              <a:solidFill>
                <a:schemeClr val="dk1"/>
              </a:solidFill>
              <a:effectLst/>
              <a:uFillTx/>
              <a:latin typeface="Arial"/>
            </a:endParaRPr>
          </a:p>
          <a:p>
            <a:pPr lvl="3" marL="399960" indent="-228600" defTabSz="914400">
              <a:lnSpc>
                <a:spcPct val="100000"/>
              </a:lnSpc>
              <a:spcBef>
                <a:spcPts val="601"/>
              </a:spcBef>
              <a:buClr>
                <a:srgbClr val="3d3c38"/>
              </a:buClr>
              <a:buFont typeface="Arial"/>
              <a:buChar char="–"/>
              <a:tabLst>
                <a:tab algn="l" pos="0"/>
              </a:tabLst>
            </a:pPr>
            <a:r>
              <a:rPr b="0" lang="en-US" sz="1600" strike="noStrike" u="none">
                <a:solidFill>
                  <a:schemeClr val="dk1"/>
                </a:solidFill>
                <a:effectLst/>
                <a:uFillTx/>
                <a:latin typeface="Arial"/>
              </a:rPr>
              <a:t>Fourth level</a:t>
            </a:r>
            <a:endParaRPr b="0" lang="en-US" sz="1600" strike="noStrike" u="none">
              <a:solidFill>
                <a:schemeClr val="dk1"/>
              </a:solidFill>
              <a:effectLst/>
              <a:uFillTx/>
              <a:latin typeface="Arial"/>
            </a:endParaRPr>
          </a:p>
          <a:p>
            <a:pPr lvl="4" marL="571680" indent="-171360" defTabSz="914400">
              <a:lnSpc>
                <a:spcPct val="100000"/>
              </a:lnSpc>
              <a:spcBef>
                <a:spcPts val="601"/>
              </a:spcBef>
              <a:buClr>
                <a:srgbClr val="3d3c38"/>
              </a:buClr>
              <a:buFont typeface="Arial"/>
              <a:buChar char="•"/>
              <a:tabLst>
                <a:tab algn="l" pos="0"/>
              </a:tabLst>
            </a:pPr>
            <a:r>
              <a:rPr b="0" lang="en-US" sz="1400" strike="noStrike" u="none">
                <a:solidFill>
                  <a:schemeClr val="dk1"/>
                </a:solidFill>
                <a:effectLst/>
                <a:uFillTx/>
                <a:latin typeface="Arial"/>
              </a:rPr>
              <a:t>Fifth level</a:t>
            </a:r>
            <a:endParaRPr b="0" lang="en-US" sz="1400" strike="noStrike" u="none">
              <a:solidFill>
                <a:schemeClr val="dk1"/>
              </a:solidFill>
              <a:effectLst/>
              <a:uFillTx/>
              <a:latin typeface="Arial"/>
            </a:endParaRPr>
          </a:p>
        </p:txBody>
      </p:sp>
      <p:sp>
        <p:nvSpPr>
          <p:cNvPr id="248" name="PlaceHolder 3"/>
          <p:cNvSpPr>
            <a:spLocks noGrp="1"/>
          </p:cNvSpPr>
          <p:nvPr>
            <p:ph type="dt" idx="61"/>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ffffff"/>
              </a:solidFill>
              <a:effectLst/>
              <a:uFillTx/>
              <a:latin typeface="Times New Roman"/>
            </a:endParaRPr>
          </a:p>
        </p:txBody>
      </p:sp>
      <p:sp>
        <p:nvSpPr>
          <p:cNvPr id="249" name="PlaceHolder 4"/>
          <p:cNvSpPr>
            <a:spLocks noGrp="1"/>
          </p:cNvSpPr>
          <p:nvPr>
            <p:ph type="ftr" idx="62"/>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ffffff"/>
              </a:solidFill>
              <a:effectLst/>
              <a:uFillTx/>
              <a:latin typeface="Times New Roman"/>
            </a:endParaRPr>
          </a:p>
        </p:txBody>
      </p:sp>
      <p:sp>
        <p:nvSpPr>
          <p:cNvPr id="250" name="PlaceHolder 5"/>
          <p:cNvSpPr>
            <a:spLocks noGrp="1"/>
          </p:cNvSpPr>
          <p:nvPr>
            <p:ph type="sldNum" idx="63"/>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CB73F401-E5C3-41DF-ABF1-91F208403288}" type="slidenum">
              <a:rPr b="0" lang="en-US" sz="200" strike="noStrike" u="none">
                <a:solidFill>
                  <a:schemeClr val="dk1"/>
                </a:solidFill>
                <a:effectLst/>
                <a:uFillTx/>
                <a:latin typeface="Arial"/>
              </a:rPr>
              <a:t>&lt;number&gt;</a:t>
            </a:fld>
            <a:endParaRPr b="0" lang="en-US" sz="200" strike="noStrike" u="none">
              <a:solidFill>
                <a:srgbClr val="ffffff"/>
              </a:solidFill>
              <a:effectLst/>
              <a:uFillTx/>
              <a:latin typeface="Times New Roman"/>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 Pattern">
    <p:bg>
      <p:bgPr>
        <a:blipFill rotWithShape="0">
          <a:blip r:embed="rId2">
            <a:extLst>
              <a:ext uri="{96DAC541-7B7A-43D3-8B79-37D633B846F1}">
                <asvg:svgBlip xmlns:asvg="http://schemas.microsoft.com/office/drawing/2016/SVG/main" r:embed="rId3"/>
              </a:ext>
            </a:extLst>
          </a:blip>
          <a:stretch/>
        </a:blipFill>
      </p:bgPr>
    </p:bg>
    <p:spTree>
      <p:nvGrpSpPr>
        <p:cNvPr id="1" name=""/>
        <p:cNvGrpSpPr/>
        <p:nvPr/>
      </p:nvGrpSpPr>
      <p:grpSpPr>
        <a:xfrm>
          <a:off x="0" y="0"/>
          <a:ext cx="0" cy="0"/>
          <a:chOff x="0" y="0"/>
          <a:chExt cx="0" cy="0"/>
        </a:xfrm>
      </p:grpSpPr>
      <p:pic>
        <p:nvPicPr>
          <p:cNvPr id="251"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560" cy="223560"/>
          </a:xfrm>
          <a:prstGeom prst="rect">
            <a:avLst/>
          </a:prstGeom>
          <a:noFill/>
          <a:ln w="0">
            <a:noFill/>
          </a:ln>
        </p:spPr>
      </p:pic>
      <p:sp>
        <p:nvSpPr>
          <p:cNvPr id="252"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8EDD5FA6-4972-45C2-973F-506A98F2F361}" type="slidenum">
              <a:rPr b="1" lang="en-US" sz="1000" strike="noStrike" u="none">
                <a:solidFill>
                  <a:schemeClr val="dk1"/>
                </a:solidFill>
                <a:effectLst/>
                <a:uFillTx/>
                <a:latin typeface="Arial"/>
              </a:rPr>
              <a:t>&lt;number&gt;</a:t>
            </a:fld>
            <a:endParaRPr b="0" lang="en-US" sz="1000" strike="noStrike" u="none">
              <a:solidFill>
                <a:srgbClr val="ffffff"/>
              </a:solidFill>
              <a:effectLst/>
              <a:uFillTx/>
              <a:latin typeface="Arial"/>
            </a:endParaRPr>
          </a:p>
        </p:txBody>
      </p:sp>
      <p:sp>
        <p:nvSpPr>
          <p:cNvPr id="253"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ffffff"/>
              </a:solidFill>
              <a:effectLst/>
              <a:uFillTx/>
              <a:latin typeface="Arial"/>
            </a:endParaRPr>
          </a:p>
        </p:txBody>
      </p:sp>
      <p:sp>
        <p:nvSpPr>
          <p:cNvPr id="254" name="PlaceHolder 1"/>
          <p:cNvSpPr>
            <a:spLocks noGrp="1"/>
          </p:cNvSpPr>
          <p:nvPr>
            <p:ph type="dt" idx="64"/>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ffffff"/>
              </a:solidFill>
              <a:effectLst/>
              <a:uFillTx/>
              <a:latin typeface="Times New Roman"/>
            </a:endParaRPr>
          </a:p>
        </p:txBody>
      </p:sp>
      <p:sp>
        <p:nvSpPr>
          <p:cNvPr id="255" name="PlaceHolder 2"/>
          <p:cNvSpPr>
            <a:spLocks noGrp="1"/>
          </p:cNvSpPr>
          <p:nvPr>
            <p:ph type="ftr" idx="65"/>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ffffff"/>
              </a:solidFill>
              <a:effectLst/>
              <a:uFillTx/>
              <a:latin typeface="Times New Roman"/>
            </a:endParaRPr>
          </a:p>
        </p:txBody>
      </p:sp>
      <p:sp>
        <p:nvSpPr>
          <p:cNvPr id="256" name="PlaceHolder 3"/>
          <p:cNvSpPr>
            <a:spLocks noGrp="1"/>
          </p:cNvSpPr>
          <p:nvPr>
            <p:ph type="sldNum" idx="66"/>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920DE615-5817-474D-B5FB-7024C1520B35}" type="slidenum">
              <a:rPr b="0" lang="en-US" sz="200" strike="noStrike" u="none">
                <a:solidFill>
                  <a:schemeClr val="dk1"/>
                </a:solidFill>
                <a:effectLst/>
                <a:uFillTx/>
                <a:latin typeface="Arial"/>
              </a:rPr>
              <a:t>&lt;number&gt;</a:t>
            </a:fld>
            <a:endParaRPr b="0" lang="en-US" sz="200" strike="noStrike" u="none">
              <a:solidFill>
                <a:srgbClr val="ffffff"/>
              </a:solidFill>
              <a:effectLst/>
              <a:uFillTx/>
              <a:latin typeface="Times New Roman"/>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  *  ">
    <p:bg>
      <p:bgPr>
        <a:solidFill>
          <a:srgbClr val="ffffff"/>
        </a:solidFill>
      </p:bgPr>
    </p:bg>
    <p:spTree>
      <p:nvGrpSpPr>
        <p:cNvPr id="1" name=""/>
        <p:cNvGrpSpPr/>
        <p:nvPr/>
      </p:nvGrpSpPr>
      <p:grpSpPr>
        <a:xfrm>
          <a:off x="0" y="0"/>
          <a:ext cx="0" cy="0"/>
          <a:chOff x="0" y="0"/>
          <a:chExt cx="0" cy="0"/>
        </a:xfrm>
      </p:grpSpPr>
      <p:pic>
        <p:nvPicPr>
          <p:cNvPr id="257"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258"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B45A77C6-3D10-4F07-800B-A08B31CCC1BF}"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259"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260" name="Straight Connector 2">
            <a:extLst>
              <a:ext uri="{C183D7F6-B498-43B3-948B-1728B52AA6E4}">
                <adec:decorative xmlns:adec="http://schemas.microsoft.com/office/drawing/2017/decorative" val="1"/>
              </a:ext>
            </a:extLst>
          </p:cNvPr>
          <p:cNvCxnSpPr/>
          <p:nvPr/>
        </p:nvCxnSpPr>
        <p:spPr>
          <a:xfrm>
            <a:off x="6095880" y="682560"/>
            <a:ext cx="360" cy="5492880"/>
          </a:xfrm>
          <a:prstGeom prst="straightConnector1">
            <a:avLst/>
          </a:prstGeom>
          <a:ln cap="rnd" w="381000">
            <a:solidFill>
              <a:srgbClr val="7030a0"/>
            </a:solidFill>
            <a:round/>
          </a:ln>
        </p:spPr>
      </p:cxn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 Left Rail">
    <p:bg>
      <p:bgPr>
        <a:solidFill>
          <a:srgbClr val="faf8f2"/>
        </a:solidFill>
      </p:bgPr>
    </p:bg>
    <p:spTree>
      <p:nvGrpSpPr>
        <p:cNvPr id="1" name=""/>
        <p:cNvGrpSpPr/>
        <p:nvPr/>
      </p:nvGrpSpPr>
      <p:grpSpPr>
        <a:xfrm>
          <a:off x="0" y="0"/>
          <a:ext cx="0" cy="0"/>
          <a:chOff x="0" y="0"/>
          <a:chExt cx="0" cy="0"/>
        </a:xfrm>
      </p:grpSpPr>
      <p:pic>
        <p:nvPicPr>
          <p:cNvPr id="261"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262"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695D2889-9BF0-4B97-A5C7-0DDD016AA513}"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263"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264" name="White Background">
            <a:extLst>
              <a:ext uri="{C183D7F6-B498-43B3-948B-1728B52AA6E4}">
                <adec:decorative xmlns:adec="http://schemas.microsoft.com/office/drawing/2017/decorative" val="1"/>
              </a:ext>
            </a:extLst>
          </p:cNvPr>
          <p:cNvSpPr/>
          <p:nvPr/>
        </p:nvSpPr>
        <p:spPr>
          <a:xfrm flipH="1">
            <a:off x="0" y="0"/>
            <a:ext cx="46411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cxnSp>
        <p:nvCxnSpPr>
          <p:cNvPr id="265" name="Stroke">
            <a:extLst>
              <a:ext uri="{C183D7F6-B498-43B3-948B-1728B52AA6E4}">
                <adec:decorative xmlns:adec="http://schemas.microsoft.com/office/drawing/2017/decorative" val="1"/>
              </a:ext>
            </a:extLst>
          </p:cNvPr>
          <p:cNvCxnSpPr/>
          <p:nvPr/>
        </p:nvCxnSpPr>
        <p:spPr>
          <a:xfrm>
            <a:off x="467640" y="410760"/>
            <a:ext cx="522360" cy="360"/>
          </a:xfrm>
          <a:prstGeom prst="straightConnector1">
            <a:avLst/>
          </a:prstGeom>
          <a:ln cap="rnd" w="38100">
            <a:solidFill>
              <a:srgbClr val="ff612b"/>
            </a:solidFill>
            <a:round/>
          </a:ln>
        </p:spPr>
      </p:cxnSp>
      <p:sp>
        <p:nvSpPr>
          <p:cNvPr id="266" name="PlaceHolder 1"/>
          <p:cNvSpPr>
            <a:spLocks noGrp="1"/>
          </p:cNvSpPr>
          <p:nvPr>
            <p:ph type="title"/>
          </p:nvPr>
        </p:nvSpPr>
        <p:spPr>
          <a:xfrm>
            <a:off x="468000" y="555480"/>
            <a:ext cx="3840120" cy="1827720"/>
          </a:xfrm>
          <a:prstGeom prst="rect">
            <a:avLst/>
          </a:prstGeom>
          <a:noFill/>
          <a:ln w="0">
            <a:noFill/>
          </a:ln>
        </p:spPr>
        <p:txBody>
          <a:bodyPr lIns="0" rIns="0" tIns="0" bIns="0" anchor="t">
            <a:noAutofit/>
          </a:bodyPr>
          <a:p>
            <a:pPr indent="0" defTabSz="914400">
              <a:lnSpc>
                <a:spcPct val="90000"/>
              </a:lnSpc>
              <a:buNone/>
            </a:pPr>
            <a:r>
              <a:rPr b="0" lang="en-US" sz="2200" strike="noStrike" u="none">
                <a:solidFill>
                  <a:schemeClr val="dk1"/>
                </a:solidFill>
                <a:effectLst/>
                <a:uFillTx/>
                <a:latin typeface="Georgia Pro"/>
              </a:rPr>
              <a:t>Slide title; Georgia Pro 22pt, sentence case. This layout accommodates a slide title that extends downward.</a:t>
            </a:r>
            <a:br>
              <a:rPr sz="2200"/>
            </a:br>
            <a:br>
              <a:rPr sz="2200"/>
            </a:br>
            <a:r>
              <a:rPr b="0" lang="en-US" sz="2200" strike="noStrike" u="none">
                <a:solidFill>
                  <a:schemeClr val="dk1"/>
                </a:solidFill>
                <a:effectLst/>
                <a:uFillTx/>
                <a:latin typeface="Georgia Pro"/>
              </a:rPr>
              <a:t>(No max lines)</a:t>
            </a:r>
            <a:endParaRPr b="0" lang="en-US" sz="2200" strike="noStrike" u="none">
              <a:solidFill>
                <a:schemeClr val="dk1"/>
              </a:solidFill>
              <a:effectLst/>
              <a:uFillTx/>
              <a:latin typeface="Arial"/>
            </a:endParaRPr>
          </a:p>
        </p:txBody>
      </p:sp>
      <p:pic>
        <p:nvPicPr>
          <p:cNvPr id="267"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560" cy="223560"/>
          </a:xfrm>
          <a:prstGeom prst="rect">
            <a:avLst/>
          </a:prstGeom>
          <a:noFill/>
          <a:ln w="0">
            <a:noFill/>
          </a:ln>
        </p:spPr>
      </p:pic>
      <p:sp>
        <p:nvSpPr>
          <p:cNvPr id="268" name="PlaceHolder 2"/>
          <p:cNvSpPr>
            <a:spLocks noGrp="1"/>
          </p:cNvSpPr>
          <p:nvPr>
            <p:ph type="dt" idx="67"/>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269" name="PlaceHolder 3"/>
          <p:cNvSpPr>
            <a:spLocks noGrp="1"/>
          </p:cNvSpPr>
          <p:nvPr>
            <p:ph type="ftr" idx="68"/>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270" name="PlaceHolder 4"/>
          <p:cNvSpPr>
            <a:spLocks noGrp="1"/>
          </p:cNvSpPr>
          <p:nvPr>
            <p:ph type="sldNum" idx="69"/>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7B87001E-F2E9-4E35-A1FF-0E21CE4B2887}"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
        <p:nvSpPr>
          <p:cNvPr id="271"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600" strike="noStrike" u="none">
                <a:solidFill>
                  <a:schemeClr val="dk1"/>
                </a:solidFill>
                <a:effectLst/>
                <a:uFillTx/>
                <a:latin typeface="Arial"/>
              </a:rPr>
              <a:t>Click to edit the outline text format</a:t>
            </a:r>
            <a:endParaRPr b="0" lang="en-US" sz="1600" strike="noStrike" u="none">
              <a:solidFill>
                <a:schemeClr val="dk1"/>
              </a:solidFill>
              <a:effectLst/>
              <a:uFillTx/>
              <a:latin typeface="Arial"/>
            </a:endParaRPr>
          </a:p>
          <a:p>
            <a:pPr lvl="1" marL="864000" indent="-324000">
              <a:spcBef>
                <a:spcPts val="1134"/>
              </a:spcBef>
              <a:buClr>
                <a:srgbClr val="000000"/>
              </a:buClr>
              <a:buSzPct val="75000"/>
              <a:buFont typeface="Symbol" charset="2"/>
              <a:buChar char=""/>
            </a:pPr>
            <a:r>
              <a:rPr b="0" lang="en-US" sz="1600" strike="noStrike" u="none">
                <a:solidFill>
                  <a:schemeClr val="dk1"/>
                </a:solidFill>
                <a:effectLst/>
                <a:uFillTx/>
                <a:latin typeface="Arial"/>
              </a:rPr>
              <a:t>Second Outline Level</a:t>
            </a:r>
            <a:endParaRPr b="0" lang="en-US" sz="16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US" sz="1600" strike="noStrike" u="none">
                <a:solidFill>
                  <a:schemeClr val="dk1"/>
                </a:solidFill>
                <a:effectLst/>
                <a:uFillTx/>
                <a:latin typeface="Arial"/>
              </a:rPr>
              <a:t>Third Outline Level</a:t>
            </a:r>
            <a:endParaRPr b="0" lang="en-US" sz="16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US" sz="1400" strike="noStrike" u="none">
                <a:solidFill>
                  <a:schemeClr val="dk1"/>
                </a:solidFill>
                <a:effectLst/>
                <a:uFillTx/>
                <a:latin typeface="Arial"/>
              </a:rPr>
              <a:t>Fourth Outline Level</a:t>
            </a:r>
            <a:endParaRPr b="0" lang="en-US" sz="14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chemeClr val="dk1"/>
              </a:solidFill>
              <a:effectLst/>
              <a:uFillTx/>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Only 02 - Left Rail">
    <p:bg>
      <p:bgPr>
        <a:solidFill>
          <a:srgbClr val="ffffff"/>
        </a:solidFill>
      </p:bgPr>
    </p:bg>
    <p:spTree>
      <p:nvGrpSpPr>
        <p:cNvPr id="1" name=""/>
        <p:cNvGrpSpPr/>
        <p:nvPr/>
      </p:nvGrpSpPr>
      <p:grpSpPr>
        <a:xfrm>
          <a:off x="0" y="0"/>
          <a:ext cx="0" cy="0"/>
          <a:chOff x="0" y="0"/>
          <a:chExt cx="0" cy="0"/>
        </a:xfrm>
      </p:grpSpPr>
      <p:pic>
        <p:nvPicPr>
          <p:cNvPr id="272"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273"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57DBAFFE-1C74-42BD-AE8D-01D2263632A2}"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274"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275" name="Stroke">
            <a:extLst>
              <a:ext uri="{C183D7F6-B498-43B3-948B-1728B52AA6E4}">
                <adec:decorative xmlns:adec="http://schemas.microsoft.com/office/drawing/2017/decorative" val="1"/>
              </a:ext>
            </a:extLst>
          </p:cNvPr>
          <p:cNvCxnSpPr/>
          <p:nvPr/>
        </p:nvCxnSpPr>
        <p:spPr>
          <a:xfrm>
            <a:off x="467640" y="410760"/>
            <a:ext cx="522360" cy="360"/>
          </a:xfrm>
          <a:prstGeom prst="straightConnector1">
            <a:avLst/>
          </a:prstGeom>
          <a:ln cap="rnd" w="38100">
            <a:solidFill>
              <a:srgbClr val="ff612b"/>
            </a:solidFill>
            <a:round/>
          </a:ln>
        </p:spPr>
      </p:cxnSp>
      <p:sp>
        <p:nvSpPr>
          <p:cNvPr id="276" name="PlaceHolder 1"/>
          <p:cNvSpPr>
            <a:spLocks noGrp="1"/>
          </p:cNvSpPr>
          <p:nvPr>
            <p:ph type="title"/>
          </p:nvPr>
        </p:nvSpPr>
        <p:spPr>
          <a:xfrm>
            <a:off x="468000" y="555480"/>
            <a:ext cx="6726240" cy="304200"/>
          </a:xfrm>
          <a:prstGeom prst="rect">
            <a:avLst/>
          </a:prstGeom>
          <a:noFill/>
          <a:ln w="0">
            <a:noFill/>
          </a:ln>
        </p:spPr>
        <p:txBody>
          <a:bodyPr lIns="0" rIns="0" tIns="0" bIns="0" anchor="t">
            <a:noAutofit/>
          </a:bodyPr>
          <a:p>
            <a:pPr indent="0" defTabSz="914400">
              <a:lnSpc>
                <a:spcPct val="90000"/>
              </a:lnSpc>
              <a:buNone/>
            </a:pPr>
            <a:r>
              <a:rPr b="0" lang="en-US" sz="2200" strike="noStrike" u="none">
                <a:solidFill>
                  <a:schemeClr val="dk1"/>
                </a:solidFill>
                <a:effectLst/>
                <a:uFillTx/>
                <a:latin typeface="Georgia Pro"/>
              </a:rPr>
              <a:t>Slide title; Georgia Pro 22pt, sent. case (1 line)</a:t>
            </a:r>
            <a:endParaRPr b="0" lang="en-US" sz="2200" strike="noStrike" u="none">
              <a:solidFill>
                <a:schemeClr val="dk1"/>
              </a:solidFill>
              <a:effectLst/>
              <a:uFillTx/>
              <a:latin typeface="Arial"/>
            </a:endParaRPr>
          </a:p>
        </p:txBody>
      </p:sp>
      <p:sp>
        <p:nvSpPr>
          <p:cNvPr id="277" name="Warm White Box">
            <a:extLst>
              <a:ext uri="{C183D7F6-B498-43B3-948B-1728B52AA6E4}">
                <adec:decorative xmlns:adec="http://schemas.microsoft.com/office/drawing/2017/decorative" val="1"/>
              </a:ext>
            </a:extLst>
          </p:cNvPr>
          <p:cNvSpPr/>
          <p:nvPr/>
        </p:nvSpPr>
        <p:spPr>
          <a:xfrm>
            <a:off x="7525800" y="2880"/>
            <a:ext cx="4663080" cy="68518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78"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5B47652B-AF4E-4CC0-BC40-04B4372AF933}"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279" name="PlaceHolder 2"/>
          <p:cNvSpPr>
            <a:spLocks noGrp="1"/>
          </p:cNvSpPr>
          <p:nvPr>
            <p:ph type="dt" idx="70"/>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280" name="PlaceHolder 3"/>
          <p:cNvSpPr>
            <a:spLocks noGrp="1"/>
          </p:cNvSpPr>
          <p:nvPr>
            <p:ph type="ftr" idx="71"/>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281" name="PlaceHolder 4"/>
          <p:cNvSpPr>
            <a:spLocks noGrp="1"/>
          </p:cNvSpPr>
          <p:nvPr>
            <p:ph type="sldNum" idx="72"/>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818FD1CE-BF69-484F-80E8-9749FF2C6862}"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Only 03 - Left Rail">
    <p:bg>
      <p:bgPr>
        <a:solidFill>
          <a:srgbClr val="faf8f2"/>
        </a:solidFill>
      </p:bgPr>
    </p:bg>
    <p:spTree>
      <p:nvGrpSpPr>
        <p:cNvPr id="1" name=""/>
        <p:cNvGrpSpPr/>
        <p:nvPr/>
      </p:nvGrpSpPr>
      <p:grpSpPr>
        <a:xfrm>
          <a:off x="0" y="0"/>
          <a:ext cx="0" cy="0"/>
          <a:chOff x="0" y="0"/>
          <a:chExt cx="0" cy="0"/>
        </a:xfrm>
      </p:grpSpPr>
      <p:pic>
        <p:nvPicPr>
          <p:cNvPr id="282"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283"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5983EADA-4B25-42EC-825C-94BCFF26774B}"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284"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285" name="White Background">
            <a:extLst>
              <a:ext uri="{C183D7F6-B498-43B3-948B-1728B52AA6E4}">
                <adec:decorative xmlns:adec="http://schemas.microsoft.com/office/drawing/2017/decorative" val="1"/>
              </a:ext>
            </a:extLst>
          </p:cNvPr>
          <p:cNvSpPr/>
          <p:nvPr/>
        </p:nvSpPr>
        <p:spPr>
          <a:xfrm flipH="1">
            <a:off x="0" y="0"/>
            <a:ext cx="46411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86" name="Orange Title Block">
            <a:extLst>
              <a:ext uri="{C183D7F6-B498-43B3-948B-1728B52AA6E4}">
                <adec:decorative xmlns:adec="http://schemas.microsoft.com/office/drawing/2017/decorative" val="1"/>
              </a:ext>
            </a:extLst>
          </p:cNvPr>
          <p:cNvSpPr/>
          <p:nvPr/>
        </p:nvSpPr>
        <p:spPr>
          <a:xfrm>
            <a:off x="0" y="2150280"/>
            <a:ext cx="139680" cy="20170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tabLst>
                <a:tab algn="l" pos="0"/>
              </a:tabLst>
            </a:pPr>
            <a:endParaRPr b="0" lang="en-US" sz="1400" strike="noStrike" u="none">
              <a:solidFill>
                <a:srgbClr val="ffffff"/>
              </a:solidFill>
              <a:effectLst/>
              <a:uFillTx/>
              <a:latin typeface="Arial"/>
            </a:endParaRPr>
          </a:p>
        </p:txBody>
      </p:sp>
      <p:sp>
        <p:nvSpPr>
          <p:cNvPr id="287" name="PlaceHolder 1"/>
          <p:cNvSpPr>
            <a:spLocks noGrp="1"/>
          </p:cNvSpPr>
          <p:nvPr>
            <p:ph type="title"/>
          </p:nvPr>
        </p:nvSpPr>
        <p:spPr>
          <a:xfrm>
            <a:off x="468000" y="2176560"/>
            <a:ext cx="3840120" cy="304200"/>
          </a:xfrm>
          <a:prstGeom prst="rect">
            <a:avLst/>
          </a:prstGeom>
          <a:noFill/>
          <a:ln w="0">
            <a:noFill/>
          </a:ln>
        </p:spPr>
        <p:txBody>
          <a:bodyPr lIns="0" rIns="0" tIns="0" bIns="0" anchor="t">
            <a:noAutofit/>
          </a:bodyPr>
          <a:p>
            <a:pPr indent="0" defTabSz="914400">
              <a:lnSpc>
                <a:spcPct val="90000"/>
              </a:lnSpc>
              <a:buNone/>
            </a:pPr>
            <a:r>
              <a:rPr b="0" lang="en-US" sz="2200" strike="noStrike" u="none">
                <a:solidFill>
                  <a:schemeClr val="dk1"/>
                </a:solidFill>
                <a:effectLst/>
                <a:uFillTx/>
                <a:latin typeface="Georgia Pro"/>
              </a:rPr>
              <a:t>Slide title; Georgia Pro 22pt.</a:t>
            </a:r>
            <a:endParaRPr b="0" lang="en-US" sz="2200" strike="noStrike" u="none">
              <a:solidFill>
                <a:schemeClr val="dk1"/>
              </a:solidFill>
              <a:effectLst/>
              <a:uFillTx/>
              <a:latin typeface="Arial"/>
            </a:endParaRPr>
          </a:p>
        </p:txBody>
      </p:sp>
      <p:sp>
        <p:nvSpPr>
          <p:cNvPr id="288" name="PlaceHolder 2"/>
          <p:cNvSpPr>
            <a:spLocks noGrp="1"/>
          </p:cNvSpPr>
          <p:nvPr>
            <p:ph type="body"/>
          </p:nvPr>
        </p:nvSpPr>
        <p:spPr>
          <a:xfrm>
            <a:off x="468000" y="2676600"/>
            <a:ext cx="3840120" cy="1490760"/>
          </a:xfrm>
          <a:prstGeom prst="rect">
            <a:avLst/>
          </a:prstGeom>
          <a:noFill/>
          <a:ln w="0">
            <a:noFill/>
          </a:ln>
        </p:spPr>
        <p:txBody>
          <a:bodyPr lIns="0" rIns="0" tIns="0" bIns="0" anchor="t">
            <a:noAutofit/>
          </a:bodyPr>
          <a:p>
            <a:pPr indent="0" defTabSz="914400">
              <a:lnSpc>
                <a:spcPct val="100000"/>
              </a:lnSpc>
              <a:spcBef>
                <a:spcPts val="601"/>
              </a:spcBef>
              <a:buNone/>
              <a:tabLst>
                <a:tab algn="l" pos="0"/>
              </a:tabLst>
            </a:pPr>
            <a:r>
              <a:rPr b="0" lang="en-US" sz="1400" strike="noStrike" u="none">
                <a:solidFill>
                  <a:schemeClr val="dk1"/>
                </a:solidFill>
                <a:effectLst/>
                <a:uFillTx/>
                <a:latin typeface="Arial"/>
              </a:rPr>
              <a:t>The default Optum body style text is Arial 14pt regular, text 1 for color. The default Optum body style text is Arial 14pt regular, text 1 for color. The default Optum body style text is Arial 14pt regular, text 1 for color. The default Optum body style text is Arial 14pt regular, text 1 for color.</a:t>
            </a:r>
            <a:endParaRPr b="0" lang="en-US" sz="1400" strike="noStrike" u="none">
              <a:solidFill>
                <a:schemeClr val="dk1"/>
              </a:solidFill>
              <a:effectLst/>
              <a:uFillTx/>
              <a:latin typeface="Arial"/>
            </a:endParaRPr>
          </a:p>
        </p:txBody>
      </p:sp>
      <p:pic>
        <p:nvPicPr>
          <p:cNvPr id="289"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560" cy="223560"/>
          </a:xfrm>
          <a:prstGeom prst="rect">
            <a:avLst/>
          </a:prstGeom>
          <a:noFill/>
          <a:ln w="0">
            <a:noFill/>
          </a:ln>
        </p:spPr>
      </p:pic>
      <p:sp>
        <p:nvSpPr>
          <p:cNvPr id="290" name="PlaceHolder 3"/>
          <p:cNvSpPr>
            <a:spLocks noGrp="1"/>
          </p:cNvSpPr>
          <p:nvPr>
            <p:ph type="dt" idx="73"/>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291" name="PlaceHolder 4"/>
          <p:cNvSpPr>
            <a:spLocks noGrp="1"/>
          </p:cNvSpPr>
          <p:nvPr>
            <p:ph type="ftr" idx="74"/>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292" name="PlaceHolder 5"/>
          <p:cNvSpPr>
            <a:spLocks noGrp="1"/>
          </p:cNvSpPr>
          <p:nvPr>
            <p:ph type="sldNum" idx="75"/>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D8538E46-B931-4BDA-9FE7-5692B3C47CB4}"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ubhead - Left Rail">
    <p:bg>
      <p:bgPr>
        <a:solidFill>
          <a:srgbClr val="faf8f2"/>
        </a:solidFill>
      </p:bgPr>
    </p:bg>
    <p:spTree>
      <p:nvGrpSpPr>
        <p:cNvPr id="1" name=""/>
        <p:cNvGrpSpPr/>
        <p:nvPr/>
      </p:nvGrpSpPr>
      <p:grpSpPr>
        <a:xfrm>
          <a:off x="0" y="0"/>
          <a:ext cx="0" cy="0"/>
          <a:chOff x="0" y="0"/>
          <a:chExt cx="0" cy="0"/>
        </a:xfrm>
      </p:grpSpPr>
      <p:pic>
        <p:nvPicPr>
          <p:cNvPr id="293"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294"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CCCD8446-4344-479A-80DA-CC8A0A0C7D04}"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295"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296" name="White Background">
            <a:extLst>
              <a:ext uri="{C183D7F6-B498-43B3-948B-1728B52AA6E4}">
                <adec:decorative xmlns:adec="http://schemas.microsoft.com/office/drawing/2017/decorative" val="1"/>
              </a:ext>
            </a:extLst>
          </p:cNvPr>
          <p:cNvSpPr/>
          <p:nvPr/>
        </p:nvSpPr>
        <p:spPr>
          <a:xfrm flipH="1">
            <a:off x="0" y="0"/>
            <a:ext cx="46411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cxnSp>
        <p:nvCxnSpPr>
          <p:cNvPr id="297" name="Stroke">
            <a:extLst>
              <a:ext uri="{C183D7F6-B498-43B3-948B-1728B52AA6E4}">
                <adec:decorative xmlns:adec="http://schemas.microsoft.com/office/drawing/2017/decorative" val="1"/>
              </a:ext>
            </a:extLst>
          </p:cNvPr>
          <p:cNvCxnSpPr/>
          <p:nvPr/>
        </p:nvCxnSpPr>
        <p:spPr>
          <a:xfrm>
            <a:off x="467640" y="410760"/>
            <a:ext cx="522360" cy="360"/>
          </a:xfrm>
          <a:prstGeom prst="straightConnector1">
            <a:avLst/>
          </a:prstGeom>
          <a:ln cap="rnd" w="38100">
            <a:solidFill>
              <a:srgbClr val="ff612b"/>
            </a:solidFill>
            <a:round/>
          </a:ln>
        </p:spPr>
      </p:cxnSp>
      <p:sp>
        <p:nvSpPr>
          <p:cNvPr id="298" name="PlaceHolder 1"/>
          <p:cNvSpPr>
            <a:spLocks noGrp="1"/>
          </p:cNvSpPr>
          <p:nvPr>
            <p:ph type="title"/>
          </p:nvPr>
        </p:nvSpPr>
        <p:spPr>
          <a:xfrm>
            <a:off x="468000" y="555480"/>
            <a:ext cx="3840120" cy="609120"/>
          </a:xfrm>
          <a:prstGeom prst="rect">
            <a:avLst/>
          </a:prstGeom>
          <a:noFill/>
          <a:ln w="0">
            <a:noFill/>
          </a:ln>
        </p:spPr>
        <p:txBody>
          <a:bodyPr lIns="0" rIns="0" tIns="0" bIns="0" anchor="t">
            <a:noAutofit/>
          </a:bodyPr>
          <a:p>
            <a:pPr indent="0" defTabSz="914400">
              <a:lnSpc>
                <a:spcPct val="90000"/>
              </a:lnSpc>
              <a:buNone/>
            </a:pPr>
            <a:r>
              <a:rPr b="0" lang="en-US" sz="2200" strike="noStrike" u="none">
                <a:solidFill>
                  <a:schemeClr val="dk1"/>
                </a:solidFill>
                <a:effectLst/>
                <a:uFillTx/>
                <a:latin typeface="Georgia Pro"/>
              </a:rPr>
              <a:t>Slide title; Georgia Pro 22pt regular, (2 lines)</a:t>
            </a:r>
            <a:endParaRPr b="0" lang="en-US" sz="2200" strike="noStrike" u="none">
              <a:solidFill>
                <a:schemeClr val="dk1"/>
              </a:solidFill>
              <a:effectLst/>
              <a:uFillTx/>
              <a:latin typeface="Arial"/>
            </a:endParaRPr>
          </a:p>
        </p:txBody>
      </p:sp>
      <p:sp>
        <p:nvSpPr>
          <p:cNvPr id="299" name="PlaceHolder 2"/>
          <p:cNvSpPr>
            <a:spLocks noGrp="1"/>
          </p:cNvSpPr>
          <p:nvPr>
            <p:ph type="body"/>
          </p:nvPr>
        </p:nvSpPr>
        <p:spPr>
          <a:xfrm>
            <a:off x="468000" y="1265400"/>
            <a:ext cx="3840120" cy="2869560"/>
          </a:xfrm>
          <a:prstGeom prst="rect">
            <a:avLst/>
          </a:prstGeom>
          <a:noFill/>
          <a:ln w="0">
            <a:noFill/>
          </a:ln>
        </p:spPr>
        <p:txBody>
          <a:bodyPr lIns="0" rIns="0" tIns="0" bIns="0" anchor="t">
            <a:spAutoFit/>
          </a:bodyPr>
          <a:p>
            <a:pPr indent="0" defTabSz="914400">
              <a:lnSpc>
                <a:spcPct val="100000"/>
              </a:lnSpc>
              <a:buNone/>
              <a:tabLst>
                <a:tab algn="l" pos="0"/>
              </a:tabLst>
            </a:pPr>
            <a:r>
              <a:rPr b="0" lang="en-US" sz="1600" strike="noStrike" u="none">
                <a:solidFill>
                  <a:schemeClr val="dk1"/>
                </a:solidFill>
                <a:effectLst/>
                <a:uFillTx/>
                <a:latin typeface="Arial"/>
              </a:rPr>
              <a:t>Slide subtitle; Arial 16pt, sentence case (multi-line)</a:t>
            </a:r>
            <a:endParaRPr b="0" lang="en-US" sz="1600" strike="noStrike" u="none">
              <a:solidFill>
                <a:schemeClr val="dk1"/>
              </a:solidFill>
              <a:effectLst/>
              <a:uFillTx/>
              <a:latin typeface="Arial"/>
            </a:endParaRPr>
          </a:p>
        </p:txBody>
      </p:sp>
      <p:pic>
        <p:nvPicPr>
          <p:cNvPr id="300"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560" cy="223560"/>
          </a:xfrm>
          <a:prstGeom prst="rect">
            <a:avLst/>
          </a:prstGeom>
          <a:noFill/>
          <a:ln w="0">
            <a:noFill/>
          </a:ln>
        </p:spPr>
      </p:pic>
      <p:sp>
        <p:nvSpPr>
          <p:cNvPr id="301" name="PlaceHolder 3"/>
          <p:cNvSpPr>
            <a:spLocks noGrp="1"/>
          </p:cNvSpPr>
          <p:nvPr>
            <p:ph type="dt" idx="76"/>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302" name="PlaceHolder 4"/>
          <p:cNvSpPr>
            <a:spLocks noGrp="1"/>
          </p:cNvSpPr>
          <p:nvPr>
            <p:ph type="ftr" idx="77"/>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303" name="PlaceHolder 5"/>
          <p:cNvSpPr>
            <a:spLocks noGrp="1"/>
          </p:cNvSpPr>
          <p:nvPr>
            <p:ph type="sldNum" idx="78"/>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D30E2A9A-3701-4961-AE6C-7D3BF3D3673D}"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 Left Rail">
    <p:bg>
      <p:bgPr>
        <a:solidFill>
          <a:srgbClr val="faf8f2"/>
        </a:solidFill>
      </p:bgPr>
    </p:bg>
    <p:spTree>
      <p:nvGrpSpPr>
        <p:cNvPr id="1" name=""/>
        <p:cNvGrpSpPr/>
        <p:nvPr/>
      </p:nvGrpSpPr>
      <p:grpSpPr>
        <a:xfrm>
          <a:off x="0" y="0"/>
          <a:ext cx="0" cy="0"/>
          <a:chOff x="0" y="0"/>
          <a:chExt cx="0" cy="0"/>
        </a:xfrm>
      </p:grpSpPr>
      <p:pic>
        <p:nvPicPr>
          <p:cNvPr id="304"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305"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B7880348-864E-4353-B65C-9DAD1D2A8384}"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306"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307" name="White Background">
            <a:extLst>
              <a:ext uri="{C183D7F6-B498-43B3-948B-1728B52AA6E4}">
                <adec:decorative xmlns:adec="http://schemas.microsoft.com/office/drawing/2017/decorative" val="1"/>
              </a:ext>
            </a:extLst>
          </p:cNvPr>
          <p:cNvSpPr/>
          <p:nvPr/>
        </p:nvSpPr>
        <p:spPr>
          <a:xfrm flipH="1">
            <a:off x="0" y="0"/>
            <a:ext cx="46411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cxnSp>
        <p:nvCxnSpPr>
          <p:cNvPr id="308" name="Stroke">
            <a:extLst>
              <a:ext uri="{C183D7F6-B498-43B3-948B-1728B52AA6E4}">
                <adec:decorative xmlns:adec="http://schemas.microsoft.com/office/drawing/2017/decorative" val="1"/>
              </a:ext>
            </a:extLst>
          </p:cNvPr>
          <p:cNvCxnSpPr/>
          <p:nvPr/>
        </p:nvCxnSpPr>
        <p:spPr>
          <a:xfrm>
            <a:off x="467640" y="410760"/>
            <a:ext cx="522360" cy="360"/>
          </a:xfrm>
          <a:prstGeom prst="straightConnector1">
            <a:avLst/>
          </a:prstGeom>
          <a:ln cap="rnd" w="38100">
            <a:solidFill>
              <a:srgbClr val="ff612b"/>
            </a:solidFill>
            <a:round/>
          </a:ln>
        </p:spPr>
      </p:cxnSp>
      <p:sp>
        <p:nvSpPr>
          <p:cNvPr id="309" name="PlaceHolder 1"/>
          <p:cNvSpPr>
            <a:spLocks noGrp="1"/>
          </p:cNvSpPr>
          <p:nvPr>
            <p:ph type="title"/>
          </p:nvPr>
        </p:nvSpPr>
        <p:spPr>
          <a:xfrm>
            <a:off x="468000" y="555480"/>
            <a:ext cx="3840120" cy="1827720"/>
          </a:xfrm>
          <a:prstGeom prst="rect">
            <a:avLst/>
          </a:prstGeom>
          <a:noFill/>
          <a:ln w="0">
            <a:noFill/>
          </a:ln>
        </p:spPr>
        <p:txBody>
          <a:bodyPr lIns="0" rIns="0" tIns="0" bIns="0" anchor="t">
            <a:noAutofit/>
          </a:bodyPr>
          <a:p>
            <a:pPr indent="0" defTabSz="914400">
              <a:lnSpc>
                <a:spcPct val="90000"/>
              </a:lnSpc>
              <a:buNone/>
            </a:pPr>
            <a:r>
              <a:rPr b="0" lang="en-US" sz="2200" strike="noStrike" u="none">
                <a:solidFill>
                  <a:schemeClr val="dk1"/>
                </a:solidFill>
                <a:effectLst/>
                <a:uFillTx/>
                <a:latin typeface="Georgia Pro"/>
              </a:rPr>
              <a:t>Slide title; Georgia Pro 22pt, sentence case. This layout accommodates a slide title that extends downward.</a:t>
            </a:r>
            <a:br>
              <a:rPr sz="2200"/>
            </a:br>
            <a:br>
              <a:rPr sz="2200"/>
            </a:br>
            <a:r>
              <a:rPr b="0" lang="en-US" sz="2200" strike="noStrike" u="none">
                <a:solidFill>
                  <a:schemeClr val="dk1"/>
                </a:solidFill>
                <a:effectLst/>
                <a:uFillTx/>
                <a:latin typeface="Georgia Pro"/>
              </a:rPr>
              <a:t>(No max lines)</a:t>
            </a:r>
            <a:endParaRPr b="0" lang="en-US" sz="2200" strike="noStrike" u="none">
              <a:solidFill>
                <a:schemeClr val="dk1"/>
              </a:solidFill>
              <a:effectLst/>
              <a:uFillTx/>
              <a:latin typeface="Arial"/>
            </a:endParaRPr>
          </a:p>
        </p:txBody>
      </p:sp>
      <p:sp>
        <p:nvSpPr>
          <p:cNvPr id="310" name="PlaceHolder 2"/>
          <p:cNvSpPr>
            <a:spLocks noGrp="1"/>
          </p:cNvSpPr>
          <p:nvPr>
            <p:ph type="body"/>
          </p:nvPr>
        </p:nvSpPr>
        <p:spPr>
          <a:xfrm>
            <a:off x="5373000" y="555480"/>
            <a:ext cx="5870880" cy="5438520"/>
          </a:xfrm>
          <a:prstGeom prst="rect">
            <a:avLst/>
          </a:prstGeom>
          <a:noFill/>
          <a:ln w="0">
            <a:noFill/>
          </a:ln>
        </p:spPr>
        <p:txBody>
          <a:bodyPr lIns="0" rIns="0" tIns="0" bIns="0" anchor="t">
            <a:noAutofit/>
          </a:bodyPr>
          <a:p>
            <a:pPr indent="0" defTabSz="914400">
              <a:lnSpc>
                <a:spcPct val="100000"/>
              </a:lnSpc>
              <a:spcBef>
                <a:spcPts val="601"/>
              </a:spcBef>
              <a:buNone/>
              <a:tabLst>
                <a:tab algn="l" pos="0"/>
              </a:tabLst>
            </a:pPr>
            <a:r>
              <a:rPr b="0" lang="en-US" sz="1600" strike="noStrike" u="none">
                <a:solidFill>
                  <a:schemeClr val="dk1"/>
                </a:solidFill>
                <a:effectLst/>
                <a:uFillTx/>
                <a:latin typeface="Arial"/>
              </a:rPr>
              <a:t>Click to type text. To activate sub-level formatting, place cursor at beginning of text/line and hit tab or shift tab. Click icon for chart or table.</a:t>
            </a:r>
            <a:endParaRPr b="0" lang="en-US" sz="1600" strike="noStrike" u="none">
              <a:solidFill>
                <a:schemeClr val="dk1"/>
              </a:solidFill>
              <a:effectLst/>
              <a:uFillTx/>
              <a:latin typeface="Arial"/>
            </a:endParaRPr>
          </a:p>
          <a:p>
            <a:pPr lvl="1" marL="171360" indent="-171360" defTabSz="914400">
              <a:lnSpc>
                <a:spcPct val="100000"/>
              </a:lnSpc>
              <a:spcBef>
                <a:spcPts val="601"/>
              </a:spcBef>
              <a:buClr>
                <a:srgbClr val="3d3c38"/>
              </a:buClr>
              <a:buFont typeface="Arial"/>
              <a:buChar char="•"/>
              <a:tabLst>
                <a:tab algn="l" pos="0"/>
              </a:tabLst>
            </a:pPr>
            <a:r>
              <a:rPr b="0" lang="en-US" sz="1600" strike="noStrike" u="none">
                <a:solidFill>
                  <a:schemeClr val="dk1"/>
                </a:solidFill>
                <a:effectLst/>
                <a:uFillTx/>
                <a:latin typeface="Arial"/>
              </a:rPr>
              <a:t>Second level</a:t>
            </a:r>
            <a:endParaRPr b="0" lang="en-US" sz="1600" strike="noStrike" u="none">
              <a:solidFill>
                <a:schemeClr val="dk1"/>
              </a:solidFill>
              <a:effectLst/>
              <a:uFillTx/>
              <a:latin typeface="Arial"/>
            </a:endParaRPr>
          </a:p>
          <a:p>
            <a:pPr marL="171360" indent="0" defTabSz="914400">
              <a:lnSpc>
                <a:spcPct val="100000"/>
              </a:lnSpc>
              <a:spcBef>
                <a:spcPts val="601"/>
              </a:spcBef>
              <a:buNone/>
              <a:tabLst>
                <a:tab algn="l" pos="0"/>
              </a:tabLst>
            </a:pPr>
            <a:r>
              <a:rPr b="0" lang="en-US" sz="1600" strike="noStrike" u="none">
                <a:solidFill>
                  <a:schemeClr val="dk1"/>
                </a:solidFill>
                <a:effectLst/>
                <a:uFillTx/>
                <a:latin typeface="Arial"/>
              </a:rPr>
              <a:t>Third level</a:t>
            </a:r>
            <a:endParaRPr b="0" lang="en-US" sz="1600" strike="noStrike" u="none">
              <a:solidFill>
                <a:schemeClr val="dk1"/>
              </a:solidFill>
              <a:effectLst/>
              <a:uFillTx/>
              <a:latin typeface="Arial"/>
            </a:endParaRPr>
          </a:p>
          <a:p>
            <a:pPr lvl="3" marL="399960" indent="-228600" defTabSz="914400">
              <a:lnSpc>
                <a:spcPct val="100000"/>
              </a:lnSpc>
              <a:spcBef>
                <a:spcPts val="601"/>
              </a:spcBef>
              <a:buClr>
                <a:srgbClr val="3d3c38"/>
              </a:buClr>
              <a:buFont typeface="Arial"/>
              <a:buChar char="–"/>
              <a:tabLst>
                <a:tab algn="l" pos="0"/>
              </a:tabLst>
            </a:pPr>
            <a:r>
              <a:rPr b="0" lang="en-US" sz="1600" strike="noStrike" u="none">
                <a:solidFill>
                  <a:schemeClr val="dk1"/>
                </a:solidFill>
                <a:effectLst/>
                <a:uFillTx/>
                <a:latin typeface="Arial"/>
              </a:rPr>
              <a:t>Fourth level</a:t>
            </a:r>
            <a:endParaRPr b="0" lang="en-US" sz="1600" strike="noStrike" u="none">
              <a:solidFill>
                <a:schemeClr val="dk1"/>
              </a:solidFill>
              <a:effectLst/>
              <a:uFillTx/>
              <a:latin typeface="Arial"/>
            </a:endParaRPr>
          </a:p>
          <a:p>
            <a:pPr lvl="4" marL="571680" indent="-171360" defTabSz="914400">
              <a:lnSpc>
                <a:spcPct val="100000"/>
              </a:lnSpc>
              <a:spcBef>
                <a:spcPts val="601"/>
              </a:spcBef>
              <a:buClr>
                <a:srgbClr val="3d3c38"/>
              </a:buClr>
              <a:buFont typeface="Arial"/>
              <a:buChar char="•"/>
              <a:tabLst>
                <a:tab algn="l" pos="0"/>
              </a:tabLst>
            </a:pPr>
            <a:r>
              <a:rPr b="0" lang="en-US" sz="1400" strike="noStrike" u="none">
                <a:solidFill>
                  <a:schemeClr val="dk1"/>
                </a:solidFill>
                <a:effectLst/>
                <a:uFillTx/>
                <a:latin typeface="Arial"/>
              </a:rPr>
              <a:t>Fifth level</a:t>
            </a:r>
            <a:endParaRPr b="0" lang="en-US" sz="1400" strike="noStrike" u="none">
              <a:solidFill>
                <a:schemeClr val="dk1"/>
              </a:solidFill>
              <a:effectLst/>
              <a:uFillTx/>
              <a:latin typeface="Arial"/>
            </a:endParaRPr>
          </a:p>
        </p:txBody>
      </p:sp>
      <p:pic>
        <p:nvPicPr>
          <p:cNvPr id="311"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560" cy="223560"/>
          </a:xfrm>
          <a:prstGeom prst="rect">
            <a:avLst/>
          </a:prstGeom>
          <a:noFill/>
          <a:ln w="0">
            <a:noFill/>
          </a:ln>
        </p:spPr>
      </p:pic>
      <p:sp>
        <p:nvSpPr>
          <p:cNvPr id="312" name="PlaceHolder 3"/>
          <p:cNvSpPr>
            <a:spLocks noGrp="1"/>
          </p:cNvSpPr>
          <p:nvPr>
            <p:ph type="dt" idx="79"/>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313" name="PlaceHolder 4"/>
          <p:cNvSpPr>
            <a:spLocks noGrp="1"/>
          </p:cNvSpPr>
          <p:nvPr>
            <p:ph type="ftr" idx="80"/>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314" name="PlaceHolder 5"/>
          <p:cNvSpPr>
            <a:spLocks noGrp="1"/>
          </p:cNvSpPr>
          <p:nvPr>
            <p:ph type="sldNum" idx="81"/>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46B90045-04BA-447B-BCD0-74B34DBBA4BA}"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   *   ">
    <p:bg>
      <p:bgPr>
        <a:solidFill>
          <a:srgbClr val="ffffff"/>
        </a:solidFill>
      </p:bgPr>
    </p:bg>
    <p:spTree>
      <p:nvGrpSpPr>
        <p:cNvPr id="1" name=""/>
        <p:cNvGrpSpPr/>
        <p:nvPr/>
      </p:nvGrpSpPr>
      <p:grpSpPr>
        <a:xfrm>
          <a:off x="0" y="0"/>
          <a:ext cx="0" cy="0"/>
          <a:chOff x="0" y="0"/>
          <a:chExt cx="0" cy="0"/>
        </a:xfrm>
      </p:grpSpPr>
      <p:pic>
        <p:nvPicPr>
          <p:cNvPr id="315"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316"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A1ABD351-D85E-40B3-B344-45F574C0F32F}"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317"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318" name="Straight Connector 2">
            <a:extLst>
              <a:ext uri="{C183D7F6-B498-43B3-948B-1728B52AA6E4}">
                <adec:decorative xmlns:adec="http://schemas.microsoft.com/office/drawing/2017/decorative" val="1"/>
              </a:ext>
            </a:extLst>
          </p:cNvPr>
          <p:cNvCxnSpPr/>
          <p:nvPr/>
        </p:nvCxnSpPr>
        <p:spPr>
          <a:xfrm>
            <a:off x="6095880" y="682560"/>
            <a:ext cx="360" cy="5492880"/>
          </a:xfrm>
          <a:prstGeom prst="straightConnector1">
            <a:avLst/>
          </a:prstGeom>
          <a:ln cap="rnd" w="381000">
            <a:solidFill>
              <a:srgbClr val="7030a0"/>
            </a:solidFill>
            <a:round/>
          </a:ln>
        </p:spPr>
      </p:cxn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ver 02">
    <p:bg>
      <p:bgPr>
        <a:solidFill>
          <a:schemeClr val="lt2"/>
        </a:solidFill>
      </p:bgPr>
    </p:bg>
    <p:spTree>
      <p:nvGrpSpPr>
        <p:cNvPr id="1" name=""/>
        <p:cNvGrpSpPr/>
        <p:nvPr/>
      </p:nvGrpSpPr>
      <p:grpSpPr>
        <a:xfrm>
          <a:off x="0" y="0"/>
          <a:ext cx="0" cy="0"/>
          <a:chOff x="0" y="0"/>
          <a:chExt cx="0" cy="0"/>
        </a:xfrm>
      </p:grpSpPr>
      <p:pic>
        <p:nvPicPr>
          <p:cNvPr id="319"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320"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27CF0325-CA0C-477C-9033-5296C7CC662E}"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321"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grpSp>
        <p:nvGrpSpPr>
          <p:cNvPr id="322" name="Stadiums and circles">
            <a:extLst>
              <a:ext uri="{C183D7F6-B498-43B3-948B-1728B52AA6E4}">
                <adec:decorative xmlns:adec="http://schemas.microsoft.com/office/drawing/2017/decorative" val="1"/>
              </a:ext>
            </a:extLst>
          </p:cNvPr>
          <p:cNvGrpSpPr/>
          <p:nvPr/>
        </p:nvGrpSpPr>
        <p:grpSpPr>
          <a:xfrm>
            <a:off x="0" y="0"/>
            <a:ext cx="11220480" cy="5920920"/>
            <a:chOff x="0" y="0"/>
            <a:chExt cx="11220480" cy="5920920"/>
          </a:xfrm>
        </p:grpSpPr>
        <p:sp>
          <p:nvSpPr>
            <p:cNvPr id="323" name="Oval 4"/>
            <p:cNvSpPr/>
            <p:nvPr/>
          </p:nvSpPr>
          <p:spPr>
            <a:xfrm>
              <a:off x="9559440" y="4259880"/>
              <a:ext cx="1661040" cy="1661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24" name="Oval 8"/>
            <p:cNvSpPr/>
            <p:nvPr/>
          </p:nvSpPr>
          <p:spPr>
            <a:xfrm>
              <a:off x="7898040" y="4259880"/>
              <a:ext cx="1661040" cy="1661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25" name="Oval 10"/>
            <p:cNvSpPr/>
            <p:nvPr/>
          </p:nvSpPr>
          <p:spPr>
            <a:xfrm>
              <a:off x="6236280" y="4259880"/>
              <a:ext cx="1661040" cy="1661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26" name="Oval 11"/>
            <p:cNvSpPr/>
            <p:nvPr/>
          </p:nvSpPr>
          <p:spPr>
            <a:xfrm>
              <a:off x="4574880" y="4259880"/>
              <a:ext cx="1661040" cy="1661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27" name="Oval 12"/>
            <p:cNvSpPr/>
            <p:nvPr/>
          </p:nvSpPr>
          <p:spPr>
            <a:xfrm>
              <a:off x="2913480" y="4259880"/>
              <a:ext cx="1661040" cy="1661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28" name="Oval 18"/>
            <p:cNvSpPr/>
            <p:nvPr/>
          </p:nvSpPr>
          <p:spPr>
            <a:xfrm>
              <a:off x="1252080" y="4259880"/>
              <a:ext cx="1661040" cy="1661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29" name="Freeform: Shape 20"/>
            <p:cNvSpPr/>
            <p:nvPr/>
          </p:nvSpPr>
          <p:spPr>
            <a:xfrm>
              <a:off x="0" y="4259880"/>
              <a:ext cx="1251720" cy="1661040"/>
            </a:xfrm>
            <a:custGeom>
              <a:avLst/>
              <a:gdLst>
                <a:gd name="textAreaLeft" fmla="*/ 0 w 1251720"/>
                <a:gd name="textAreaRight" fmla="*/ 1252080 w 1251720"/>
                <a:gd name="textAreaTop" fmla="*/ 0 h 1661040"/>
                <a:gd name="textAreaBottom" fmla="*/ 1661400 h 1661040"/>
                <a:gd name="GluePoint1X" fmla="*/ 421341 w 1252071"/>
                <a:gd name="GluePoint1Y" fmla="*/ 0 h 1661460"/>
                <a:gd name="GluePoint2X" fmla="*/ 1252071 w 1252071"/>
                <a:gd name="GluePoint2Y" fmla="*/ 830730 h 1661460"/>
                <a:gd name="GluePoint3X" fmla="*/ 421341 w 1252071"/>
                <a:gd name="GluePoint3Y" fmla="*/ 1661460 h 1661460"/>
                <a:gd name="GluePoint4X" fmla="*/ 97983 w 1252071"/>
                <a:gd name="GluePoint4Y" fmla="*/ 1596177 h 1661460"/>
                <a:gd name="GluePoint5X" fmla="*/ 0 w 1252071"/>
                <a:gd name="GluePoint5Y" fmla="*/ 1542994 h 1661460"/>
                <a:gd name="GluePoint6X" fmla="*/ 0 w 1252071"/>
                <a:gd name="GluePoint6Y" fmla="*/ 118467 h 1661460"/>
                <a:gd name="GluePoint7X" fmla="*/ 97983 w 1252071"/>
                <a:gd name="GluePoint7Y" fmla="*/ 65283 h 1661460"/>
                <a:gd name="GluePoint8X" fmla="*/ 421341 w 1252071"/>
                <a:gd name="GluePoint8Y" fmla="*/ 0 h 16614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2071" h="1661460">
                  <a:moveTo>
                    <a:pt x="421341" y="0"/>
                  </a:moveTo>
                  <a:cubicBezTo>
                    <a:pt x="880141" y="0"/>
                    <a:pt x="1252071" y="371930"/>
                    <a:pt x="1252071" y="830730"/>
                  </a:cubicBezTo>
                  <a:cubicBezTo>
                    <a:pt x="1252071" y="1289530"/>
                    <a:pt x="880141" y="1661460"/>
                    <a:pt x="421341" y="1661460"/>
                  </a:cubicBezTo>
                  <a:cubicBezTo>
                    <a:pt x="306641" y="1661460"/>
                    <a:pt x="197370" y="1638215"/>
                    <a:pt x="97983" y="1596177"/>
                  </a:cubicBezTo>
                  <a:lnTo>
                    <a:pt x="0" y="1542994"/>
                  </a:lnTo>
                  <a:lnTo>
                    <a:pt x="0" y="118467"/>
                  </a:lnTo>
                  <a:lnTo>
                    <a:pt x="97983" y="65283"/>
                  </a:lnTo>
                  <a:cubicBezTo>
                    <a:pt x="197370" y="23246"/>
                    <a:pt x="306641" y="0"/>
                    <a:pt x="42134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30" name="Oval 21"/>
            <p:cNvSpPr/>
            <p:nvPr/>
          </p:nvSpPr>
          <p:spPr>
            <a:xfrm>
              <a:off x="9559440" y="2598120"/>
              <a:ext cx="1661040" cy="1661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31" name="Oval 22"/>
            <p:cNvSpPr/>
            <p:nvPr/>
          </p:nvSpPr>
          <p:spPr>
            <a:xfrm>
              <a:off x="7898040" y="2598120"/>
              <a:ext cx="1661040" cy="1661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32" name="Oval 23"/>
            <p:cNvSpPr/>
            <p:nvPr/>
          </p:nvSpPr>
          <p:spPr>
            <a:xfrm>
              <a:off x="6236280" y="2598120"/>
              <a:ext cx="1661040" cy="1661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33" name="Oval 24"/>
            <p:cNvSpPr/>
            <p:nvPr/>
          </p:nvSpPr>
          <p:spPr>
            <a:xfrm>
              <a:off x="4574880" y="2598120"/>
              <a:ext cx="1661040" cy="1661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34" name="Oval 25"/>
            <p:cNvSpPr/>
            <p:nvPr/>
          </p:nvSpPr>
          <p:spPr>
            <a:xfrm>
              <a:off x="2913480" y="2598120"/>
              <a:ext cx="1661040" cy="1661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35" name="Oval 26"/>
            <p:cNvSpPr/>
            <p:nvPr/>
          </p:nvSpPr>
          <p:spPr>
            <a:xfrm>
              <a:off x="1252080" y="2598120"/>
              <a:ext cx="1661040" cy="1661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36" name="Freeform: Shape 27"/>
            <p:cNvSpPr/>
            <p:nvPr/>
          </p:nvSpPr>
          <p:spPr>
            <a:xfrm>
              <a:off x="0" y="2598120"/>
              <a:ext cx="1251720" cy="1661040"/>
            </a:xfrm>
            <a:custGeom>
              <a:avLst/>
              <a:gdLst>
                <a:gd name="textAreaLeft" fmla="*/ 0 w 1251720"/>
                <a:gd name="textAreaRight" fmla="*/ 1252080 w 1251720"/>
                <a:gd name="textAreaTop" fmla="*/ 0 h 1661040"/>
                <a:gd name="textAreaBottom" fmla="*/ 1661400 h 1661040"/>
                <a:gd name="GluePoint1X" fmla="*/ 421341 w 1252071"/>
                <a:gd name="GluePoint1Y" fmla="*/ 0 h 1661460"/>
                <a:gd name="GluePoint2X" fmla="*/ 1252071 w 1252071"/>
                <a:gd name="GluePoint2Y" fmla="*/ 830730 h 1661460"/>
                <a:gd name="GluePoint3X" fmla="*/ 421341 w 1252071"/>
                <a:gd name="GluePoint3Y" fmla="*/ 1661460 h 1661460"/>
                <a:gd name="GluePoint4X" fmla="*/ 97983 w 1252071"/>
                <a:gd name="GluePoint4Y" fmla="*/ 1596177 h 1661460"/>
                <a:gd name="GluePoint5X" fmla="*/ 0 w 1252071"/>
                <a:gd name="GluePoint5Y" fmla="*/ 1542994 h 1661460"/>
                <a:gd name="GluePoint6X" fmla="*/ 0 w 1252071"/>
                <a:gd name="GluePoint6Y" fmla="*/ 118466 h 1661460"/>
                <a:gd name="GluePoint7X" fmla="*/ 97983 w 1252071"/>
                <a:gd name="GluePoint7Y" fmla="*/ 65283 h 1661460"/>
                <a:gd name="GluePoint8X" fmla="*/ 421341 w 1252071"/>
                <a:gd name="GluePoint8Y" fmla="*/ 0 h 16614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2071" h="1661460">
                  <a:moveTo>
                    <a:pt x="421341" y="0"/>
                  </a:moveTo>
                  <a:cubicBezTo>
                    <a:pt x="880141" y="0"/>
                    <a:pt x="1252071" y="371930"/>
                    <a:pt x="1252071" y="830730"/>
                  </a:cubicBezTo>
                  <a:cubicBezTo>
                    <a:pt x="1252071" y="1289530"/>
                    <a:pt x="880141" y="1661460"/>
                    <a:pt x="421341" y="1661460"/>
                  </a:cubicBezTo>
                  <a:cubicBezTo>
                    <a:pt x="306641" y="1661460"/>
                    <a:pt x="197370" y="1638215"/>
                    <a:pt x="97983" y="1596177"/>
                  </a:cubicBezTo>
                  <a:lnTo>
                    <a:pt x="0" y="1542994"/>
                  </a:lnTo>
                  <a:lnTo>
                    <a:pt x="0" y="118466"/>
                  </a:lnTo>
                  <a:lnTo>
                    <a:pt x="97983" y="65283"/>
                  </a:lnTo>
                  <a:cubicBezTo>
                    <a:pt x="197370" y="23246"/>
                    <a:pt x="306641" y="0"/>
                    <a:pt x="42134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37" name="Oval 28"/>
            <p:cNvSpPr/>
            <p:nvPr/>
          </p:nvSpPr>
          <p:spPr>
            <a:xfrm>
              <a:off x="9559440" y="936720"/>
              <a:ext cx="1661040" cy="1661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38" name="Oval 29"/>
            <p:cNvSpPr/>
            <p:nvPr/>
          </p:nvSpPr>
          <p:spPr>
            <a:xfrm>
              <a:off x="7898040" y="936720"/>
              <a:ext cx="1661040" cy="1661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39" name="Oval 30"/>
            <p:cNvSpPr/>
            <p:nvPr/>
          </p:nvSpPr>
          <p:spPr>
            <a:xfrm>
              <a:off x="6236280" y="936720"/>
              <a:ext cx="1661040" cy="1661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40" name="Oval 31"/>
            <p:cNvSpPr/>
            <p:nvPr/>
          </p:nvSpPr>
          <p:spPr>
            <a:xfrm>
              <a:off x="4574880" y="936720"/>
              <a:ext cx="1661040" cy="1661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41" name="Oval 32"/>
            <p:cNvSpPr/>
            <p:nvPr/>
          </p:nvSpPr>
          <p:spPr>
            <a:xfrm>
              <a:off x="2913480" y="936720"/>
              <a:ext cx="1661040" cy="1661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42" name="Oval 33"/>
            <p:cNvSpPr/>
            <p:nvPr/>
          </p:nvSpPr>
          <p:spPr>
            <a:xfrm>
              <a:off x="1252080" y="936720"/>
              <a:ext cx="1661040" cy="1661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43" name="Freeform: Shape 34"/>
            <p:cNvSpPr/>
            <p:nvPr/>
          </p:nvSpPr>
          <p:spPr>
            <a:xfrm>
              <a:off x="0" y="936720"/>
              <a:ext cx="1251720" cy="1661040"/>
            </a:xfrm>
            <a:custGeom>
              <a:avLst/>
              <a:gdLst>
                <a:gd name="textAreaLeft" fmla="*/ 0 w 1251720"/>
                <a:gd name="textAreaRight" fmla="*/ 1252080 w 1251720"/>
                <a:gd name="textAreaTop" fmla="*/ 0 h 1661040"/>
                <a:gd name="textAreaBottom" fmla="*/ 1661400 h 1661040"/>
                <a:gd name="GluePoint1X" fmla="*/ 421341 w 1252071"/>
                <a:gd name="GluePoint1Y" fmla="*/ 0 h 1661460"/>
                <a:gd name="GluePoint2X" fmla="*/ 1252071 w 1252071"/>
                <a:gd name="GluePoint2Y" fmla="*/ 830730 h 1661460"/>
                <a:gd name="GluePoint3X" fmla="*/ 421341 w 1252071"/>
                <a:gd name="GluePoint3Y" fmla="*/ 1661460 h 1661460"/>
                <a:gd name="GluePoint4X" fmla="*/ 97983 w 1252071"/>
                <a:gd name="GluePoint4Y" fmla="*/ 1596177 h 1661460"/>
                <a:gd name="GluePoint5X" fmla="*/ 0 w 1252071"/>
                <a:gd name="GluePoint5Y" fmla="*/ 1542994 h 1661460"/>
                <a:gd name="GluePoint6X" fmla="*/ 0 w 1252071"/>
                <a:gd name="GluePoint6Y" fmla="*/ 118466 h 1661460"/>
                <a:gd name="GluePoint7X" fmla="*/ 97983 w 1252071"/>
                <a:gd name="GluePoint7Y" fmla="*/ 65283 h 1661460"/>
                <a:gd name="GluePoint8X" fmla="*/ 421341 w 1252071"/>
                <a:gd name="GluePoint8Y" fmla="*/ 0 h 16614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2071" h="1661460">
                  <a:moveTo>
                    <a:pt x="421341" y="0"/>
                  </a:moveTo>
                  <a:cubicBezTo>
                    <a:pt x="880141" y="0"/>
                    <a:pt x="1252071" y="371930"/>
                    <a:pt x="1252071" y="830730"/>
                  </a:cubicBezTo>
                  <a:cubicBezTo>
                    <a:pt x="1252071" y="1289530"/>
                    <a:pt x="880141" y="1661460"/>
                    <a:pt x="421341" y="1661460"/>
                  </a:cubicBezTo>
                  <a:cubicBezTo>
                    <a:pt x="306641" y="1661460"/>
                    <a:pt x="197370" y="1638215"/>
                    <a:pt x="97983" y="1596177"/>
                  </a:cubicBezTo>
                  <a:lnTo>
                    <a:pt x="0" y="1542994"/>
                  </a:lnTo>
                  <a:lnTo>
                    <a:pt x="0" y="118466"/>
                  </a:lnTo>
                  <a:lnTo>
                    <a:pt x="97983" y="65283"/>
                  </a:lnTo>
                  <a:cubicBezTo>
                    <a:pt x="197370" y="23246"/>
                    <a:pt x="306641" y="0"/>
                    <a:pt x="42134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44" name="Freeform: Shape 37"/>
            <p:cNvSpPr/>
            <p:nvPr/>
          </p:nvSpPr>
          <p:spPr>
            <a:xfrm>
              <a:off x="9559440" y="0"/>
              <a:ext cx="1661040" cy="936360"/>
            </a:xfrm>
            <a:custGeom>
              <a:avLst/>
              <a:gdLst>
                <a:gd name="textAreaLeft" fmla="*/ 0 w 1661040"/>
                <a:gd name="textAreaRight" fmla="*/ 1661400 w 1661040"/>
                <a:gd name="textAreaTop" fmla="*/ 0 h 936360"/>
                <a:gd name="textAreaBottom" fmla="*/ 936720 h 936360"/>
                <a:gd name="GluePoint1X" fmla="*/ 7513 w 1661460"/>
                <a:gd name="GluePoint1Y" fmla="*/ 0 h 936789"/>
                <a:gd name="GluePoint2X" fmla="*/ 1653948 w 1661460"/>
                <a:gd name="GluePoint2Y" fmla="*/ 0 h 936789"/>
                <a:gd name="GluePoint3X" fmla="*/ 1657171 w 1661460"/>
                <a:gd name="GluePoint3Y" fmla="*/ 21122 h 936789"/>
                <a:gd name="GluePoint4X" fmla="*/ 1661460 w 1661460"/>
                <a:gd name="GluePoint4Y" fmla="*/ 106059 h 936789"/>
                <a:gd name="GluePoint5X" fmla="*/ 830730 w 1661460"/>
                <a:gd name="GluePoint5Y" fmla="*/ 936789 h 936789"/>
                <a:gd name="GluePoint6X" fmla="*/ 0 w 1661460"/>
                <a:gd name="GluePoint6Y" fmla="*/ 106059 h 936789"/>
                <a:gd name="GluePoint7X" fmla="*/ 4289 w 1661460"/>
                <a:gd name="GluePoint7Y" fmla="*/ 21122 h 9367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45" name="Freeform: Shape 38"/>
            <p:cNvSpPr/>
            <p:nvPr/>
          </p:nvSpPr>
          <p:spPr>
            <a:xfrm>
              <a:off x="7898040" y="0"/>
              <a:ext cx="1661040" cy="936360"/>
            </a:xfrm>
            <a:custGeom>
              <a:avLst/>
              <a:gdLst>
                <a:gd name="textAreaLeft" fmla="*/ 0 w 1661040"/>
                <a:gd name="textAreaRight" fmla="*/ 1661400 w 1661040"/>
                <a:gd name="textAreaTop" fmla="*/ 0 h 936360"/>
                <a:gd name="textAreaBottom" fmla="*/ 936720 h 936360"/>
                <a:gd name="GluePoint1X" fmla="*/ 7513 w 1661460"/>
                <a:gd name="GluePoint1Y" fmla="*/ 0 h 936789"/>
                <a:gd name="GluePoint2X" fmla="*/ 1653948 w 1661460"/>
                <a:gd name="GluePoint2Y" fmla="*/ 0 h 936789"/>
                <a:gd name="GluePoint3X" fmla="*/ 1657171 w 1661460"/>
                <a:gd name="GluePoint3Y" fmla="*/ 21122 h 936789"/>
                <a:gd name="GluePoint4X" fmla="*/ 1661460 w 1661460"/>
                <a:gd name="GluePoint4Y" fmla="*/ 106059 h 936789"/>
                <a:gd name="GluePoint5X" fmla="*/ 830730 w 1661460"/>
                <a:gd name="GluePoint5Y" fmla="*/ 936789 h 936789"/>
                <a:gd name="GluePoint6X" fmla="*/ 0 w 1661460"/>
                <a:gd name="GluePoint6Y" fmla="*/ 106059 h 936789"/>
                <a:gd name="GluePoint7X" fmla="*/ 4289 w 1661460"/>
                <a:gd name="GluePoint7Y" fmla="*/ 21122 h 9367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46" name="Freeform: Shape 42"/>
            <p:cNvSpPr/>
            <p:nvPr/>
          </p:nvSpPr>
          <p:spPr>
            <a:xfrm>
              <a:off x="6236280" y="0"/>
              <a:ext cx="1661040" cy="936360"/>
            </a:xfrm>
            <a:custGeom>
              <a:avLst/>
              <a:gdLst>
                <a:gd name="textAreaLeft" fmla="*/ 0 w 1661040"/>
                <a:gd name="textAreaRight" fmla="*/ 1661400 w 1661040"/>
                <a:gd name="textAreaTop" fmla="*/ 0 h 936360"/>
                <a:gd name="textAreaBottom" fmla="*/ 936720 h 936360"/>
                <a:gd name="GluePoint1X" fmla="*/ 7513 w 1661460"/>
                <a:gd name="GluePoint1Y" fmla="*/ 0 h 936789"/>
                <a:gd name="GluePoint2X" fmla="*/ 1653948 w 1661460"/>
                <a:gd name="GluePoint2Y" fmla="*/ 0 h 936789"/>
                <a:gd name="GluePoint3X" fmla="*/ 1657171 w 1661460"/>
                <a:gd name="GluePoint3Y" fmla="*/ 21122 h 936789"/>
                <a:gd name="GluePoint4X" fmla="*/ 1661460 w 1661460"/>
                <a:gd name="GluePoint4Y" fmla="*/ 106059 h 936789"/>
                <a:gd name="GluePoint5X" fmla="*/ 830730 w 1661460"/>
                <a:gd name="GluePoint5Y" fmla="*/ 936789 h 936789"/>
                <a:gd name="GluePoint6X" fmla="*/ 0 w 1661460"/>
                <a:gd name="GluePoint6Y" fmla="*/ 106059 h 936789"/>
                <a:gd name="GluePoint7X" fmla="*/ 4289 w 1661460"/>
                <a:gd name="GluePoint7Y" fmla="*/ 21122 h 9367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47" name="Freeform: Shape 43"/>
            <p:cNvSpPr/>
            <p:nvPr/>
          </p:nvSpPr>
          <p:spPr>
            <a:xfrm>
              <a:off x="4574880" y="0"/>
              <a:ext cx="1661040" cy="936360"/>
            </a:xfrm>
            <a:custGeom>
              <a:avLst/>
              <a:gdLst>
                <a:gd name="textAreaLeft" fmla="*/ 0 w 1661040"/>
                <a:gd name="textAreaRight" fmla="*/ 1661400 w 1661040"/>
                <a:gd name="textAreaTop" fmla="*/ 0 h 936360"/>
                <a:gd name="textAreaBottom" fmla="*/ 936720 h 936360"/>
                <a:gd name="GluePoint1X" fmla="*/ 7513 w 1661460"/>
                <a:gd name="GluePoint1Y" fmla="*/ 0 h 936789"/>
                <a:gd name="GluePoint2X" fmla="*/ 1653948 w 1661460"/>
                <a:gd name="GluePoint2Y" fmla="*/ 0 h 936789"/>
                <a:gd name="GluePoint3X" fmla="*/ 1657171 w 1661460"/>
                <a:gd name="GluePoint3Y" fmla="*/ 21122 h 936789"/>
                <a:gd name="GluePoint4X" fmla="*/ 1661460 w 1661460"/>
                <a:gd name="GluePoint4Y" fmla="*/ 106059 h 936789"/>
                <a:gd name="GluePoint5X" fmla="*/ 830730 w 1661460"/>
                <a:gd name="GluePoint5Y" fmla="*/ 936789 h 936789"/>
                <a:gd name="GluePoint6X" fmla="*/ 0 w 1661460"/>
                <a:gd name="GluePoint6Y" fmla="*/ 106059 h 936789"/>
                <a:gd name="GluePoint7X" fmla="*/ 4289 w 1661460"/>
                <a:gd name="GluePoint7Y" fmla="*/ 21122 h 9367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48" name="Freeform: Shape 44"/>
            <p:cNvSpPr/>
            <p:nvPr/>
          </p:nvSpPr>
          <p:spPr>
            <a:xfrm>
              <a:off x="2913480" y="0"/>
              <a:ext cx="1661040" cy="936360"/>
            </a:xfrm>
            <a:custGeom>
              <a:avLst/>
              <a:gdLst>
                <a:gd name="textAreaLeft" fmla="*/ 0 w 1661040"/>
                <a:gd name="textAreaRight" fmla="*/ 1661400 w 1661040"/>
                <a:gd name="textAreaTop" fmla="*/ 0 h 936360"/>
                <a:gd name="textAreaBottom" fmla="*/ 936720 h 936360"/>
                <a:gd name="GluePoint1X" fmla="*/ 7513 w 1661460"/>
                <a:gd name="GluePoint1Y" fmla="*/ 0 h 936789"/>
                <a:gd name="GluePoint2X" fmla="*/ 1653948 w 1661460"/>
                <a:gd name="GluePoint2Y" fmla="*/ 0 h 936789"/>
                <a:gd name="GluePoint3X" fmla="*/ 1657171 w 1661460"/>
                <a:gd name="GluePoint3Y" fmla="*/ 21122 h 936789"/>
                <a:gd name="GluePoint4X" fmla="*/ 1661460 w 1661460"/>
                <a:gd name="GluePoint4Y" fmla="*/ 106059 h 936789"/>
                <a:gd name="GluePoint5X" fmla="*/ 830730 w 1661460"/>
                <a:gd name="GluePoint5Y" fmla="*/ 936789 h 936789"/>
                <a:gd name="GluePoint6X" fmla="*/ 0 w 1661460"/>
                <a:gd name="GluePoint6Y" fmla="*/ 106059 h 936789"/>
                <a:gd name="GluePoint7X" fmla="*/ 4289 w 1661460"/>
                <a:gd name="GluePoint7Y" fmla="*/ 21122 h 9367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49" name="Freeform: Shape 49"/>
            <p:cNvSpPr/>
            <p:nvPr/>
          </p:nvSpPr>
          <p:spPr>
            <a:xfrm>
              <a:off x="1252080" y="0"/>
              <a:ext cx="1661040" cy="936360"/>
            </a:xfrm>
            <a:custGeom>
              <a:avLst/>
              <a:gdLst>
                <a:gd name="textAreaLeft" fmla="*/ 0 w 1661040"/>
                <a:gd name="textAreaRight" fmla="*/ 1661400 w 1661040"/>
                <a:gd name="textAreaTop" fmla="*/ 0 h 936360"/>
                <a:gd name="textAreaBottom" fmla="*/ 936720 h 936360"/>
                <a:gd name="GluePoint1X" fmla="*/ 7513 w 1661460"/>
                <a:gd name="GluePoint1Y" fmla="*/ 0 h 936789"/>
                <a:gd name="GluePoint2X" fmla="*/ 1653948 w 1661460"/>
                <a:gd name="GluePoint2Y" fmla="*/ 0 h 936789"/>
                <a:gd name="GluePoint3X" fmla="*/ 1657171 w 1661460"/>
                <a:gd name="GluePoint3Y" fmla="*/ 21122 h 936789"/>
                <a:gd name="GluePoint4X" fmla="*/ 1661460 w 1661460"/>
                <a:gd name="GluePoint4Y" fmla="*/ 106059 h 936789"/>
                <a:gd name="GluePoint5X" fmla="*/ 830730 w 1661460"/>
                <a:gd name="GluePoint5Y" fmla="*/ 936789 h 936789"/>
                <a:gd name="GluePoint6X" fmla="*/ 0 w 1661460"/>
                <a:gd name="GluePoint6Y" fmla="*/ 106059 h 936789"/>
                <a:gd name="GluePoint7X" fmla="*/ 4289 w 1661460"/>
                <a:gd name="GluePoint7Y" fmla="*/ 21122 h 9367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50" name="Freeform: Shape 52"/>
            <p:cNvSpPr/>
            <p:nvPr/>
          </p:nvSpPr>
          <p:spPr>
            <a:xfrm>
              <a:off x="0" y="0"/>
              <a:ext cx="1251720" cy="936360"/>
            </a:xfrm>
            <a:custGeom>
              <a:avLst/>
              <a:gdLst>
                <a:gd name="textAreaLeft" fmla="*/ 0 w 1251720"/>
                <a:gd name="textAreaRight" fmla="*/ 1252080 w 1251720"/>
                <a:gd name="textAreaTop" fmla="*/ 0 h 936360"/>
                <a:gd name="textAreaBottom" fmla="*/ 936720 h 936360"/>
                <a:gd name="GluePoint1X" fmla="*/ 0 w 1252071"/>
                <a:gd name="GluePoint1Y" fmla="*/ 0 h 936789"/>
                <a:gd name="GluePoint2X" fmla="*/ 1244559 w 1252071"/>
                <a:gd name="GluePoint2Y" fmla="*/ 0 h 936789"/>
                <a:gd name="GluePoint3X" fmla="*/ 1247782 w 1252071"/>
                <a:gd name="GluePoint3Y" fmla="*/ 21122 h 936789"/>
                <a:gd name="GluePoint4X" fmla="*/ 1252071 w 1252071"/>
                <a:gd name="GluePoint4Y" fmla="*/ 106059 h 936789"/>
                <a:gd name="GluePoint5X" fmla="*/ 421341 w 1252071"/>
                <a:gd name="GluePoint5Y" fmla="*/ 936789 h 936789"/>
                <a:gd name="GluePoint6X" fmla="*/ 97983 w 1252071"/>
                <a:gd name="GluePoint6Y" fmla="*/ 871506 h 936789"/>
                <a:gd name="GluePoint7X" fmla="*/ 0 w 1252071"/>
                <a:gd name="GluePoint7Y" fmla="*/ 818323 h 9367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252071" h="936789">
                  <a:moveTo>
                    <a:pt x="0" y="0"/>
                  </a:moveTo>
                  <a:lnTo>
                    <a:pt x="1244559" y="0"/>
                  </a:lnTo>
                  <a:lnTo>
                    <a:pt x="1247782" y="21122"/>
                  </a:lnTo>
                  <a:cubicBezTo>
                    <a:pt x="1250618" y="49048"/>
                    <a:pt x="1252071" y="77384"/>
                    <a:pt x="1252071" y="106059"/>
                  </a:cubicBezTo>
                  <a:cubicBezTo>
                    <a:pt x="1252071" y="564859"/>
                    <a:pt x="880141" y="936789"/>
                    <a:pt x="421341" y="936789"/>
                  </a:cubicBezTo>
                  <a:cubicBezTo>
                    <a:pt x="306641" y="936789"/>
                    <a:pt x="197370" y="913543"/>
                    <a:pt x="97983" y="871506"/>
                  </a:cubicBezTo>
                  <a:lnTo>
                    <a:pt x="0" y="81832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grpSp>
      <p:pic>
        <p:nvPicPr>
          <p:cNvPr id="351" name="Optum Logo" descr="Optum"/>
          <p:cNvPicPr/>
          <p:nvPr/>
        </p:nvPicPr>
        <p:blipFill>
          <a:blip r:embed="rId4">
            <a:extLst>
              <a:ext uri="{96DAC541-7B7A-43D3-8B79-37D633B846F1}">
                <asvg:svgBlip xmlns:asvg="http://schemas.microsoft.com/office/drawing/2016/SVG/main" r:embed="rId5"/>
              </a:ext>
            </a:extLst>
          </a:blip>
          <a:stretch/>
        </p:blipFill>
        <p:spPr>
          <a:xfrm>
            <a:off x="590400" y="596160"/>
            <a:ext cx="1817280" cy="525960"/>
          </a:xfrm>
          <a:prstGeom prst="rect">
            <a:avLst/>
          </a:prstGeom>
          <a:noFill/>
          <a:ln w="0">
            <a:noFill/>
          </a:ln>
        </p:spPr>
      </p:pic>
      <p:sp>
        <p:nvSpPr>
          <p:cNvPr id="352" name="PlaceHolder 1"/>
          <p:cNvSpPr>
            <a:spLocks noGrp="1"/>
          </p:cNvSpPr>
          <p:nvPr>
            <p:ph type="title"/>
          </p:nvPr>
        </p:nvSpPr>
        <p:spPr>
          <a:xfrm>
            <a:off x="604080" y="1847880"/>
            <a:ext cx="7159320" cy="1692360"/>
          </a:xfrm>
          <a:prstGeom prst="rect">
            <a:avLst/>
          </a:prstGeom>
          <a:noFill/>
          <a:ln w="0">
            <a:noFill/>
          </a:ln>
        </p:spPr>
        <p:txBody>
          <a:bodyPr lIns="0" rIns="0" tIns="0" bIns="0" anchor="b">
            <a:noAutofit/>
          </a:bodyPr>
          <a:p>
            <a:pPr indent="0" defTabSz="914400">
              <a:lnSpc>
                <a:spcPct val="100000"/>
              </a:lnSpc>
              <a:buNone/>
            </a:pPr>
            <a:r>
              <a:rPr b="0" lang="en-US" sz="5500" strike="noStrike" u="none">
                <a:solidFill>
                  <a:schemeClr val="dk1"/>
                </a:solidFill>
                <a:effectLst/>
                <a:uFillTx/>
                <a:latin typeface="Georgia Pro"/>
              </a:rPr>
              <a:t>Insightful presentation title (max. 2 lines)</a:t>
            </a:r>
            <a:endParaRPr b="0" lang="en-US" sz="5500" strike="noStrike" u="none">
              <a:solidFill>
                <a:schemeClr val="dk1"/>
              </a:solidFill>
              <a:effectLst/>
              <a:uFillTx/>
              <a:latin typeface="Arial"/>
            </a:endParaRPr>
          </a:p>
        </p:txBody>
      </p:sp>
      <p:sp>
        <p:nvSpPr>
          <p:cNvPr id="353" name="PlaceHolder 2"/>
          <p:cNvSpPr>
            <a:spLocks noGrp="1"/>
          </p:cNvSpPr>
          <p:nvPr>
            <p:ph type="body"/>
          </p:nvPr>
        </p:nvSpPr>
        <p:spPr>
          <a:xfrm>
            <a:off x="604080" y="3907080"/>
            <a:ext cx="5028840" cy="2626920"/>
          </a:xfrm>
          <a:prstGeom prst="rect">
            <a:avLst/>
          </a:prstGeom>
          <a:noFill/>
          <a:ln w="0">
            <a:noFill/>
          </a:ln>
        </p:spPr>
        <p:txBody>
          <a:bodyPr lIns="0" rIns="0" tIns="0" bIns="0" anchor="t">
            <a:spAutoFit/>
          </a:bodyPr>
          <a:p>
            <a:pPr indent="0" defTabSz="914400">
              <a:lnSpc>
                <a:spcPct val="100000"/>
              </a:lnSpc>
              <a:buNone/>
              <a:tabLst>
                <a:tab algn="l" pos="0"/>
              </a:tabLst>
            </a:pPr>
            <a:r>
              <a:rPr b="0" lang="en-US" sz="1800" strike="noStrike" u="none">
                <a:solidFill>
                  <a:schemeClr val="dk1"/>
                </a:solidFill>
                <a:effectLst/>
                <a:uFillTx/>
                <a:latin typeface="Arial"/>
              </a:rPr>
              <a:t>Presentation subtitle (optional); Arial 18pt, sentence case, max. 3 lines</a:t>
            </a:r>
            <a:endParaRPr b="0" lang="en-US" sz="1800" strike="noStrike" u="none">
              <a:solidFill>
                <a:schemeClr val="dk1"/>
              </a:solidFill>
              <a:effectLst/>
              <a:uFillTx/>
              <a:latin typeface="Arial"/>
            </a:endParaRPr>
          </a:p>
        </p:txBody>
      </p:sp>
      <p:cxnSp>
        <p:nvCxnSpPr>
          <p:cNvPr id="354" name="Stoke">
            <a:extLst>
              <a:ext uri="{C183D7F6-B498-43B3-948B-1728B52AA6E4}">
                <adec:decorative xmlns:adec="http://schemas.microsoft.com/office/drawing/2017/decorative" val="1"/>
              </a:ext>
            </a:extLst>
          </p:cNvPr>
          <p:cNvCxnSpPr/>
          <p:nvPr/>
        </p:nvCxnSpPr>
        <p:spPr>
          <a:xfrm>
            <a:off x="603720" y="5627520"/>
            <a:ext cx="522360" cy="360"/>
          </a:xfrm>
          <a:prstGeom prst="straightConnector1">
            <a:avLst/>
          </a:prstGeom>
          <a:ln cap="rnd" w="38100">
            <a:solidFill>
              <a:srgbClr val="ff612b"/>
            </a:solidFill>
            <a:round/>
          </a:ln>
        </p:spPr>
      </p:cxnSp>
      <p:sp>
        <p:nvSpPr>
          <p:cNvPr id="355" name="PlaceHolder 3"/>
          <p:cNvSpPr>
            <a:spLocks noGrp="1"/>
          </p:cNvSpPr>
          <p:nvPr>
            <p:ph type="body"/>
          </p:nvPr>
        </p:nvSpPr>
        <p:spPr>
          <a:xfrm>
            <a:off x="604080" y="4321080"/>
            <a:ext cx="5028840" cy="1926720"/>
          </a:xfrm>
          <a:prstGeom prst="rect">
            <a:avLst/>
          </a:prstGeom>
          <a:noFill/>
          <a:ln w="0">
            <a:noFill/>
          </a:ln>
        </p:spPr>
        <p:txBody>
          <a:bodyPr lIns="0" rIns="0" tIns="0" bIns="0" anchor="b">
            <a:spAutoFit/>
          </a:bodyPr>
          <a:p>
            <a:pPr indent="0" defTabSz="914400">
              <a:lnSpc>
                <a:spcPct val="100000"/>
              </a:lnSpc>
              <a:buNone/>
              <a:tabLst>
                <a:tab algn="l" pos="0"/>
              </a:tabLst>
            </a:pPr>
            <a:r>
              <a:rPr b="0" lang="en-US" sz="1400" strike="noStrike" u="none">
                <a:solidFill>
                  <a:schemeClr val="dk1"/>
                </a:solidFill>
                <a:effectLst/>
                <a:uFillTx/>
                <a:latin typeface="Arial"/>
              </a:rPr>
              <a:t>Month DD, YYYY (May also be location or speaker)</a:t>
            </a:r>
            <a:endParaRPr b="0" lang="en-US" sz="1400" strike="noStrike" u="none">
              <a:solidFill>
                <a:schemeClr val="dk1"/>
              </a:solidFill>
              <a:effectLst/>
              <a:uFillTx/>
              <a:latin typeface="Arial"/>
            </a:endParaRPr>
          </a:p>
        </p:txBody>
      </p:sp>
      <p:sp>
        <p:nvSpPr>
          <p:cNvPr id="356" name="PlaceHolder 4"/>
          <p:cNvSpPr>
            <a:spLocks noGrp="1"/>
          </p:cNvSpPr>
          <p:nvPr>
            <p:ph type="dt" idx="82"/>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357" name="PlaceHolder 5"/>
          <p:cNvSpPr>
            <a:spLocks noGrp="1"/>
          </p:cNvSpPr>
          <p:nvPr>
            <p:ph type="ftr" idx="83"/>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358" name="PlaceHolder 6"/>
          <p:cNvSpPr>
            <a:spLocks noGrp="1"/>
          </p:cNvSpPr>
          <p:nvPr>
            <p:ph type="sldNum" idx="84"/>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427F9C52-F874-4F4B-BF47-8B0AFE0A062D}"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 Dynamic O">
    <p:bg>
      <p:bgPr>
        <a:solidFill>
          <a:srgbClr val="ffffff"/>
        </a:solidFill>
      </p:bgPr>
    </p:bg>
    <p:spTree>
      <p:nvGrpSpPr>
        <p:cNvPr id="1" name=""/>
        <p:cNvGrpSpPr/>
        <p:nvPr/>
      </p:nvGrpSpPr>
      <p:grpSpPr>
        <a:xfrm>
          <a:off x="0" y="0"/>
          <a:ext cx="0" cy="0"/>
          <a:chOff x="0" y="0"/>
          <a:chExt cx="0" cy="0"/>
        </a:xfrm>
      </p:grpSpPr>
      <p:pic>
        <p:nvPicPr>
          <p:cNvPr id="359"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360"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6B7D7F78-857E-4A52-B693-96B287295BDE}"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361"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362" name="Stroke">
            <a:extLst>
              <a:ext uri="{C183D7F6-B498-43B3-948B-1728B52AA6E4}">
                <adec:decorative xmlns:adec="http://schemas.microsoft.com/office/drawing/2017/decorative" val="1"/>
              </a:ext>
            </a:extLst>
          </p:cNvPr>
          <p:cNvCxnSpPr/>
          <p:nvPr/>
        </p:nvCxnSpPr>
        <p:spPr>
          <a:xfrm>
            <a:off x="467640" y="410760"/>
            <a:ext cx="522360" cy="360"/>
          </a:xfrm>
          <a:prstGeom prst="straightConnector1">
            <a:avLst/>
          </a:prstGeom>
          <a:ln cap="rnd" w="38100">
            <a:solidFill>
              <a:srgbClr val="ff612b"/>
            </a:solidFill>
            <a:round/>
          </a:ln>
        </p:spPr>
      </p:cxnSp>
      <p:sp>
        <p:nvSpPr>
          <p:cNvPr id="363" name="PlaceHolder 1"/>
          <p:cNvSpPr>
            <a:spLocks noGrp="1"/>
          </p:cNvSpPr>
          <p:nvPr>
            <p:ph type="title"/>
          </p:nvPr>
        </p:nvSpPr>
        <p:spPr>
          <a:xfrm>
            <a:off x="468000" y="555480"/>
            <a:ext cx="9600840" cy="304200"/>
          </a:xfrm>
          <a:prstGeom prst="rect">
            <a:avLst/>
          </a:prstGeom>
          <a:noFill/>
          <a:ln w="0">
            <a:noFill/>
          </a:ln>
        </p:spPr>
        <p:txBody>
          <a:bodyPr lIns="0" rIns="0" tIns="0" bIns="0" anchor="t">
            <a:noAutofit/>
          </a:bodyPr>
          <a:p>
            <a:pPr indent="0" defTabSz="914400">
              <a:lnSpc>
                <a:spcPct val="90000"/>
              </a:lnSpc>
              <a:buNone/>
            </a:pPr>
            <a:r>
              <a:rPr b="0" lang="en-US" sz="2200" strike="noStrike" u="none">
                <a:solidFill>
                  <a:schemeClr val="dk1"/>
                </a:solidFill>
                <a:effectLst/>
                <a:uFillTx/>
                <a:latin typeface="Georgia Pro"/>
              </a:rPr>
              <a:t>Slide title; Georgia Pro 22pt, sent. case (1 line)</a:t>
            </a:r>
            <a:endParaRPr b="0" lang="en-US" sz="2200" strike="noStrike" u="none">
              <a:solidFill>
                <a:schemeClr val="dk1"/>
              </a:solidFill>
              <a:effectLst/>
              <a:uFillTx/>
              <a:latin typeface="Arial"/>
            </a:endParaRPr>
          </a:p>
        </p:txBody>
      </p:sp>
      <p:sp>
        <p:nvSpPr>
          <p:cNvPr id="364" name="Dynamic O">
            <a:extLst>
              <a:ext uri="{C183D7F6-B498-43B3-948B-1728B52AA6E4}">
                <adec:decorative xmlns:adec="http://schemas.microsoft.com/office/drawing/2017/decorative" val="1"/>
              </a:ext>
            </a:extLst>
          </p:cNvPr>
          <p:cNvSpPr/>
          <p:nvPr/>
        </p:nvSpPr>
        <p:spPr>
          <a:xfrm>
            <a:off x="9839160" y="4542120"/>
            <a:ext cx="2352240" cy="2315520"/>
          </a:xfrm>
          <a:custGeom>
            <a:avLst/>
            <a:gdLst>
              <a:gd name="textAreaLeft" fmla="*/ 0 w 2352240"/>
              <a:gd name="textAreaRight" fmla="*/ 2352600 w 2352240"/>
              <a:gd name="textAreaTop" fmla="*/ 0 h 2315520"/>
              <a:gd name="textAreaBottom" fmla="*/ 2315880 h 2315520"/>
              <a:gd name="GluePoint1X" fmla="*/ 0 w 2352714"/>
              <a:gd name="GluePoint1Y" fmla="*/ 0 h 2315783"/>
              <a:gd name="GluePoint2X" fmla="*/ 2352714 w 2352714"/>
              <a:gd name="GluePoint2Y" fmla="*/ 0 h 2315783"/>
              <a:gd name="GluePoint3X" fmla="*/ 2352714 w 2352714"/>
              <a:gd name="GluePoint3Y" fmla="*/ 2315783 h 2315783"/>
              <a:gd name="GluePoint4X" fmla="*/ 0 w 2352714"/>
              <a:gd name="GluePoint4Y" fmla="*/ 2315783 h 231578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52714" h="2315783">
                <a:moveTo>
                  <a:pt x="0" y="0"/>
                </a:moveTo>
                <a:lnTo>
                  <a:pt x="2352714" y="0"/>
                </a:lnTo>
                <a:lnTo>
                  <a:pt x="2352714" y="2315783"/>
                </a:lnTo>
                <a:lnTo>
                  <a:pt x="0" y="2315783"/>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65" name="PlaceHolder 2"/>
          <p:cNvSpPr>
            <a:spLocks noGrp="1"/>
          </p:cNvSpPr>
          <p:nvPr>
            <p:ph type="dt" idx="85"/>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366" name="PlaceHolder 3"/>
          <p:cNvSpPr>
            <a:spLocks noGrp="1"/>
          </p:cNvSpPr>
          <p:nvPr>
            <p:ph type="ftr" idx="86"/>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367" name="PlaceHolder 4"/>
          <p:cNvSpPr>
            <a:spLocks noGrp="1"/>
          </p:cNvSpPr>
          <p:nvPr>
            <p:ph type="sldNum" idx="87"/>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3E5B3BF9-BDE2-4DA9-939E-9AD778309860}"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
        <p:nvSpPr>
          <p:cNvPr id="36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600" strike="noStrike" u="none">
                <a:solidFill>
                  <a:schemeClr val="dk1"/>
                </a:solidFill>
                <a:effectLst/>
                <a:uFillTx/>
                <a:latin typeface="Arial"/>
              </a:rPr>
              <a:t>Click to edit the outline text format</a:t>
            </a:r>
            <a:endParaRPr b="0" lang="en-US" sz="1600" strike="noStrike" u="none">
              <a:solidFill>
                <a:schemeClr val="dk1"/>
              </a:solidFill>
              <a:effectLst/>
              <a:uFillTx/>
              <a:latin typeface="Arial"/>
            </a:endParaRPr>
          </a:p>
          <a:p>
            <a:pPr lvl="1" marL="864000" indent="-324000">
              <a:spcBef>
                <a:spcPts val="1134"/>
              </a:spcBef>
              <a:buClr>
                <a:srgbClr val="000000"/>
              </a:buClr>
              <a:buSzPct val="75000"/>
              <a:buFont typeface="Symbol" charset="2"/>
              <a:buChar char=""/>
            </a:pPr>
            <a:r>
              <a:rPr b="0" lang="en-US" sz="1600" strike="noStrike" u="none">
                <a:solidFill>
                  <a:schemeClr val="dk1"/>
                </a:solidFill>
                <a:effectLst/>
                <a:uFillTx/>
                <a:latin typeface="Arial"/>
              </a:rPr>
              <a:t>Second Outline Level</a:t>
            </a:r>
            <a:endParaRPr b="0" lang="en-US" sz="16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US" sz="1600" strike="noStrike" u="none">
                <a:solidFill>
                  <a:schemeClr val="dk1"/>
                </a:solidFill>
                <a:effectLst/>
                <a:uFillTx/>
                <a:latin typeface="Arial"/>
              </a:rPr>
              <a:t>Third Outline Level</a:t>
            </a:r>
            <a:endParaRPr b="0" lang="en-US" sz="16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US" sz="1400" strike="noStrike" u="none">
                <a:solidFill>
                  <a:schemeClr val="dk1"/>
                </a:solidFill>
                <a:effectLst/>
                <a:uFillTx/>
                <a:latin typeface="Arial"/>
              </a:rPr>
              <a:t>Fourth Outline Level</a:t>
            </a:r>
            <a:endParaRPr b="0" lang="en-US" sz="14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chemeClr val="dk1"/>
              </a:solidFill>
              <a:effectLst/>
              <a:uFillTx/>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ubhead - Dynamic O">
    <p:bg>
      <p:bgPr>
        <a:solidFill>
          <a:srgbClr val="ffffff"/>
        </a:solidFill>
      </p:bgPr>
    </p:bg>
    <p:spTree>
      <p:nvGrpSpPr>
        <p:cNvPr id="1" name=""/>
        <p:cNvGrpSpPr/>
        <p:nvPr/>
      </p:nvGrpSpPr>
      <p:grpSpPr>
        <a:xfrm>
          <a:off x="0" y="0"/>
          <a:ext cx="0" cy="0"/>
          <a:chOff x="0" y="0"/>
          <a:chExt cx="0" cy="0"/>
        </a:xfrm>
      </p:grpSpPr>
      <p:pic>
        <p:nvPicPr>
          <p:cNvPr id="369"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370"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B44EC218-B4C3-49E3-9D45-03223AA6F844}"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371"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372" name="Stroke">
            <a:extLst>
              <a:ext uri="{C183D7F6-B498-43B3-948B-1728B52AA6E4}">
                <adec:decorative xmlns:adec="http://schemas.microsoft.com/office/drawing/2017/decorative" val="1"/>
              </a:ext>
            </a:extLst>
          </p:cNvPr>
          <p:cNvCxnSpPr/>
          <p:nvPr/>
        </p:nvCxnSpPr>
        <p:spPr>
          <a:xfrm>
            <a:off x="467640" y="410760"/>
            <a:ext cx="522360" cy="360"/>
          </a:xfrm>
          <a:prstGeom prst="straightConnector1">
            <a:avLst/>
          </a:prstGeom>
          <a:ln cap="rnd" w="38100">
            <a:solidFill>
              <a:srgbClr val="ff612b"/>
            </a:solidFill>
            <a:round/>
          </a:ln>
        </p:spPr>
      </p:cxnSp>
      <p:sp>
        <p:nvSpPr>
          <p:cNvPr id="373" name="PlaceHolder 1"/>
          <p:cNvSpPr>
            <a:spLocks noGrp="1"/>
          </p:cNvSpPr>
          <p:nvPr>
            <p:ph type="title"/>
          </p:nvPr>
        </p:nvSpPr>
        <p:spPr>
          <a:xfrm>
            <a:off x="468000" y="555480"/>
            <a:ext cx="9600840" cy="304200"/>
          </a:xfrm>
          <a:prstGeom prst="rect">
            <a:avLst/>
          </a:prstGeom>
          <a:noFill/>
          <a:ln w="0">
            <a:noFill/>
          </a:ln>
        </p:spPr>
        <p:txBody>
          <a:bodyPr lIns="0" rIns="0" tIns="0" bIns="0" anchor="t">
            <a:noAutofit/>
          </a:bodyPr>
          <a:p>
            <a:pPr indent="0" defTabSz="914400">
              <a:lnSpc>
                <a:spcPct val="90000"/>
              </a:lnSpc>
              <a:buNone/>
            </a:pPr>
            <a:r>
              <a:rPr b="0" lang="en-US" sz="2200" strike="noStrike" u="none">
                <a:solidFill>
                  <a:schemeClr val="dk1"/>
                </a:solidFill>
                <a:effectLst/>
                <a:uFillTx/>
                <a:latin typeface="Georgia Pro"/>
              </a:rPr>
              <a:t>Slide title; Georgia Pro 22pt, sentence case (1 line)</a:t>
            </a:r>
            <a:endParaRPr b="0" lang="en-US" sz="2200" strike="noStrike" u="none">
              <a:solidFill>
                <a:schemeClr val="dk1"/>
              </a:solidFill>
              <a:effectLst/>
              <a:uFillTx/>
              <a:latin typeface="Arial"/>
            </a:endParaRPr>
          </a:p>
        </p:txBody>
      </p:sp>
      <p:sp>
        <p:nvSpPr>
          <p:cNvPr id="374" name="PlaceHolder 2"/>
          <p:cNvSpPr>
            <a:spLocks noGrp="1"/>
          </p:cNvSpPr>
          <p:nvPr>
            <p:ph type="body"/>
          </p:nvPr>
        </p:nvSpPr>
        <p:spPr>
          <a:xfrm>
            <a:off x="468000" y="958680"/>
            <a:ext cx="9600840" cy="2138400"/>
          </a:xfrm>
          <a:prstGeom prst="rect">
            <a:avLst/>
          </a:prstGeom>
          <a:noFill/>
          <a:ln w="0">
            <a:noFill/>
          </a:ln>
        </p:spPr>
        <p:txBody>
          <a:bodyPr lIns="0" rIns="0" tIns="0" bIns="0" anchor="t">
            <a:spAutoFit/>
          </a:bodyPr>
          <a:p>
            <a:pPr indent="0" defTabSz="914400">
              <a:lnSpc>
                <a:spcPct val="100000"/>
              </a:lnSpc>
              <a:buNone/>
              <a:tabLst>
                <a:tab algn="l" pos="0"/>
              </a:tabLst>
            </a:pPr>
            <a:r>
              <a:rPr b="0" lang="en-US" sz="1600" strike="noStrike" u="none">
                <a:solidFill>
                  <a:schemeClr val="dk1"/>
                </a:solidFill>
                <a:effectLst/>
                <a:uFillTx/>
                <a:latin typeface="Arial"/>
              </a:rPr>
              <a:t>Slide subtitle; Arial 16pt, sentence case (multi-line)</a:t>
            </a:r>
            <a:endParaRPr b="0" lang="en-US" sz="1600" strike="noStrike" u="none">
              <a:solidFill>
                <a:schemeClr val="dk1"/>
              </a:solidFill>
              <a:effectLst/>
              <a:uFillTx/>
              <a:latin typeface="Arial"/>
            </a:endParaRPr>
          </a:p>
        </p:txBody>
      </p:sp>
      <p:sp>
        <p:nvSpPr>
          <p:cNvPr id="375" name="Dynamic O">
            <a:extLst>
              <a:ext uri="{C183D7F6-B498-43B3-948B-1728B52AA6E4}">
                <adec:decorative xmlns:adec="http://schemas.microsoft.com/office/drawing/2017/decorative" val="1"/>
              </a:ext>
            </a:extLst>
          </p:cNvPr>
          <p:cNvSpPr/>
          <p:nvPr/>
        </p:nvSpPr>
        <p:spPr>
          <a:xfrm>
            <a:off x="9839160" y="4542120"/>
            <a:ext cx="2352240" cy="2315520"/>
          </a:xfrm>
          <a:custGeom>
            <a:avLst/>
            <a:gdLst>
              <a:gd name="textAreaLeft" fmla="*/ 0 w 2352240"/>
              <a:gd name="textAreaRight" fmla="*/ 2352600 w 2352240"/>
              <a:gd name="textAreaTop" fmla="*/ 0 h 2315520"/>
              <a:gd name="textAreaBottom" fmla="*/ 2315880 h 2315520"/>
              <a:gd name="GluePoint1X" fmla="*/ 0 w 2352714"/>
              <a:gd name="GluePoint1Y" fmla="*/ 0 h 2315783"/>
              <a:gd name="GluePoint2X" fmla="*/ 2352714 w 2352714"/>
              <a:gd name="GluePoint2Y" fmla="*/ 0 h 2315783"/>
              <a:gd name="GluePoint3X" fmla="*/ 2352714 w 2352714"/>
              <a:gd name="GluePoint3Y" fmla="*/ 2315783 h 2315783"/>
              <a:gd name="GluePoint4X" fmla="*/ 0 w 2352714"/>
              <a:gd name="GluePoint4Y" fmla="*/ 2315783 h 231578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52714" h="2315783">
                <a:moveTo>
                  <a:pt x="0" y="0"/>
                </a:moveTo>
                <a:lnTo>
                  <a:pt x="2352714" y="0"/>
                </a:lnTo>
                <a:lnTo>
                  <a:pt x="2352714" y="2315783"/>
                </a:lnTo>
                <a:lnTo>
                  <a:pt x="0" y="2315783"/>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6" name="PlaceHolder 3"/>
          <p:cNvSpPr>
            <a:spLocks noGrp="1"/>
          </p:cNvSpPr>
          <p:nvPr>
            <p:ph type="dt" idx="88"/>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377" name="PlaceHolder 4"/>
          <p:cNvSpPr>
            <a:spLocks noGrp="1"/>
          </p:cNvSpPr>
          <p:nvPr>
            <p:ph type="ftr" idx="89"/>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378" name="PlaceHolder 5"/>
          <p:cNvSpPr>
            <a:spLocks noGrp="1"/>
          </p:cNvSpPr>
          <p:nvPr>
            <p:ph type="sldNum" idx="90"/>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20137C71-43AC-4CEC-B456-AEFD0DD32267}"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Two Lines - Dynamic O">
    <p:bg>
      <p:bgPr>
        <a:solidFill>
          <a:srgbClr val="ffffff"/>
        </a:solidFill>
      </p:bgPr>
    </p:bg>
    <p:spTree>
      <p:nvGrpSpPr>
        <p:cNvPr id="1" name=""/>
        <p:cNvGrpSpPr/>
        <p:nvPr/>
      </p:nvGrpSpPr>
      <p:grpSpPr>
        <a:xfrm>
          <a:off x="0" y="0"/>
          <a:ext cx="0" cy="0"/>
          <a:chOff x="0" y="0"/>
          <a:chExt cx="0" cy="0"/>
        </a:xfrm>
      </p:grpSpPr>
      <p:pic>
        <p:nvPicPr>
          <p:cNvPr id="379"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380"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BB00113B-D088-41AA-8DEA-6FA4E36BF560}"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381"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382" name="Stroke">
            <a:extLst>
              <a:ext uri="{C183D7F6-B498-43B3-948B-1728B52AA6E4}">
                <adec:decorative xmlns:adec="http://schemas.microsoft.com/office/drawing/2017/decorative" val="1"/>
              </a:ext>
            </a:extLst>
          </p:cNvPr>
          <p:cNvCxnSpPr/>
          <p:nvPr/>
        </p:nvCxnSpPr>
        <p:spPr>
          <a:xfrm>
            <a:off x="467640" y="410760"/>
            <a:ext cx="522360" cy="360"/>
          </a:xfrm>
          <a:prstGeom prst="straightConnector1">
            <a:avLst/>
          </a:prstGeom>
          <a:ln cap="rnd" w="38100">
            <a:solidFill>
              <a:srgbClr val="ff612b"/>
            </a:solidFill>
            <a:round/>
          </a:ln>
        </p:spPr>
      </p:cxnSp>
      <p:sp>
        <p:nvSpPr>
          <p:cNvPr id="383" name="PlaceHolder 1"/>
          <p:cNvSpPr>
            <a:spLocks noGrp="1"/>
          </p:cNvSpPr>
          <p:nvPr>
            <p:ph type="title"/>
          </p:nvPr>
        </p:nvSpPr>
        <p:spPr>
          <a:xfrm>
            <a:off x="468000" y="555480"/>
            <a:ext cx="9600840" cy="609120"/>
          </a:xfrm>
          <a:prstGeom prst="rect">
            <a:avLst/>
          </a:prstGeom>
          <a:noFill/>
          <a:ln w="0">
            <a:noFill/>
          </a:ln>
        </p:spPr>
        <p:txBody>
          <a:bodyPr lIns="0" rIns="0" tIns="0" bIns="0" anchor="t">
            <a:noAutofit/>
          </a:bodyPr>
          <a:p>
            <a:pPr indent="0" defTabSz="914400">
              <a:lnSpc>
                <a:spcPct val="90000"/>
              </a:lnSpc>
              <a:buNone/>
            </a:pPr>
            <a:r>
              <a:rPr b="0" lang="en-US" sz="2200" strike="noStrike" u="none">
                <a:solidFill>
                  <a:schemeClr val="dk1"/>
                </a:solidFill>
                <a:effectLst/>
                <a:uFillTx/>
                <a:latin typeface="Georgia Pro"/>
              </a:rPr>
              <a:t>Slide title; Georgia Pro 22pt, sentence case. This layout accommodates a slide title that extends downward to a second line (max. 2 lines).</a:t>
            </a:r>
            <a:endParaRPr b="0" lang="en-US" sz="2200" strike="noStrike" u="none">
              <a:solidFill>
                <a:schemeClr val="dk1"/>
              </a:solidFill>
              <a:effectLst/>
              <a:uFillTx/>
              <a:latin typeface="Arial"/>
            </a:endParaRPr>
          </a:p>
        </p:txBody>
      </p:sp>
      <p:sp>
        <p:nvSpPr>
          <p:cNvPr id="384" name="Dynamic O">
            <a:extLst>
              <a:ext uri="{C183D7F6-B498-43B3-948B-1728B52AA6E4}">
                <adec:decorative xmlns:adec="http://schemas.microsoft.com/office/drawing/2017/decorative" val="1"/>
              </a:ext>
            </a:extLst>
          </p:cNvPr>
          <p:cNvSpPr/>
          <p:nvPr/>
        </p:nvSpPr>
        <p:spPr>
          <a:xfrm>
            <a:off x="9839160" y="4542120"/>
            <a:ext cx="2352240" cy="2315520"/>
          </a:xfrm>
          <a:custGeom>
            <a:avLst/>
            <a:gdLst>
              <a:gd name="textAreaLeft" fmla="*/ 0 w 2352240"/>
              <a:gd name="textAreaRight" fmla="*/ 2352600 w 2352240"/>
              <a:gd name="textAreaTop" fmla="*/ 0 h 2315520"/>
              <a:gd name="textAreaBottom" fmla="*/ 2315880 h 2315520"/>
              <a:gd name="GluePoint1X" fmla="*/ 0 w 2352714"/>
              <a:gd name="GluePoint1Y" fmla="*/ 0 h 2315783"/>
              <a:gd name="GluePoint2X" fmla="*/ 2352714 w 2352714"/>
              <a:gd name="GluePoint2Y" fmla="*/ 0 h 2315783"/>
              <a:gd name="GluePoint3X" fmla="*/ 2352714 w 2352714"/>
              <a:gd name="GluePoint3Y" fmla="*/ 2315783 h 2315783"/>
              <a:gd name="GluePoint4X" fmla="*/ 0 w 2352714"/>
              <a:gd name="GluePoint4Y" fmla="*/ 2315783 h 231578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52714" h="2315783">
                <a:moveTo>
                  <a:pt x="0" y="0"/>
                </a:moveTo>
                <a:lnTo>
                  <a:pt x="2352714" y="0"/>
                </a:lnTo>
                <a:lnTo>
                  <a:pt x="2352714" y="2315783"/>
                </a:lnTo>
                <a:lnTo>
                  <a:pt x="0" y="2315783"/>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5" name="PlaceHolder 2"/>
          <p:cNvSpPr>
            <a:spLocks noGrp="1"/>
          </p:cNvSpPr>
          <p:nvPr>
            <p:ph type="dt" idx="91"/>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386" name="PlaceHolder 3"/>
          <p:cNvSpPr>
            <a:spLocks noGrp="1"/>
          </p:cNvSpPr>
          <p:nvPr>
            <p:ph type="ftr" idx="92"/>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387" name="PlaceHolder 4"/>
          <p:cNvSpPr>
            <a:spLocks noGrp="1"/>
          </p:cNvSpPr>
          <p:nvPr>
            <p:ph type="sldNum" idx="93"/>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1DD99426-8DB3-4859-BE74-50D9B53D2AAE}"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
        <p:nvSpPr>
          <p:cNvPr id="38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600" strike="noStrike" u="none">
                <a:solidFill>
                  <a:schemeClr val="dk1"/>
                </a:solidFill>
                <a:effectLst/>
                <a:uFillTx/>
                <a:latin typeface="Arial"/>
              </a:rPr>
              <a:t>Click to edit the outline text format</a:t>
            </a:r>
            <a:endParaRPr b="0" lang="en-US" sz="1600" strike="noStrike" u="none">
              <a:solidFill>
                <a:schemeClr val="dk1"/>
              </a:solidFill>
              <a:effectLst/>
              <a:uFillTx/>
              <a:latin typeface="Arial"/>
            </a:endParaRPr>
          </a:p>
          <a:p>
            <a:pPr lvl="1" marL="864000" indent="-324000">
              <a:spcBef>
                <a:spcPts val="1134"/>
              </a:spcBef>
              <a:buClr>
                <a:srgbClr val="000000"/>
              </a:buClr>
              <a:buSzPct val="75000"/>
              <a:buFont typeface="Symbol" charset="2"/>
              <a:buChar char=""/>
            </a:pPr>
            <a:r>
              <a:rPr b="0" lang="en-US" sz="1600" strike="noStrike" u="none">
                <a:solidFill>
                  <a:schemeClr val="dk1"/>
                </a:solidFill>
                <a:effectLst/>
                <a:uFillTx/>
                <a:latin typeface="Arial"/>
              </a:rPr>
              <a:t>Second Outline Level</a:t>
            </a:r>
            <a:endParaRPr b="0" lang="en-US" sz="16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US" sz="1600" strike="noStrike" u="none">
                <a:solidFill>
                  <a:schemeClr val="dk1"/>
                </a:solidFill>
                <a:effectLst/>
                <a:uFillTx/>
                <a:latin typeface="Arial"/>
              </a:rPr>
              <a:t>Third Outline Level</a:t>
            </a:r>
            <a:endParaRPr b="0" lang="en-US" sz="16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US" sz="1400" strike="noStrike" u="none">
                <a:solidFill>
                  <a:schemeClr val="dk1"/>
                </a:solidFill>
                <a:effectLst/>
                <a:uFillTx/>
                <a:latin typeface="Arial"/>
              </a:rPr>
              <a:t>Fourth Outline Level</a:t>
            </a:r>
            <a:endParaRPr b="0" lang="en-US" sz="14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chemeClr val="dk1"/>
              </a:solidFill>
              <a:effectLst/>
              <a:uFillTx/>
              <a:latin typeface="Arial"/>
            </a:endParaRP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 Dynamic O">
    <p:bg>
      <p:bgPr>
        <a:solidFill>
          <a:srgbClr val="ffffff"/>
        </a:solidFill>
      </p:bgPr>
    </p:bg>
    <p:spTree>
      <p:nvGrpSpPr>
        <p:cNvPr id="1" name=""/>
        <p:cNvGrpSpPr/>
        <p:nvPr/>
      </p:nvGrpSpPr>
      <p:grpSpPr>
        <a:xfrm>
          <a:off x="0" y="0"/>
          <a:ext cx="0" cy="0"/>
          <a:chOff x="0" y="0"/>
          <a:chExt cx="0" cy="0"/>
        </a:xfrm>
      </p:grpSpPr>
      <p:pic>
        <p:nvPicPr>
          <p:cNvPr id="389"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390"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21F486D8-5F57-4E70-B5AA-812A64ABDC4F}"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391"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392" name="Stroke">
            <a:extLst>
              <a:ext uri="{C183D7F6-B498-43B3-948B-1728B52AA6E4}">
                <adec:decorative xmlns:adec="http://schemas.microsoft.com/office/drawing/2017/decorative" val="1"/>
              </a:ext>
            </a:extLst>
          </p:cNvPr>
          <p:cNvCxnSpPr/>
          <p:nvPr/>
        </p:nvCxnSpPr>
        <p:spPr>
          <a:xfrm>
            <a:off x="467640" y="410760"/>
            <a:ext cx="522360" cy="360"/>
          </a:xfrm>
          <a:prstGeom prst="straightConnector1">
            <a:avLst/>
          </a:prstGeom>
          <a:ln cap="rnd" w="38100">
            <a:solidFill>
              <a:srgbClr val="ff612b"/>
            </a:solidFill>
            <a:round/>
          </a:ln>
        </p:spPr>
      </p:cxnSp>
      <p:sp>
        <p:nvSpPr>
          <p:cNvPr id="393" name="PlaceHolder 1"/>
          <p:cNvSpPr>
            <a:spLocks noGrp="1"/>
          </p:cNvSpPr>
          <p:nvPr>
            <p:ph type="title"/>
          </p:nvPr>
        </p:nvSpPr>
        <p:spPr>
          <a:xfrm>
            <a:off x="468000" y="555480"/>
            <a:ext cx="9600840" cy="304200"/>
          </a:xfrm>
          <a:prstGeom prst="rect">
            <a:avLst/>
          </a:prstGeom>
          <a:noFill/>
          <a:ln w="0">
            <a:noFill/>
          </a:ln>
        </p:spPr>
        <p:txBody>
          <a:bodyPr lIns="0" rIns="0" tIns="0" bIns="0" anchor="t">
            <a:noAutofit/>
          </a:bodyPr>
          <a:p>
            <a:pPr indent="0" defTabSz="914400">
              <a:lnSpc>
                <a:spcPct val="90000"/>
              </a:lnSpc>
              <a:buNone/>
            </a:pPr>
            <a:r>
              <a:rPr b="0" lang="en-US" sz="2200" strike="noStrike" u="none">
                <a:solidFill>
                  <a:schemeClr val="dk1"/>
                </a:solidFill>
                <a:effectLst/>
                <a:uFillTx/>
                <a:latin typeface="Georgia Pro"/>
              </a:rPr>
              <a:t>Slide title; Georgia Pro 22pt, sentence case (1 line)</a:t>
            </a:r>
            <a:endParaRPr b="0" lang="en-US" sz="2200" strike="noStrike" u="none">
              <a:solidFill>
                <a:schemeClr val="dk1"/>
              </a:solidFill>
              <a:effectLst/>
              <a:uFillTx/>
              <a:latin typeface="Arial"/>
            </a:endParaRPr>
          </a:p>
        </p:txBody>
      </p:sp>
      <p:sp>
        <p:nvSpPr>
          <p:cNvPr id="394" name="PlaceHolder 2"/>
          <p:cNvSpPr>
            <a:spLocks noGrp="1"/>
          </p:cNvSpPr>
          <p:nvPr>
            <p:ph type="body"/>
          </p:nvPr>
        </p:nvSpPr>
        <p:spPr>
          <a:xfrm>
            <a:off x="1398240" y="1557360"/>
            <a:ext cx="7740360" cy="3929760"/>
          </a:xfrm>
          <a:prstGeom prst="rect">
            <a:avLst/>
          </a:prstGeom>
          <a:noFill/>
          <a:ln w="0">
            <a:noFill/>
          </a:ln>
        </p:spPr>
        <p:txBody>
          <a:bodyPr lIns="0" rIns="0" tIns="0" bIns="0" anchor="t">
            <a:noAutofit/>
          </a:bodyPr>
          <a:p>
            <a:pPr indent="0" defTabSz="914400">
              <a:lnSpc>
                <a:spcPct val="100000"/>
              </a:lnSpc>
              <a:spcBef>
                <a:spcPts val="601"/>
              </a:spcBef>
              <a:buNone/>
              <a:tabLst>
                <a:tab algn="l" pos="0"/>
              </a:tabLst>
            </a:pPr>
            <a:r>
              <a:rPr b="0" lang="en-US" sz="1600" strike="noStrike" u="none">
                <a:solidFill>
                  <a:schemeClr val="dk1"/>
                </a:solidFill>
                <a:effectLst/>
                <a:uFillTx/>
                <a:latin typeface="Arial"/>
              </a:rPr>
              <a:t>Click to type text. To activate sub-level formatting, place cursor at beginning of text/line and hit tab or shift tab. Click icon for chart or table.</a:t>
            </a:r>
            <a:endParaRPr b="0" lang="en-US" sz="1600" strike="noStrike" u="none">
              <a:solidFill>
                <a:schemeClr val="dk1"/>
              </a:solidFill>
              <a:effectLst/>
              <a:uFillTx/>
              <a:latin typeface="Arial"/>
            </a:endParaRPr>
          </a:p>
          <a:p>
            <a:pPr lvl="1" marL="171360" indent="-171360" defTabSz="914400">
              <a:lnSpc>
                <a:spcPct val="100000"/>
              </a:lnSpc>
              <a:spcBef>
                <a:spcPts val="601"/>
              </a:spcBef>
              <a:buClr>
                <a:srgbClr val="3d3c38"/>
              </a:buClr>
              <a:buFont typeface="Arial"/>
              <a:buChar char="•"/>
              <a:tabLst>
                <a:tab algn="l" pos="0"/>
              </a:tabLst>
            </a:pPr>
            <a:r>
              <a:rPr b="0" lang="en-US" sz="1600" strike="noStrike" u="none">
                <a:solidFill>
                  <a:schemeClr val="dk1"/>
                </a:solidFill>
                <a:effectLst/>
                <a:uFillTx/>
                <a:latin typeface="Arial"/>
              </a:rPr>
              <a:t>Second level</a:t>
            </a:r>
            <a:endParaRPr b="0" lang="en-US" sz="1600" strike="noStrike" u="none">
              <a:solidFill>
                <a:schemeClr val="dk1"/>
              </a:solidFill>
              <a:effectLst/>
              <a:uFillTx/>
              <a:latin typeface="Arial"/>
            </a:endParaRPr>
          </a:p>
          <a:p>
            <a:pPr marL="171360" indent="0" defTabSz="914400">
              <a:lnSpc>
                <a:spcPct val="100000"/>
              </a:lnSpc>
              <a:spcBef>
                <a:spcPts val="601"/>
              </a:spcBef>
              <a:buNone/>
              <a:tabLst>
                <a:tab algn="l" pos="0"/>
              </a:tabLst>
            </a:pPr>
            <a:r>
              <a:rPr b="0" lang="en-US" sz="1600" strike="noStrike" u="none">
                <a:solidFill>
                  <a:schemeClr val="dk1"/>
                </a:solidFill>
                <a:effectLst/>
                <a:uFillTx/>
                <a:latin typeface="Arial"/>
              </a:rPr>
              <a:t>Third level</a:t>
            </a:r>
            <a:endParaRPr b="0" lang="en-US" sz="1600" strike="noStrike" u="none">
              <a:solidFill>
                <a:schemeClr val="dk1"/>
              </a:solidFill>
              <a:effectLst/>
              <a:uFillTx/>
              <a:latin typeface="Arial"/>
            </a:endParaRPr>
          </a:p>
          <a:p>
            <a:pPr lvl="3" marL="399960" indent="-228600" defTabSz="914400">
              <a:lnSpc>
                <a:spcPct val="100000"/>
              </a:lnSpc>
              <a:spcBef>
                <a:spcPts val="601"/>
              </a:spcBef>
              <a:buClr>
                <a:srgbClr val="3d3c38"/>
              </a:buClr>
              <a:buFont typeface="Arial"/>
              <a:buChar char="–"/>
              <a:tabLst>
                <a:tab algn="l" pos="0"/>
              </a:tabLst>
            </a:pPr>
            <a:r>
              <a:rPr b="0" lang="en-US" sz="1600" strike="noStrike" u="none">
                <a:solidFill>
                  <a:schemeClr val="dk1"/>
                </a:solidFill>
                <a:effectLst/>
                <a:uFillTx/>
                <a:latin typeface="Arial"/>
              </a:rPr>
              <a:t>Fourth level</a:t>
            </a:r>
            <a:endParaRPr b="0" lang="en-US" sz="1600" strike="noStrike" u="none">
              <a:solidFill>
                <a:schemeClr val="dk1"/>
              </a:solidFill>
              <a:effectLst/>
              <a:uFillTx/>
              <a:latin typeface="Arial"/>
            </a:endParaRPr>
          </a:p>
          <a:p>
            <a:pPr lvl="4" marL="571680" indent="-171360" defTabSz="914400">
              <a:lnSpc>
                <a:spcPct val="100000"/>
              </a:lnSpc>
              <a:spcBef>
                <a:spcPts val="601"/>
              </a:spcBef>
              <a:buClr>
                <a:srgbClr val="3d3c38"/>
              </a:buClr>
              <a:buFont typeface="Arial"/>
              <a:buChar char="•"/>
              <a:tabLst>
                <a:tab algn="l" pos="0"/>
              </a:tabLst>
            </a:pPr>
            <a:r>
              <a:rPr b="0" lang="en-US" sz="1400" strike="noStrike" u="none">
                <a:solidFill>
                  <a:schemeClr val="dk1"/>
                </a:solidFill>
                <a:effectLst/>
                <a:uFillTx/>
                <a:latin typeface="Arial"/>
              </a:rPr>
              <a:t>Fifth level</a:t>
            </a:r>
            <a:endParaRPr b="0" lang="en-US" sz="1400" strike="noStrike" u="none">
              <a:solidFill>
                <a:schemeClr val="dk1"/>
              </a:solidFill>
              <a:effectLst/>
              <a:uFillTx/>
              <a:latin typeface="Arial"/>
            </a:endParaRPr>
          </a:p>
        </p:txBody>
      </p:sp>
      <p:sp>
        <p:nvSpPr>
          <p:cNvPr id="395" name="Dynamic O">
            <a:extLst>
              <a:ext uri="{C183D7F6-B498-43B3-948B-1728B52AA6E4}">
                <adec:decorative xmlns:adec="http://schemas.microsoft.com/office/drawing/2017/decorative" val="1"/>
              </a:ext>
            </a:extLst>
          </p:cNvPr>
          <p:cNvSpPr/>
          <p:nvPr/>
        </p:nvSpPr>
        <p:spPr>
          <a:xfrm>
            <a:off x="9839160" y="4542120"/>
            <a:ext cx="2352240" cy="2315520"/>
          </a:xfrm>
          <a:custGeom>
            <a:avLst/>
            <a:gdLst>
              <a:gd name="textAreaLeft" fmla="*/ 0 w 2352240"/>
              <a:gd name="textAreaRight" fmla="*/ 2352600 w 2352240"/>
              <a:gd name="textAreaTop" fmla="*/ 0 h 2315520"/>
              <a:gd name="textAreaBottom" fmla="*/ 2315880 h 2315520"/>
              <a:gd name="GluePoint1X" fmla="*/ 0 w 2352714"/>
              <a:gd name="GluePoint1Y" fmla="*/ 0 h 2315783"/>
              <a:gd name="GluePoint2X" fmla="*/ 2352714 w 2352714"/>
              <a:gd name="GluePoint2Y" fmla="*/ 0 h 2315783"/>
              <a:gd name="GluePoint3X" fmla="*/ 2352714 w 2352714"/>
              <a:gd name="GluePoint3Y" fmla="*/ 2315783 h 2315783"/>
              <a:gd name="GluePoint4X" fmla="*/ 0 w 2352714"/>
              <a:gd name="GluePoint4Y" fmla="*/ 2315783 h 231578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52714" h="2315783">
                <a:moveTo>
                  <a:pt x="0" y="0"/>
                </a:moveTo>
                <a:lnTo>
                  <a:pt x="2352714" y="0"/>
                </a:lnTo>
                <a:lnTo>
                  <a:pt x="2352714" y="2315783"/>
                </a:lnTo>
                <a:lnTo>
                  <a:pt x="0" y="2315783"/>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96" name="PlaceHolder 3"/>
          <p:cNvSpPr>
            <a:spLocks noGrp="1"/>
          </p:cNvSpPr>
          <p:nvPr>
            <p:ph type="dt" idx="94"/>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397" name="PlaceHolder 4"/>
          <p:cNvSpPr>
            <a:spLocks noGrp="1"/>
          </p:cNvSpPr>
          <p:nvPr>
            <p:ph type="ftr" idx="95"/>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398" name="PlaceHolder 5"/>
          <p:cNvSpPr>
            <a:spLocks noGrp="1"/>
          </p:cNvSpPr>
          <p:nvPr>
            <p:ph type="sldNum" idx="96"/>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73399544-CBD6-4709-BE68-54DA34AFB526}"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 Dynamic O">
    <p:bg>
      <p:bgPr>
        <a:solidFill>
          <a:srgbClr val="ffffff"/>
        </a:solidFill>
      </p:bgPr>
    </p:bg>
    <p:spTree>
      <p:nvGrpSpPr>
        <p:cNvPr id="1" name=""/>
        <p:cNvGrpSpPr/>
        <p:nvPr/>
      </p:nvGrpSpPr>
      <p:grpSpPr>
        <a:xfrm>
          <a:off x="0" y="0"/>
          <a:ext cx="0" cy="0"/>
          <a:chOff x="0" y="0"/>
          <a:chExt cx="0" cy="0"/>
        </a:xfrm>
      </p:grpSpPr>
      <p:pic>
        <p:nvPicPr>
          <p:cNvPr id="399"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400"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C196DFE3-E252-4BC7-8629-67110E0C49C2}"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401"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402" name="Dynamic O">
            <a:extLst>
              <a:ext uri="{C183D7F6-B498-43B3-948B-1728B52AA6E4}">
                <adec:decorative xmlns:adec="http://schemas.microsoft.com/office/drawing/2017/decorative" val="1"/>
              </a:ext>
            </a:extLst>
          </p:cNvPr>
          <p:cNvSpPr/>
          <p:nvPr/>
        </p:nvSpPr>
        <p:spPr>
          <a:xfrm>
            <a:off x="9839160" y="4542120"/>
            <a:ext cx="2352240" cy="2315520"/>
          </a:xfrm>
          <a:custGeom>
            <a:avLst/>
            <a:gdLst>
              <a:gd name="textAreaLeft" fmla="*/ 0 w 2352240"/>
              <a:gd name="textAreaRight" fmla="*/ 2352600 w 2352240"/>
              <a:gd name="textAreaTop" fmla="*/ 0 h 2315520"/>
              <a:gd name="textAreaBottom" fmla="*/ 2315880 h 2315520"/>
              <a:gd name="GluePoint1X" fmla="*/ 0 w 2352714"/>
              <a:gd name="GluePoint1Y" fmla="*/ 0 h 2315783"/>
              <a:gd name="GluePoint2X" fmla="*/ 2352714 w 2352714"/>
              <a:gd name="GluePoint2Y" fmla="*/ 0 h 2315783"/>
              <a:gd name="GluePoint3X" fmla="*/ 2352714 w 2352714"/>
              <a:gd name="GluePoint3Y" fmla="*/ 2315783 h 2315783"/>
              <a:gd name="GluePoint4X" fmla="*/ 0 w 2352714"/>
              <a:gd name="GluePoint4Y" fmla="*/ 2315783 h 231578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52714" h="2315783">
                <a:moveTo>
                  <a:pt x="0" y="0"/>
                </a:moveTo>
                <a:lnTo>
                  <a:pt x="2352714" y="0"/>
                </a:lnTo>
                <a:lnTo>
                  <a:pt x="2352714" y="2315783"/>
                </a:lnTo>
                <a:lnTo>
                  <a:pt x="0" y="2315783"/>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03" name="PlaceHolder 1"/>
          <p:cNvSpPr>
            <a:spLocks noGrp="1"/>
          </p:cNvSpPr>
          <p:nvPr>
            <p:ph type="dt" idx="97"/>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404" name="PlaceHolder 2"/>
          <p:cNvSpPr>
            <a:spLocks noGrp="1"/>
          </p:cNvSpPr>
          <p:nvPr>
            <p:ph type="ftr" idx="98"/>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405" name="PlaceHolder 3"/>
          <p:cNvSpPr>
            <a:spLocks noGrp="1"/>
          </p:cNvSpPr>
          <p:nvPr>
            <p:ph type="sldNum" idx="99"/>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C6E74E69-0D8B-423E-AC86-12948DCC05A6}"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    ___    ">
    <p:bg>
      <p:bgPr>
        <a:solidFill>
          <a:srgbClr val="7030a0"/>
        </a:solidFill>
      </p:bgPr>
    </p:bg>
    <p:spTree>
      <p:nvGrpSpPr>
        <p:cNvPr id="1" name=""/>
        <p:cNvGrpSpPr/>
        <p:nvPr/>
      </p:nvGrpSpPr>
      <p:grpSpPr>
        <a:xfrm>
          <a:off x="0" y="0"/>
          <a:ext cx="0" cy="0"/>
          <a:chOff x="0" y="0"/>
          <a:chExt cx="0" cy="0"/>
        </a:xfrm>
      </p:grpSpPr>
      <p:pic>
        <p:nvPicPr>
          <p:cNvPr id="406"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407"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C38892B9-0A49-47BB-B727-0A1423FF1DFB}" type="slidenum">
              <a:rPr b="1" lang="en-US" sz="1000" strike="noStrike" u="none">
                <a:solidFill>
                  <a:schemeClr val="dk1"/>
                </a:solidFill>
                <a:effectLst/>
                <a:uFillTx/>
                <a:latin typeface="Arial"/>
              </a:rPr>
              <a:t>&lt;number&gt;</a:t>
            </a:fld>
            <a:endParaRPr b="0" lang="en-US" sz="1000" strike="noStrike" u="none">
              <a:solidFill>
                <a:srgbClr val="ffffff"/>
              </a:solidFill>
              <a:effectLst/>
              <a:uFillTx/>
              <a:latin typeface="Arial"/>
            </a:endParaRPr>
          </a:p>
        </p:txBody>
      </p:sp>
      <p:sp>
        <p:nvSpPr>
          <p:cNvPr id="408"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ffffff"/>
              </a:solidFill>
              <a:effectLst/>
              <a:uFillTx/>
              <a:latin typeface="Arial"/>
            </a:endParaRPr>
          </a:p>
        </p:txBody>
      </p:sp>
      <p:sp>
        <p:nvSpPr>
          <p:cNvPr id="409" name="TextBox 1"/>
          <p:cNvSpPr/>
          <p:nvPr/>
        </p:nvSpPr>
        <p:spPr>
          <a:xfrm>
            <a:off x="743040" y="1351440"/>
            <a:ext cx="9891000" cy="4154760"/>
          </a:xfrm>
          <a:prstGeom prst="rect">
            <a:avLst/>
          </a:prstGeom>
          <a:noFill/>
          <a:ln w="0">
            <a:noFill/>
          </a:ln>
        </p:spPr>
        <p:style>
          <a:lnRef idx="0"/>
          <a:fillRef idx="0"/>
          <a:effectRef idx="0"/>
          <a:fontRef idx="minor"/>
        </p:style>
        <p:txBody>
          <a:bodyPr lIns="0" rIns="0" tIns="0" bIns="0" anchor="t">
            <a:spAutoFit/>
          </a:bodyPr>
          <a:p>
            <a:pPr defTabSz="914400">
              <a:lnSpc>
                <a:spcPct val="90000"/>
              </a:lnSpc>
            </a:pPr>
            <a:r>
              <a:rPr b="1" lang="en-US" sz="15000" strike="noStrike" u="none">
                <a:solidFill>
                  <a:schemeClr val="lt1"/>
                </a:solidFill>
                <a:effectLst/>
                <a:uFillTx/>
                <a:latin typeface="Arial"/>
              </a:rPr>
              <a:t>Quotes/</a:t>
            </a:r>
            <a:br>
              <a:rPr sz="15000"/>
            </a:br>
            <a:r>
              <a:rPr b="1" lang="en-US" sz="15000" strike="noStrike" u="none">
                <a:solidFill>
                  <a:schemeClr val="lt1"/>
                </a:solidFill>
                <a:effectLst/>
                <a:uFillTx/>
                <a:latin typeface="Arial"/>
              </a:rPr>
              <a:t>facts</a:t>
            </a:r>
            <a:endParaRPr b="0" lang="en-US" sz="15000" strike="noStrike" u="none">
              <a:solidFill>
                <a:srgbClr val="ffffff"/>
              </a:solidFill>
              <a:effectLst/>
              <a:uFillTx/>
              <a:latin typeface="Arial"/>
            </a:endParaRPr>
          </a:p>
        </p:txBody>
      </p:sp>
      <p:cxnSp>
        <p:nvCxnSpPr>
          <p:cNvPr id="410" name="Arrow">
            <a:extLst>
              <a:ext uri="{C183D7F6-B498-43B3-948B-1728B52AA6E4}">
                <adec:decorative xmlns:adec="http://schemas.microsoft.com/office/drawing/2017/decorative" val="1"/>
              </a:ext>
            </a:extLst>
          </p:cNvPr>
          <p:cNvCxnSpPr/>
          <p:nvPr/>
        </p:nvCxnSpPr>
        <p:spPr>
          <a:xfrm>
            <a:off x="9496800" y="3429000"/>
            <a:ext cx="1952280" cy="360"/>
          </a:xfrm>
          <a:prstGeom prst="straightConnector1">
            <a:avLst/>
          </a:prstGeom>
          <a:ln cap="rnd" w="317500">
            <a:solidFill>
              <a:srgbClr val="ffffff"/>
            </a:solidFill>
            <a:round/>
            <a:tailEnd len="sm" type="arrow" w="lg"/>
          </a:ln>
        </p:spPr>
      </p:cxn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p:bg>
      <p:bgPr>
        <a:solidFill>
          <a:srgbClr val="ffffff"/>
        </a:solidFill>
      </p:bgPr>
    </p:bg>
    <p:spTree>
      <p:nvGrpSpPr>
        <p:cNvPr id="1" name=""/>
        <p:cNvGrpSpPr/>
        <p:nvPr/>
      </p:nvGrpSpPr>
      <p:grpSpPr>
        <a:xfrm>
          <a:off x="0" y="0"/>
          <a:ext cx="0" cy="0"/>
          <a:chOff x="0" y="0"/>
          <a:chExt cx="0" cy="0"/>
        </a:xfrm>
      </p:grpSpPr>
      <p:pic>
        <p:nvPicPr>
          <p:cNvPr id="411"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412"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1C8A66D5-AD74-4259-B2FA-3D12747574CC}"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413"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414" name="Warm White Background">
            <a:extLst>
              <a:ext uri="{C183D7F6-B498-43B3-948B-1728B52AA6E4}">
                <adec:decorative xmlns:adec="http://schemas.microsoft.com/office/drawing/2017/decorative" val="1"/>
              </a:ext>
            </a:extLst>
          </p:cNvPr>
          <p:cNvSpPr/>
          <p:nvPr/>
        </p:nvSpPr>
        <p:spPr>
          <a:xfrm>
            <a:off x="0" y="0"/>
            <a:ext cx="12191760" cy="599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en-US" sz="1400" strike="noStrike" u="none">
              <a:solidFill>
                <a:srgbClr val="ffffff"/>
              </a:solidFill>
              <a:effectLst/>
              <a:uFillTx/>
              <a:latin typeface="Arial"/>
            </a:endParaRPr>
          </a:p>
        </p:txBody>
      </p:sp>
      <p:sp>
        <p:nvSpPr>
          <p:cNvPr id="415" name="Quotemark">
            <a:extLst>
              <a:ext uri="{C183D7F6-B498-43B3-948B-1728B52AA6E4}">
                <adec:decorative xmlns:adec="http://schemas.microsoft.com/office/drawing/2017/decorative" val="1"/>
              </a:ext>
            </a:extLst>
          </p:cNvPr>
          <p:cNvSpPr/>
          <p:nvPr/>
        </p:nvSpPr>
        <p:spPr>
          <a:xfrm>
            <a:off x="1678680" y="853920"/>
            <a:ext cx="1026360" cy="787680"/>
          </a:xfrm>
          <a:custGeom>
            <a:avLst/>
            <a:gdLst>
              <a:gd name="textAreaLeft" fmla="*/ 0 w 1026360"/>
              <a:gd name="textAreaRight" fmla="*/ 1026720 w 1026360"/>
              <a:gd name="textAreaTop" fmla="*/ 0 h 787680"/>
              <a:gd name="textAreaBottom" fmla="*/ 788040 h 787680"/>
              <a:gd name="GluePoint1X" fmla="*/ 160281 w 454634"/>
              <a:gd name="GluePoint1Y" fmla="*/ 0 h 348947"/>
              <a:gd name="GluePoint2X" fmla="*/ 205697 w 454634"/>
              <a:gd name="GluePoint2Y" fmla="*/ 64813 h 348947"/>
              <a:gd name="GluePoint3X" fmla="*/ 102281 w 454634"/>
              <a:gd name="GluePoint3Y" fmla="*/ 169364 h 348947"/>
              <a:gd name="GluePoint4X" fmla="*/ 187531 w 454634"/>
              <a:gd name="GluePoint4Y" fmla="*/ 258021 h 348947"/>
              <a:gd name="GluePoint5X" fmla="*/ 96604 w 454634"/>
              <a:gd name="GluePoint5Y" fmla="*/ 348947 h 348947"/>
              <a:gd name="GluePoint6X" fmla="*/ 0 w 454634"/>
              <a:gd name="GluePoint6Y" fmla="*/ 237583 h 348947"/>
              <a:gd name="GluePoint7X" fmla="*/ 160281 w 454634"/>
              <a:gd name="GluePoint7Y" fmla="*/ 0 h 348947"/>
              <a:gd name="GluePoint8X" fmla="*/ 409219 w 454634"/>
              <a:gd name="GluePoint8Y" fmla="*/ 0 h 348947"/>
              <a:gd name="GluePoint9X" fmla="*/ 454635 w 454634"/>
              <a:gd name="GluePoint9Y" fmla="*/ 64813 h 348947"/>
              <a:gd name="GluePoint10X" fmla="*/ 351218 w 454634"/>
              <a:gd name="GluePoint10Y" fmla="*/ 169364 h 348947"/>
              <a:gd name="GluePoint11X" fmla="*/ 436468 w 454634"/>
              <a:gd name="GluePoint11Y" fmla="*/ 258021 h 348947"/>
              <a:gd name="GluePoint12X" fmla="*/ 345541 w 454634"/>
              <a:gd name="GluePoint12Y" fmla="*/ 348947 h 348947"/>
              <a:gd name="GluePoint13X" fmla="*/ 248937 w 454634"/>
              <a:gd name="GluePoint13Y" fmla="*/ 237583 h 348947"/>
              <a:gd name="GluePoint14X" fmla="*/ 409219 w 454634"/>
              <a:gd name="GluePoint14Y" fmla="*/ 0 h 3489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454634" h="348947">
                <a:moveTo>
                  <a:pt x="160281" y="0"/>
                </a:moveTo>
                <a:lnTo>
                  <a:pt x="205697" y="64813"/>
                </a:lnTo>
                <a:cubicBezTo>
                  <a:pt x="153374" y="96604"/>
                  <a:pt x="115906" y="130761"/>
                  <a:pt x="102281" y="169364"/>
                </a:cubicBezTo>
                <a:cubicBezTo>
                  <a:pt x="151103" y="172771"/>
                  <a:pt x="187531" y="209198"/>
                  <a:pt x="187531" y="258021"/>
                </a:cubicBezTo>
                <a:cubicBezTo>
                  <a:pt x="187531" y="307978"/>
                  <a:pt x="148927" y="348947"/>
                  <a:pt x="96604" y="348947"/>
                </a:cubicBezTo>
                <a:cubicBezTo>
                  <a:pt x="42010" y="348947"/>
                  <a:pt x="0" y="304667"/>
                  <a:pt x="0" y="237583"/>
                </a:cubicBezTo>
                <a:cubicBezTo>
                  <a:pt x="0" y="134072"/>
                  <a:pt x="58000" y="50052"/>
                  <a:pt x="160281" y="0"/>
                </a:cubicBezTo>
                <a:close/>
                <a:moveTo>
                  <a:pt x="409219" y="0"/>
                </a:moveTo>
                <a:lnTo>
                  <a:pt x="454635" y="64813"/>
                </a:lnTo>
                <a:cubicBezTo>
                  <a:pt x="402406" y="96604"/>
                  <a:pt x="364843" y="130761"/>
                  <a:pt x="351218" y="169364"/>
                </a:cubicBezTo>
                <a:cubicBezTo>
                  <a:pt x="400041" y="172771"/>
                  <a:pt x="436468" y="209198"/>
                  <a:pt x="436468" y="258021"/>
                </a:cubicBezTo>
                <a:cubicBezTo>
                  <a:pt x="436468" y="307978"/>
                  <a:pt x="397865" y="348947"/>
                  <a:pt x="345541" y="348947"/>
                </a:cubicBezTo>
                <a:cubicBezTo>
                  <a:pt x="290947" y="348947"/>
                  <a:pt x="248937" y="304667"/>
                  <a:pt x="248937" y="237583"/>
                </a:cubicBezTo>
                <a:cubicBezTo>
                  <a:pt x="248937" y="134072"/>
                  <a:pt x="306938" y="50052"/>
                  <a:pt x="409219" y="0"/>
                </a:cubicBezTo>
                <a:close/>
              </a:path>
            </a:pathLst>
          </a:custGeom>
          <a:solidFill>
            <a:schemeClr val="tx2"/>
          </a:solidFill>
          <a:ln w="9335">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rial"/>
            </a:endParaRPr>
          </a:p>
        </p:txBody>
      </p:sp>
      <p:sp>
        <p:nvSpPr>
          <p:cNvPr id="416" name="PlaceHolder 1"/>
          <p:cNvSpPr>
            <a:spLocks noGrp="1"/>
          </p:cNvSpPr>
          <p:nvPr>
            <p:ph type="body"/>
          </p:nvPr>
        </p:nvSpPr>
        <p:spPr>
          <a:xfrm>
            <a:off x="1678680" y="1993320"/>
            <a:ext cx="8846280" cy="2871000"/>
          </a:xfrm>
          <a:prstGeom prst="rect">
            <a:avLst/>
          </a:prstGeom>
          <a:noFill/>
          <a:ln w="0">
            <a:noFill/>
          </a:ln>
        </p:spPr>
        <p:txBody>
          <a:bodyPr lIns="0" rIns="0" tIns="0" bIns="0" anchor="t">
            <a:normAutofit/>
          </a:bodyPr>
          <a:p>
            <a:pPr indent="0" defTabSz="914400">
              <a:lnSpc>
                <a:spcPct val="100000"/>
              </a:lnSpc>
              <a:spcBef>
                <a:spcPts val="1199"/>
              </a:spcBef>
              <a:buNone/>
              <a:tabLst>
                <a:tab algn="l" pos="0"/>
              </a:tabLst>
            </a:pPr>
            <a:r>
              <a:rPr b="0" lang="en-US" sz="3200" strike="noStrike" u="none">
                <a:solidFill>
                  <a:schemeClr val="dk1"/>
                </a:solidFill>
                <a:effectLst/>
                <a:uFillTx/>
                <a:latin typeface="Georgia Pro"/>
              </a:rPr>
              <a:t>“Use this textbox to include quotes without an attribution photo. Georgia Pro 32pt, sentence case. Don’t modify size or placement of textbox.”</a:t>
            </a:r>
            <a:endParaRPr b="0" lang="en-US" sz="3200" strike="noStrike" u="none">
              <a:solidFill>
                <a:schemeClr val="dk1"/>
              </a:solidFill>
              <a:effectLst/>
              <a:uFillTx/>
              <a:latin typeface="Arial"/>
            </a:endParaRPr>
          </a:p>
        </p:txBody>
      </p:sp>
      <p:sp>
        <p:nvSpPr>
          <p:cNvPr id="417" name="PlaceHolder 2"/>
          <p:cNvSpPr>
            <a:spLocks noGrp="1"/>
          </p:cNvSpPr>
          <p:nvPr>
            <p:ph type="body"/>
          </p:nvPr>
        </p:nvSpPr>
        <p:spPr>
          <a:xfrm>
            <a:off x="5713560" y="3496320"/>
            <a:ext cx="4800240" cy="1926720"/>
          </a:xfrm>
          <a:prstGeom prst="rect">
            <a:avLst/>
          </a:prstGeom>
          <a:noFill/>
          <a:ln w="0">
            <a:noFill/>
          </a:ln>
        </p:spPr>
        <p:txBody>
          <a:bodyPr lIns="0" rIns="0" tIns="0" bIns="0" anchor="b">
            <a:spAutoFit/>
          </a:bodyPr>
          <a:p>
            <a:pPr indent="0" algn="r" defTabSz="914400">
              <a:lnSpc>
                <a:spcPct val="100000"/>
              </a:lnSpc>
              <a:spcBef>
                <a:spcPts val="601"/>
              </a:spcBef>
              <a:buNone/>
              <a:tabLst>
                <a:tab algn="l" pos="0"/>
              </a:tabLst>
            </a:pPr>
            <a:r>
              <a:rPr b="1" lang="en-US" sz="1400" strike="noStrike" u="none">
                <a:solidFill>
                  <a:schemeClr val="dk1"/>
                </a:solidFill>
                <a:effectLst/>
                <a:uFillTx/>
                <a:latin typeface="Arial"/>
              </a:rPr>
              <a:t>Attribution name, Arial 14pt</a:t>
            </a:r>
            <a:endParaRPr b="0" lang="en-US" sz="1400" strike="noStrike" u="none">
              <a:solidFill>
                <a:schemeClr val="dk1"/>
              </a:solidFill>
              <a:effectLst/>
              <a:uFillTx/>
              <a:latin typeface="Arial"/>
            </a:endParaRPr>
          </a:p>
        </p:txBody>
      </p:sp>
      <p:sp>
        <p:nvSpPr>
          <p:cNvPr id="418" name="PlaceHolder 3"/>
          <p:cNvSpPr>
            <a:spLocks noGrp="1"/>
          </p:cNvSpPr>
          <p:nvPr>
            <p:ph type="body"/>
          </p:nvPr>
        </p:nvSpPr>
        <p:spPr>
          <a:xfrm>
            <a:off x="5713560" y="5450040"/>
            <a:ext cx="4800240" cy="1712520"/>
          </a:xfrm>
          <a:prstGeom prst="rect">
            <a:avLst/>
          </a:prstGeom>
          <a:noFill/>
          <a:ln w="0">
            <a:noFill/>
          </a:ln>
        </p:spPr>
        <p:txBody>
          <a:bodyPr lIns="0" rIns="0" tIns="0" bIns="0" anchor="t">
            <a:spAutoFit/>
          </a:bodyPr>
          <a:p>
            <a:pPr indent="0" algn="r" defTabSz="914400">
              <a:lnSpc>
                <a:spcPct val="100000"/>
              </a:lnSpc>
              <a:spcBef>
                <a:spcPts val="601"/>
              </a:spcBef>
              <a:buNone/>
              <a:tabLst>
                <a:tab algn="l" pos="0"/>
              </a:tabLst>
            </a:pPr>
            <a:r>
              <a:rPr b="0" lang="en-US" sz="1200" strike="noStrike" u="none">
                <a:solidFill>
                  <a:schemeClr val="dk1"/>
                </a:solidFill>
                <a:effectLst/>
                <a:uFillTx/>
                <a:latin typeface="Arial"/>
              </a:rPr>
              <a:t>Attribution title, Arial 12pt</a:t>
            </a:r>
            <a:endParaRPr b="0" lang="en-US" sz="1200" strike="noStrike" u="none">
              <a:solidFill>
                <a:schemeClr val="dk1"/>
              </a:solidFill>
              <a:effectLst/>
              <a:uFillTx/>
              <a:latin typeface="Arial"/>
            </a:endParaRPr>
          </a:p>
        </p:txBody>
      </p:sp>
      <p:sp>
        <p:nvSpPr>
          <p:cNvPr id="419" name="PlaceHolder 4"/>
          <p:cNvSpPr>
            <a:spLocks noGrp="1"/>
          </p:cNvSpPr>
          <p:nvPr>
            <p:ph type="dt" idx="100"/>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420" name="PlaceHolder 5"/>
          <p:cNvSpPr>
            <a:spLocks noGrp="1"/>
          </p:cNvSpPr>
          <p:nvPr>
            <p:ph type="ftr" idx="101"/>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421" name="PlaceHolder 6"/>
          <p:cNvSpPr>
            <a:spLocks noGrp="1"/>
          </p:cNvSpPr>
          <p:nvPr>
            <p:ph type="sldNum" idx="102"/>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9BDF81B1-EEE6-461E-A161-0CBEB2511F29}"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
        <p:nvSpPr>
          <p:cNvPr id="422" name="PlaceHolder 7"/>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Arial"/>
              </a:rPr>
              <a:t>Click to edit the title text format</a:t>
            </a:r>
            <a:endParaRPr b="0" lang="en-US" sz="1800" strike="noStrike" u="none">
              <a:solidFill>
                <a:schemeClr val="dk1"/>
              </a:solidFill>
              <a:effectLst/>
              <a:uFillTx/>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Photo">
    <p:bg>
      <p:bgPr>
        <a:solidFill>
          <a:srgbClr val="ffffff"/>
        </a:solidFill>
      </p:bgPr>
    </p:bg>
    <p:spTree>
      <p:nvGrpSpPr>
        <p:cNvPr id="1" name=""/>
        <p:cNvGrpSpPr/>
        <p:nvPr/>
      </p:nvGrpSpPr>
      <p:grpSpPr>
        <a:xfrm>
          <a:off x="0" y="0"/>
          <a:ext cx="0" cy="0"/>
          <a:chOff x="0" y="0"/>
          <a:chExt cx="0" cy="0"/>
        </a:xfrm>
      </p:grpSpPr>
      <p:pic>
        <p:nvPicPr>
          <p:cNvPr id="423"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424"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D093D6E2-5A68-4E0A-85AE-FDF86BF02057}"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425"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426" name="Warm White Background">
            <a:extLst>
              <a:ext uri="{C183D7F6-B498-43B3-948B-1728B52AA6E4}">
                <adec:decorative xmlns:adec="http://schemas.microsoft.com/office/drawing/2017/decorative" val="1"/>
              </a:ext>
            </a:extLst>
          </p:cNvPr>
          <p:cNvSpPr/>
          <p:nvPr/>
        </p:nvSpPr>
        <p:spPr>
          <a:xfrm>
            <a:off x="0" y="0"/>
            <a:ext cx="12191760" cy="599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en-US" sz="1400" strike="noStrike" u="none">
              <a:solidFill>
                <a:srgbClr val="ffffff"/>
              </a:solidFill>
              <a:effectLst/>
              <a:uFillTx/>
              <a:latin typeface="Arial"/>
            </a:endParaRPr>
          </a:p>
        </p:txBody>
      </p:sp>
      <p:sp>
        <p:nvSpPr>
          <p:cNvPr id="427" name="Quotemark">
            <a:extLst>
              <a:ext uri="{C183D7F6-B498-43B3-948B-1728B52AA6E4}">
                <adec:decorative xmlns:adec="http://schemas.microsoft.com/office/drawing/2017/decorative" val="1"/>
              </a:ext>
            </a:extLst>
          </p:cNvPr>
          <p:cNvSpPr/>
          <p:nvPr/>
        </p:nvSpPr>
        <p:spPr>
          <a:xfrm>
            <a:off x="1678680" y="853920"/>
            <a:ext cx="1026360" cy="787680"/>
          </a:xfrm>
          <a:custGeom>
            <a:avLst/>
            <a:gdLst>
              <a:gd name="textAreaLeft" fmla="*/ 0 w 1026360"/>
              <a:gd name="textAreaRight" fmla="*/ 1026720 w 1026360"/>
              <a:gd name="textAreaTop" fmla="*/ 0 h 787680"/>
              <a:gd name="textAreaBottom" fmla="*/ 788040 h 787680"/>
              <a:gd name="GluePoint1X" fmla="*/ 160281 w 454634"/>
              <a:gd name="GluePoint1Y" fmla="*/ 0 h 348947"/>
              <a:gd name="GluePoint2X" fmla="*/ 205697 w 454634"/>
              <a:gd name="GluePoint2Y" fmla="*/ 64813 h 348947"/>
              <a:gd name="GluePoint3X" fmla="*/ 102281 w 454634"/>
              <a:gd name="GluePoint3Y" fmla="*/ 169364 h 348947"/>
              <a:gd name="GluePoint4X" fmla="*/ 187531 w 454634"/>
              <a:gd name="GluePoint4Y" fmla="*/ 258021 h 348947"/>
              <a:gd name="GluePoint5X" fmla="*/ 96604 w 454634"/>
              <a:gd name="GluePoint5Y" fmla="*/ 348947 h 348947"/>
              <a:gd name="GluePoint6X" fmla="*/ 0 w 454634"/>
              <a:gd name="GluePoint6Y" fmla="*/ 237583 h 348947"/>
              <a:gd name="GluePoint7X" fmla="*/ 160281 w 454634"/>
              <a:gd name="GluePoint7Y" fmla="*/ 0 h 348947"/>
              <a:gd name="GluePoint8X" fmla="*/ 409219 w 454634"/>
              <a:gd name="GluePoint8Y" fmla="*/ 0 h 348947"/>
              <a:gd name="GluePoint9X" fmla="*/ 454635 w 454634"/>
              <a:gd name="GluePoint9Y" fmla="*/ 64813 h 348947"/>
              <a:gd name="GluePoint10X" fmla="*/ 351218 w 454634"/>
              <a:gd name="GluePoint10Y" fmla="*/ 169364 h 348947"/>
              <a:gd name="GluePoint11X" fmla="*/ 436468 w 454634"/>
              <a:gd name="GluePoint11Y" fmla="*/ 258021 h 348947"/>
              <a:gd name="GluePoint12X" fmla="*/ 345541 w 454634"/>
              <a:gd name="GluePoint12Y" fmla="*/ 348947 h 348947"/>
              <a:gd name="GluePoint13X" fmla="*/ 248937 w 454634"/>
              <a:gd name="GluePoint13Y" fmla="*/ 237583 h 348947"/>
              <a:gd name="GluePoint14X" fmla="*/ 409219 w 454634"/>
              <a:gd name="GluePoint14Y" fmla="*/ 0 h 3489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454634" h="348947">
                <a:moveTo>
                  <a:pt x="160281" y="0"/>
                </a:moveTo>
                <a:lnTo>
                  <a:pt x="205697" y="64813"/>
                </a:lnTo>
                <a:cubicBezTo>
                  <a:pt x="153374" y="96604"/>
                  <a:pt x="115906" y="130761"/>
                  <a:pt x="102281" y="169364"/>
                </a:cubicBezTo>
                <a:cubicBezTo>
                  <a:pt x="151103" y="172771"/>
                  <a:pt x="187531" y="209198"/>
                  <a:pt x="187531" y="258021"/>
                </a:cubicBezTo>
                <a:cubicBezTo>
                  <a:pt x="187531" y="307978"/>
                  <a:pt x="148927" y="348947"/>
                  <a:pt x="96604" y="348947"/>
                </a:cubicBezTo>
                <a:cubicBezTo>
                  <a:pt x="42010" y="348947"/>
                  <a:pt x="0" y="304667"/>
                  <a:pt x="0" y="237583"/>
                </a:cubicBezTo>
                <a:cubicBezTo>
                  <a:pt x="0" y="134072"/>
                  <a:pt x="58000" y="50052"/>
                  <a:pt x="160281" y="0"/>
                </a:cubicBezTo>
                <a:close/>
                <a:moveTo>
                  <a:pt x="409219" y="0"/>
                </a:moveTo>
                <a:lnTo>
                  <a:pt x="454635" y="64813"/>
                </a:lnTo>
                <a:cubicBezTo>
                  <a:pt x="402406" y="96604"/>
                  <a:pt x="364843" y="130761"/>
                  <a:pt x="351218" y="169364"/>
                </a:cubicBezTo>
                <a:cubicBezTo>
                  <a:pt x="400041" y="172771"/>
                  <a:pt x="436468" y="209198"/>
                  <a:pt x="436468" y="258021"/>
                </a:cubicBezTo>
                <a:cubicBezTo>
                  <a:pt x="436468" y="307978"/>
                  <a:pt x="397865" y="348947"/>
                  <a:pt x="345541" y="348947"/>
                </a:cubicBezTo>
                <a:cubicBezTo>
                  <a:pt x="290947" y="348947"/>
                  <a:pt x="248937" y="304667"/>
                  <a:pt x="248937" y="237583"/>
                </a:cubicBezTo>
                <a:cubicBezTo>
                  <a:pt x="248937" y="134072"/>
                  <a:pt x="306938" y="50052"/>
                  <a:pt x="409219" y="0"/>
                </a:cubicBezTo>
                <a:close/>
              </a:path>
            </a:pathLst>
          </a:custGeom>
          <a:solidFill>
            <a:schemeClr val="tx2"/>
          </a:solidFill>
          <a:ln w="9335">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rial"/>
            </a:endParaRPr>
          </a:p>
        </p:txBody>
      </p:sp>
      <p:sp>
        <p:nvSpPr>
          <p:cNvPr id="428" name="PlaceHolder 1"/>
          <p:cNvSpPr>
            <a:spLocks noGrp="1"/>
          </p:cNvSpPr>
          <p:nvPr>
            <p:ph type="body"/>
          </p:nvPr>
        </p:nvSpPr>
        <p:spPr>
          <a:xfrm>
            <a:off x="1678680" y="1993320"/>
            <a:ext cx="8850960" cy="2010600"/>
          </a:xfrm>
          <a:prstGeom prst="rect">
            <a:avLst/>
          </a:prstGeom>
          <a:noFill/>
          <a:ln w="0">
            <a:noFill/>
          </a:ln>
        </p:spPr>
        <p:txBody>
          <a:bodyPr lIns="0" rIns="0" tIns="0" bIns="0" anchor="t">
            <a:normAutofit/>
          </a:bodyPr>
          <a:p>
            <a:pPr indent="0" defTabSz="914400">
              <a:lnSpc>
                <a:spcPct val="100000"/>
              </a:lnSpc>
              <a:spcBef>
                <a:spcPts val="1199"/>
              </a:spcBef>
              <a:buNone/>
              <a:tabLst>
                <a:tab algn="l" pos="0"/>
              </a:tabLst>
            </a:pPr>
            <a:r>
              <a:rPr b="0" lang="en-US" sz="3200" strike="noStrike" u="none">
                <a:solidFill>
                  <a:schemeClr val="dk1"/>
                </a:solidFill>
                <a:effectLst/>
                <a:uFillTx/>
                <a:latin typeface="Georgia Pro"/>
              </a:rPr>
              <a:t>“Use this textbox to include quotes with an attribution photo. Georgia Pro 32pt, sentence case. Don’t modify size or placement of textbox.”</a:t>
            </a:r>
            <a:endParaRPr b="0" lang="en-US" sz="3200" strike="noStrike" u="none">
              <a:solidFill>
                <a:schemeClr val="dk1"/>
              </a:solidFill>
              <a:effectLst/>
              <a:uFillTx/>
              <a:latin typeface="Arial"/>
            </a:endParaRPr>
          </a:p>
        </p:txBody>
      </p:sp>
      <p:sp>
        <p:nvSpPr>
          <p:cNvPr id="429" name="PlaceHolder 2">
            <a:extLst>
              <a:ext uri="{C183D7F6-B498-43B3-948B-1728B52AA6E4}">
                <adec:decorative xmlns:adec="http://schemas.microsoft.com/office/drawing/2017/decorative" val="1"/>
              </a:ext>
            </a:extLst>
          </p:cNvPr>
          <p:cNvSpPr>
            <a:spLocks noGrp="1"/>
          </p:cNvSpPr>
          <p:nvPr>
            <p:ph type="body"/>
          </p:nvPr>
        </p:nvSpPr>
        <p:spPr>
          <a:xfrm>
            <a:off x="3337920" y="4492080"/>
            <a:ext cx="1046520" cy="1046520"/>
          </a:xfrm>
          <a:prstGeom prst="rect">
            <a:avLst/>
          </a:prstGeom>
          <a:noFill/>
          <a:ln w="0">
            <a:noFill/>
          </a:ln>
        </p:spPr>
        <p:txBody>
          <a:bodyPr lIns="90000" rIns="90000" tIns="45000" bIns="45000" anchor="t">
            <a:normAutofit/>
          </a:bodyPr>
          <a:p>
            <a:pPr indent="0" algn="ctr" defTabSz="914400">
              <a:lnSpc>
                <a:spcPct val="100000"/>
              </a:lnSpc>
              <a:buNone/>
            </a:pPr>
            <a:r>
              <a:rPr b="0" lang="en-US" sz="800" strike="noStrike" u="none">
                <a:solidFill>
                  <a:schemeClr val="dk1"/>
                </a:solidFill>
                <a:effectLst/>
                <a:uFillTx/>
                <a:latin typeface="Arial"/>
              </a:rPr>
              <a:t>Insert attribution</a:t>
            </a:r>
            <a:endParaRPr b="0" lang="en-US" sz="800" strike="noStrike" u="none">
              <a:solidFill>
                <a:schemeClr val="dk1"/>
              </a:solidFill>
              <a:effectLst/>
              <a:uFillTx/>
              <a:latin typeface="Arial"/>
            </a:endParaRPr>
          </a:p>
        </p:txBody>
      </p:sp>
      <p:sp>
        <p:nvSpPr>
          <p:cNvPr id="430" name="PlaceHolder 3"/>
          <p:cNvSpPr>
            <a:spLocks noGrp="1"/>
          </p:cNvSpPr>
          <p:nvPr>
            <p:ph type="body"/>
          </p:nvPr>
        </p:nvSpPr>
        <p:spPr>
          <a:xfrm>
            <a:off x="4673160" y="2220480"/>
            <a:ext cx="3657240" cy="2780640"/>
          </a:xfrm>
          <a:prstGeom prst="rect">
            <a:avLst/>
          </a:prstGeom>
          <a:noFill/>
          <a:ln w="0">
            <a:noFill/>
          </a:ln>
        </p:spPr>
        <p:txBody>
          <a:bodyPr lIns="0" rIns="0" tIns="0" bIns="0" anchor="b">
            <a:spAutoFit/>
          </a:bodyPr>
          <a:p>
            <a:pPr indent="0" defTabSz="914400">
              <a:lnSpc>
                <a:spcPct val="100000"/>
              </a:lnSpc>
              <a:spcBef>
                <a:spcPts val="601"/>
              </a:spcBef>
              <a:buNone/>
              <a:tabLst>
                <a:tab algn="l" pos="0"/>
              </a:tabLst>
            </a:pPr>
            <a:r>
              <a:rPr b="1" lang="en-US" sz="1400" strike="noStrike" u="none">
                <a:solidFill>
                  <a:schemeClr val="dk1"/>
                </a:solidFill>
                <a:effectLst/>
                <a:uFillTx/>
                <a:latin typeface="Arial"/>
              </a:rPr>
              <a:t>Attribution name, Arial 14pt</a:t>
            </a:r>
            <a:endParaRPr b="0" lang="en-US" sz="1400" strike="noStrike" u="none">
              <a:solidFill>
                <a:schemeClr val="dk1"/>
              </a:solidFill>
              <a:effectLst/>
              <a:uFillTx/>
              <a:latin typeface="Arial"/>
            </a:endParaRPr>
          </a:p>
        </p:txBody>
      </p:sp>
      <p:sp>
        <p:nvSpPr>
          <p:cNvPr id="431" name="PlaceHolder 4"/>
          <p:cNvSpPr>
            <a:spLocks noGrp="1"/>
          </p:cNvSpPr>
          <p:nvPr>
            <p:ph type="body"/>
          </p:nvPr>
        </p:nvSpPr>
        <p:spPr>
          <a:xfrm>
            <a:off x="4673160" y="5028120"/>
            <a:ext cx="3657240" cy="2261160"/>
          </a:xfrm>
          <a:prstGeom prst="rect">
            <a:avLst/>
          </a:prstGeom>
          <a:noFill/>
          <a:ln w="0">
            <a:noFill/>
          </a:ln>
        </p:spPr>
        <p:txBody>
          <a:bodyPr lIns="0" rIns="0" tIns="0" bIns="0" anchor="t">
            <a:spAutoFit/>
          </a:bodyPr>
          <a:p>
            <a:pPr indent="0" defTabSz="914400">
              <a:lnSpc>
                <a:spcPct val="100000"/>
              </a:lnSpc>
              <a:spcBef>
                <a:spcPts val="601"/>
              </a:spcBef>
              <a:buNone/>
              <a:tabLst>
                <a:tab algn="l" pos="0"/>
              </a:tabLst>
            </a:pPr>
            <a:r>
              <a:rPr b="0" lang="en-US" sz="1200" strike="noStrike" u="none">
                <a:solidFill>
                  <a:schemeClr val="dk1"/>
                </a:solidFill>
                <a:effectLst/>
                <a:uFillTx/>
                <a:latin typeface="Arial"/>
              </a:rPr>
              <a:t>Attribution title, Arial 12pt</a:t>
            </a:r>
            <a:endParaRPr b="0" lang="en-US" sz="1200" strike="noStrike" u="none">
              <a:solidFill>
                <a:schemeClr val="dk1"/>
              </a:solidFill>
              <a:effectLst/>
              <a:uFillTx/>
              <a:latin typeface="Arial"/>
            </a:endParaRPr>
          </a:p>
        </p:txBody>
      </p:sp>
      <p:sp>
        <p:nvSpPr>
          <p:cNvPr id="432" name="PlaceHolder 5"/>
          <p:cNvSpPr>
            <a:spLocks noGrp="1"/>
          </p:cNvSpPr>
          <p:nvPr>
            <p:ph type="dt" idx="103"/>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433" name="PlaceHolder 6"/>
          <p:cNvSpPr>
            <a:spLocks noGrp="1"/>
          </p:cNvSpPr>
          <p:nvPr>
            <p:ph type="ftr" idx="104"/>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434" name="PlaceHolder 7"/>
          <p:cNvSpPr>
            <a:spLocks noGrp="1"/>
          </p:cNvSpPr>
          <p:nvPr>
            <p:ph type="sldNum" idx="105"/>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A0B41544-62C2-4E32-82C8-425FA3EA5379}"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
        <p:nvSpPr>
          <p:cNvPr id="435" name="PlaceHolder 8"/>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Arial"/>
              </a:rPr>
              <a:t>Click to edit the title text format</a:t>
            </a:r>
            <a:endParaRPr b="0" lang="en-US" sz="1800" strike="noStrike" u="none">
              <a:solidFill>
                <a:schemeClr val="dk1"/>
              </a:solidFill>
              <a:effectLst/>
              <a:uFillTx/>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 Fact">
    <p:bg>
      <p:bgPr>
        <a:solidFill>
          <a:srgbClr val="ffffff"/>
        </a:solidFill>
      </p:bgPr>
    </p:bg>
    <p:spTree>
      <p:nvGrpSpPr>
        <p:cNvPr id="1" name=""/>
        <p:cNvGrpSpPr/>
        <p:nvPr/>
      </p:nvGrpSpPr>
      <p:grpSpPr>
        <a:xfrm>
          <a:off x="0" y="0"/>
          <a:ext cx="0" cy="0"/>
          <a:chOff x="0" y="0"/>
          <a:chExt cx="0" cy="0"/>
        </a:xfrm>
      </p:grpSpPr>
      <p:pic>
        <p:nvPicPr>
          <p:cNvPr id="436"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437"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918CB585-C3C8-4F44-81B7-3139917ECD05}"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438"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439" name="Warm White Background">
            <a:extLst>
              <a:ext uri="{C183D7F6-B498-43B3-948B-1728B52AA6E4}">
                <adec:decorative xmlns:adec="http://schemas.microsoft.com/office/drawing/2017/decorative" val="1"/>
              </a:ext>
            </a:extLst>
          </p:cNvPr>
          <p:cNvSpPr/>
          <p:nvPr/>
        </p:nvSpPr>
        <p:spPr>
          <a:xfrm>
            <a:off x="0" y="0"/>
            <a:ext cx="12191760" cy="599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440" name="Background Circle">
            <a:extLst>
              <a:ext uri="{C183D7F6-B498-43B3-948B-1728B52AA6E4}">
                <adec:decorative xmlns:adec="http://schemas.microsoft.com/office/drawing/2017/decorative" val="1"/>
              </a:ext>
            </a:extLst>
          </p:cNvPr>
          <p:cNvSpPr/>
          <p:nvPr/>
        </p:nvSpPr>
        <p:spPr>
          <a:xfrm>
            <a:off x="3734280" y="699840"/>
            <a:ext cx="4722840" cy="47228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441" name="PlaceHolder 1"/>
          <p:cNvSpPr>
            <a:spLocks noGrp="1"/>
          </p:cNvSpPr>
          <p:nvPr>
            <p:ph type="body"/>
          </p:nvPr>
        </p:nvSpPr>
        <p:spPr>
          <a:xfrm>
            <a:off x="4038480" y="-32323320"/>
            <a:ext cx="4114440" cy="36000000"/>
          </a:xfrm>
          <a:prstGeom prst="rect">
            <a:avLst/>
          </a:prstGeom>
          <a:noFill/>
          <a:ln w="0">
            <a:noFill/>
          </a:ln>
        </p:spPr>
        <p:txBody>
          <a:bodyPr lIns="0" rIns="0" tIns="0" bIns="0" anchor="b">
            <a:spAutoFit/>
          </a:bodyPr>
          <a:p>
            <a:pPr indent="0" algn="ctr" defTabSz="914400">
              <a:lnSpc>
                <a:spcPct val="100000"/>
              </a:lnSpc>
              <a:buNone/>
              <a:tabLst>
                <a:tab algn="l" pos="0"/>
              </a:tabLst>
            </a:pPr>
            <a:r>
              <a:rPr b="1" lang="en-US" sz="8000" spc="-71" strike="noStrike" u="none">
                <a:solidFill>
                  <a:schemeClr val="dk1"/>
                </a:solidFill>
                <a:effectLst/>
                <a:uFillTx/>
                <a:latin typeface="Georgia Pro"/>
              </a:rPr>
              <a:t>###%</a:t>
            </a:r>
            <a:endParaRPr b="0" lang="en-US" sz="8000" strike="noStrike" u="none">
              <a:solidFill>
                <a:schemeClr val="dk1"/>
              </a:solidFill>
              <a:effectLst/>
              <a:uFillTx/>
              <a:latin typeface="Arial"/>
            </a:endParaRPr>
          </a:p>
        </p:txBody>
      </p:sp>
      <p:sp>
        <p:nvSpPr>
          <p:cNvPr id="442" name="PlaceHolder 2"/>
          <p:cNvSpPr>
            <a:spLocks noGrp="1"/>
          </p:cNvSpPr>
          <p:nvPr>
            <p:ph type="body"/>
          </p:nvPr>
        </p:nvSpPr>
        <p:spPr>
          <a:xfrm>
            <a:off x="4038480" y="3708360"/>
            <a:ext cx="4114440" cy="2718360"/>
          </a:xfrm>
          <a:prstGeom prst="rect">
            <a:avLst/>
          </a:prstGeom>
          <a:noFill/>
          <a:ln w="0">
            <a:noFill/>
          </a:ln>
        </p:spPr>
        <p:txBody>
          <a:bodyPr lIns="0" rIns="0" tIns="0" bIns="0" anchor="t">
            <a:spAutoFit/>
          </a:bodyPr>
          <a:p>
            <a:pPr indent="0" algn="ctr" defTabSz="914400">
              <a:lnSpc>
                <a:spcPct val="100000"/>
              </a:lnSpc>
              <a:spcBef>
                <a:spcPts val="601"/>
              </a:spcBef>
              <a:buNone/>
              <a:tabLst>
                <a:tab algn="l" pos="0"/>
              </a:tabLst>
            </a:pPr>
            <a:r>
              <a:rPr b="0" lang="en-US" sz="1500" strike="noStrike" u="none">
                <a:solidFill>
                  <a:schemeClr val="dk1"/>
                </a:solidFill>
                <a:effectLst/>
                <a:uFillTx/>
                <a:latin typeface="Arial"/>
              </a:rPr>
              <a:t>Context about fact</a:t>
            </a:r>
            <a:endParaRPr b="0" lang="en-US" sz="1500" strike="noStrike" u="none">
              <a:solidFill>
                <a:schemeClr val="dk1"/>
              </a:solidFill>
              <a:effectLst/>
              <a:uFillTx/>
              <a:latin typeface="Arial"/>
            </a:endParaRPr>
          </a:p>
        </p:txBody>
      </p:sp>
      <p:sp>
        <p:nvSpPr>
          <p:cNvPr id="443" name="PlaceHolder 3"/>
          <p:cNvSpPr>
            <a:spLocks noGrp="1"/>
          </p:cNvSpPr>
          <p:nvPr>
            <p:ph type="dt" idx="106"/>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444" name="PlaceHolder 4"/>
          <p:cNvSpPr>
            <a:spLocks noGrp="1"/>
          </p:cNvSpPr>
          <p:nvPr>
            <p:ph type="ftr" idx="107"/>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445" name="PlaceHolder 5"/>
          <p:cNvSpPr>
            <a:spLocks noGrp="1"/>
          </p:cNvSpPr>
          <p:nvPr>
            <p:ph type="sldNum" idx="108"/>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065B8DCF-2F49-4C28-B1A6-717914814AA1}"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
        <p:nvSpPr>
          <p:cNvPr id="446" name="PlaceHolder 6"/>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Arial"/>
              </a:rPr>
              <a:t>Click to edit the title text format</a:t>
            </a:r>
            <a:endParaRPr b="0" lang="en-US" sz="1800" strike="noStrike" u="none">
              <a:solidFill>
                <a:schemeClr val="dk1"/>
              </a:solidFill>
              <a:effectLst/>
              <a:uFillTx/>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 Fact - Dawn">
    <p:bg>
      <p:bgPr>
        <a:solidFill>
          <a:srgbClr val="ffffff"/>
        </a:solidFill>
      </p:bgPr>
    </p:bg>
    <p:spTree>
      <p:nvGrpSpPr>
        <p:cNvPr id="1" name=""/>
        <p:cNvGrpSpPr/>
        <p:nvPr/>
      </p:nvGrpSpPr>
      <p:grpSpPr>
        <a:xfrm>
          <a:off x="0" y="0"/>
          <a:ext cx="0" cy="0"/>
          <a:chOff x="0" y="0"/>
          <a:chExt cx="0" cy="0"/>
        </a:xfrm>
      </p:grpSpPr>
      <p:pic>
        <p:nvPicPr>
          <p:cNvPr id="447"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448"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0C98D705-2E2E-4863-B15D-B2B36FFD2AE3}"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449"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450" name="Warm White Background">
            <a:extLst>
              <a:ext uri="{C183D7F6-B498-43B3-948B-1728B52AA6E4}">
                <adec:decorative xmlns:adec="http://schemas.microsoft.com/office/drawing/2017/decorative" val="1"/>
              </a:ext>
            </a:extLst>
          </p:cNvPr>
          <p:cNvSpPr/>
          <p:nvPr/>
        </p:nvSpPr>
        <p:spPr>
          <a:xfrm>
            <a:off x="0" y="0"/>
            <a:ext cx="12191760" cy="599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451" name="Background Circle">
            <a:extLst>
              <a:ext uri="{C183D7F6-B498-43B3-948B-1728B52AA6E4}">
                <adec:decorative xmlns:adec="http://schemas.microsoft.com/office/drawing/2017/decorative" val="1"/>
              </a:ext>
            </a:extLst>
          </p:cNvPr>
          <p:cNvSpPr/>
          <p:nvPr/>
        </p:nvSpPr>
        <p:spPr>
          <a:xfrm>
            <a:off x="3734280" y="699840"/>
            <a:ext cx="4722840" cy="4722840"/>
          </a:xfrm>
          <a:prstGeom prst="ellipse">
            <a:avLst/>
          </a:prstGeom>
          <a:solidFill>
            <a:srgbClr val="ffd1ab"/>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452" name="PlaceHolder 1"/>
          <p:cNvSpPr>
            <a:spLocks noGrp="1"/>
          </p:cNvSpPr>
          <p:nvPr>
            <p:ph type="body"/>
          </p:nvPr>
        </p:nvSpPr>
        <p:spPr>
          <a:xfrm>
            <a:off x="4038480" y="-32323320"/>
            <a:ext cx="4114440" cy="36000000"/>
          </a:xfrm>
          <a:prstGeom prst="rect">
            <a:avLst/>
          </a:prstGeom>
          <a:noFill/>
          <a:ln w="0">
            <a:noFill/>
          </a:ln>
        </p:spPr>
        <p:txBody>
          <a:bodyPr lIns="0" rIns="0" tIns="0" bIns="0" anchor="b">
            <a:spAutoFit/>
          </a:bodyPr>
          <a:p>
            <a:pPr indent="0" algn="ctr" defTabSz="914400">
              <a:lnSpc>
                <a:spcPct val="100000"/>
              </a:lnSpc>
              <a:buNone/>
              <a:tabLst>
                <a:tab algn="l" pos="0"/>
              </a:tabLst>
            </a:pPr>
            <a:r>
              <a:rPr b="1" lang="en-US" sz="8000" spc="-71" strike="noStrike" u="none">
                <a:solidFill>
                  <a:schemeClr val="dk1"/>
                </a:solidFill>
                <a:effectLst/>
                <a:uFillTx/>
                <a:latin typeface="Georgia Pro"/>
              </a:rPr>
              <a:t>###%</a:t>
            </a:r>
            <a:endParaRPr b="0" lang="en-US" sz="8000" strike="noStrike" u="none">
              <a:solidFill>
                <a:schemeClr val="dk1"/>
              </a:solidFill>
              <a:effectLst/>
              <a:uFillTx/>
              <a:latin typeface="Arial"/>
            </a:endParaRPr>
          </a:p>
        </p:txBody>
      </p:sp>
      <p:sp>
        <p:nvSpPr>
          <p:cNvPr id="453" name="PlaceHolder 2"/>
          <p:cNvSpPr>
            <a:spLocks noGrp="1"/>
          </p:cNvSpPr>
          <p:nvPr>
            <p:ph type="body"/>
          </p:nvPr>
        </p:nvSpPr>
        <p:spPr>
          <a:xfrm>
            <a:off x="4038480" y="3708360"/>
            <a:ext cx="4114440" cy="2718360"/>
          </a:xfrm>
          <a:prstGeom prst="rect">
            <a:avLst/>
          </a:prstGeom>
          <a:noFill/>
          <a:ln w="0">
            <a:noFill/>
          </a:ln>
        </p:spPr>
        <p:txBody>
          <a:bodyPr lIns="0" rIns="0" tIns="0" bIns="0" anchor="t">
            <a:spAutoFit/>
          </a:bodyPr>
          <a:p>
            <a:pPr indent="0" algn="ctr" defTabSz="914400">
              <a:lnSpc>
                <a:spcPct val="100000"/>
              </a:lnSpc>
              <a:spcBef>
                <a:spcPts val="601"/>
              </a:spcBef>
              <a:buNone/>
              <a:tabLst>
                <a:tab algn="l" pos="0"/>
              </a:tabLst>
            </a:pPr>
            <a:r>
              <a:rPr b="0" lang="en-US" sz="1500" strike="noStrike" u="none">
                <a:solidFill>
                  <a:schemeClr val="dk1"/>
                </a:solidFill>
                <a:effectLst/>
                <a:uFillTx/>
                <a:latin typeface="Arial"/>
              </a:rPr>
              <a:t>Context about fact</a:t>
            </a:r>
            <a:endParaRPr b="0" lang="en-US" sz="1500" strike="noStrike" u="none">
              <a:solidFill>
                <a:schemeClr val="dk1"/>
              </a:solidFill>
              <a:effectLst/>
              <a:uFillTx/>
              <a:latin typeface="Arial"/>
            </a:endParaRPr>
          </a:p>
        </p:txBody>
      </p:sp>
      <p:sp>
        <p:nvSpPr>
          <p:cNvPr id="454" name="PlaceHolder 3"/>
          <p:cNvSpPr>
            <a:spLocks noGrp="1"/>
          </p:cNvSpPr>
          <p:nvPr>
            <p:ph type="dt" idx="109"/>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455" name="PlaceHolder 4"/>
          <p:cNvSpPr>
            <a:spLocks noGrp="1"/>
          </p:cNvSpPr>
          <p:nvPr>
            <p:ph type="ftr" idx="110"/>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456" name="PlaceHolder 5"/>
          <p:cNvSpPr>
            <a:spLocks noGrp="1"/>
          </p:cNvSpPr>
          <p:nvPr>
            <p:ph type="sldNum" idx="111"/>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7EDA19D2-B6C5-41DD-970F-86101E7466A6}"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
        <p:nvSpPr>
          <p:cNvPr id="457" name="PlaceHolder 6"/>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Arial"/>
              </a:rPr>
              <a:t>Click to edit the title text format</a:t>
            </a:r>
            <a:endParaRPr b="0" lang="en-US" sz="1800" strike="noStrike" u="none">
              <a:solidFill>
                <a:schemeClr val="dk1"/>
              </a:solidFill>
              <a:effectLst/>
              <a:uFillTx/>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ver 03">
    <p:bg>
      <p:bgPr>
        <a:solidFill>
          <a:srgbClr val="ffffff"/>
        </a:solidFill>
      </p:bgPr>
    </p:bg>
    <p:spTree>
      <p:nvGrpSpPr>
        <p:cNvPr id="1" name=""/>
        <p:cNvGrpSpPr/>
        <p:nvPr/>
      </p:nvGrpSpPr>
      <p:grpSpPr>
        <a:xfrm>
          <a:off x="0" y="0"/>
          <a:ext cx="0" cy="0"/>
          <a:chOff x="0" y="0"/>
          <a:chExt cx="0" cy="0"/>
        </a:xfrm>
      </p:grpSpPr>
      <p:pic>
        <p:nvPicPr>
          <p:cNvPr id="458"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459"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5864DD45-8AD7-45E1-9672-75879CC6F089}"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460"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pic>
        <p:nvPicPr>
          <p:cNvPr id="461" name="Optum Logo" descr="Optum"/>
          <p:cNvPicPr/>
          <p:nvPr/>
        </p:nvPicPr>
        <p:blipFill>
          <a:blip r:embed="rId4"/>
          <a:stretch/>
        </p:blipFill>
        <p:spPr>
          <a:xfrm>
            <a:off x="0" y="0"/>
            <a:ext cx="1956600" cy="6857640"/>
          </a:xfrm>
          <a:prstGeom prst="rect">
            <a:avLst/>
          </a:prstGeom>
          <a:noFill/>
          <a:ln w="0">
            <a:noFill/>
          </a:ln>
        </p:spPr>
      </p:pic>
      <p:sp>
        <p:nvSpPr>
          <p:cNvPr id="462" name="PlaceHolder 1"/>
          <p:cNvSpPr>
            <a:spLocks noGrp="1"/>
          </p:cNvSpPr>
          <p:nvPr>
            <p:ph type="title"/>
          </p:nvPr>
        </p:nvSpPr>
        <p:spPr>
          <a:xfrm>
            <a:off x="2797560" y="1614240"/>
            <a:ext cx="7772040" cy="1661760"/>
          </a:xfrm>
          <a:prstGeom prst="rect">
            <a:avLst/>
          </a:prstGeom>
          <a:noFill/>
          <a:ln w="0">
            <a:noFill/>
          </a:ln>
        </p:spPr>
        <p:txBody>
          <a:bodyPr lIns="0" rIns="0" tIns="0" bIns="0" anchor="b">
            <a:noAutofit/>
          </a:bodyPr>
          <a:p>
            <a:pPr indent="0" defTabSz="914400">
              <a:lnSpc>
                <a:spcPct val="90000"/>
              </a:lnSpc>
              <a:buNone/>
            </a:pPr>
            <a:r>
              <a:rPr b="0" lang="en-US" sz="6000" strike="noStrike" u="none">
                <a:solidFill>
                  <a:schemeClr val="dk1"/>
                </a:solidFill>
                <a:effectLst/>
                <a:uFillTx/>
                <a:latin typeface="Georgia Pro"/>
              </a:rPr>
              <a:t>Insightful presentation title (max. 2 lines)</a:t>
            </a:r>
            <a:endParaRPr b="0" lang="en-US" sz="6000" strike="noStrike" u="none">
              <a:solidFill>
                <a:schemeClr val="dk1"/>
              </a:solidFill>
              <a:effectLst/>
              <a:uFillTx/>
              <a:latin typeface="Arial"/>
            </a:endParaRPr>
          </a:p>
        </p:txBody>
      </p:sp>
      <p:sp>
        <p:nvSpPr>
          <p:cNvPr id="463" name="PlaceHolder 2"/>
          <p:cNvSpPr>
            <a:spLocks noGrp="1"/>
          </p:cNvSpPr>
          <p:nvPr>
            <p:ph type="body"/>
          </p:nvPr>
        </p:nvSpPr>
        <p:spPr>
          <a:xfrm>
            <a:off x="2797560" y="3478680"/>
            <a:ext cx="5943240" cy="2352600"/>
          </a:xfrm>
          <a:prstGeom prst="rect">
            <a:avLst/>
          </a:prstGeom>
          <a:noFill/>
          <a:ln w="0">
            <a:noFill/>
          </a:ln>
        </p:spPr>
        <p:txBody>
          <a:bodyPr lIns="0" rIns="0" tIns="0" bIns="0" anchor="t">
            <a:spAutoFit/>
          </a:bodyPr>
          <a:p>
            <a:pPr indent="0" defTabSz="914400">
              <a:lnSpc>
                <a:spcPct val="100000"/>
              </a:lnSpc>
              <a:buNone/>
              <a:tabLst>
                <a:tab algn="l" pos="0"/>
              </a:tabLst>
            </a:pPr>
            <a:r>
              <a:rPr b="0" lang="en-US" sz="1800" strike="noStrike" u="none">
                <a:solidFill>
                  <a:schemeClr val="dk1"/>
                </a:solidFill>
                <a:effectLst/>
                <a:uFillTx/>
                <a:latin typeface="Arial"/>
              </a:rPr>
              <a:t>Presentation subtitle (optional); Arial 18pt, sentence case, max. 3 lines</a:t>
            </a:r>
            <a:endParaRPr b="0" lang="en-US" sz="1800" strike="noStrike" u="none">
              <a:solidFill>
                <a:schemeClr val="dk1"/>
              </a:solidFill>
              <a:effectLst/>
              <a:uFillTx/>
              <a:latin typeface="Arial"/>
            </a:endParaRPr>
          </a:p>
        </p:txBody>
      </p:sp>
      <p:cxnSp>
        <p:nvCxnSpPr>
          <p:cNvPr id="464" name="Stroke">
            <a:extLst>
              <a:ext uri="{C183D7F6-B498-43B3-948B-1728B52AA6E4}">
                <adec:decorative xmlns:adec="http://schemas.microsoft.com/office/drawing/2017/decorative" val="1"/>
              </a:ext>
            </a:extLst>
          </p:cNvPr>
          <p:cNvCxnSpPr/>
          <p:nvPr/>
        </p:nvCxnSpPr>
        <p:spPr>
          <a:xfrm>
            <a:off x="2797560" y="4654440"/>
            <a:ext cx="522000" cy="360"/>
          </a:xfrm>
          <a:prstGeom prst="straightConnector1">
            <a:avLst/>
          </a:prstGeom>
          <a:ln cap="rnd" w="38100">
            <a:solidFill>
              <a:srgbClr val="ff612b"/>
            </a:solidFill>
            <a:round/>
          </a:ln>
        </p:spPr>
      </p:cxnSp>
      <p:sp>
        <p:nvSpPr>
          <p:cNvPr id="465" name="PlaceHolder 3"/>
          <p:cNvSpPr>
            <a:spLocks noGrp="1"/>
          </p:cNvSpPr>
          <p:nvPr>
            <p:ph type="body"/>
          </p:nvPr>
        </p:nvSpPr>
        <p:spPr>
          <a:xfrm>
            <a:off x="2797560" y="3281400"/>
            <a:ext cx="5943240" cy="1926720"/>
          </a:xfrm>
          <a:prstGeom prst="rect">
            <a:avLst/>
          </a:prstGeom>
          <a:noFill/>
          <a:ln w="0">
            <a:noFill/>
          </a:ln>
        </p:spPr>
        <p:txBody>
          <a:bodyPr lIns="0" rIns="0" tIns="0" bIns="0" anchor="b">
            <a:spAutoFit/>
          </a:bodyPr>
          <a:p>
            <a:pPr indent="0" defTabSz="914400">
              <a:lnSpc>
                <a:spcPct val="100000"/>
              </a:lnSpc>
              <a:buNone/>
              <a:tabLst>
                <a:tab algn="l" pos="0"/>
              </a:tabLst>
            </a:pPr>
            <a:r>
              <a:rPr b="0" lang="en-US" sz="1400" strike="noStrike" u="none">
                <a:solidFill>
                  <a:schemeClr val="dk1"/>
                </a:solidFill>
                <a:effectLst/>
                <a:uFillTx/>
                <a:latin typeface="Arial"/>
              </a:rPr>
              <a:t>Month DD, YYYY (May also be location or speaker)</a:t>
            </a:r>
            <a:endParaRPr b="0" lang="en-US" sz="1400" strike="noStrike" u="none">
              <a:solidFill>
                <a:schemeClr val="dk1"/>
              </a:solidFill>
              <a:effectLst/>
              <a:uFillTx/>
              <a:latin typeface="Arial"/>
            </a:endParaRPr>
          </a:p>
        </p:txBody>
      </p:sp>
      <p:sp>
        <p:nvSpPr>
          <p:cNvPr id="466" name="PlaceHolder 4"/>
          <p:cNvSpPr>
            <a:spLocks noGrp="1"/>
          </p:cNvSpPr>
          <p:nvPr>
            <p:ph type="dt" idx="112"/>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467" name="PlaceHolder 5"/>
          <p:cNvSpPr>
            <a:spLocks noGrp="1"/>
          </p:cNvSpPr>
          <p:nvPr>
            <p:ph type="ftr" idx="113"/>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468" name="PlaceHolder 6"/>
          <p:cNvSpPr>
            <a:spLocks noGrp="1"/>
          </p:cNvSpPr>
          <p:nvPr>
            <p:ph type="sldNum" idx="114"/>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3D754811-98E4-4442-AD62-55BB7BF8759F}"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 Fact 02">
    <p:bg>
      <p:bgPr>
        <a:solidFill>
          <a:srgbClr val="ffffff"/>
        </a:solidFill>
      </p:bgPr>
    </p:bg>
    <p:spTree>
      <p:nvGrpSpPr>
        <p:cNvPr id="1" name=""/>
        <p:cNvGrpSpPr/>
        <p:nvPr/>
      </p:nvGrpSpPr>
      <p:grpSpPr>
        <a:xfrm>
          <a:off x="0" y="0"/>
          <a:ext cx="0" cy="0"/>
          <a:chOff x="0" y="0"/>
          <a:chExt cx="0" cy="0"/>
        </a:xfrm>
      </p:grpSpPr>
      <p:pic>
        <p:nvPicPr>
          <p:cNvPr id="469"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470" name="Page Number"/>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07ADAE77-D5C4-4E78-99C7-563E426CAEA5}"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471" name="Copyright"/>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472" name="Warm White Background">
            <a:extLst>
              <a:ext uri="{C183D7F6-B498-43B3-948B-1728B52AA6E4}">
                <adec:decorative xmlns:adec="http://schemas.microsoft.com/office/drawing/2017/decorative" val="1"/>
              </a:ext>
            </a:extLst>
          </p:cNvPr>
          <p:cNvSpPr/>
          <p:nvPr/>
        </p:nvSpPr>
        <p:spPr>
          <a:xfrm>
            <a:off x="0" y="0"/>
            <a:ext cx="12191760" cy="599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473" name="PlaceHolder 1"/>
          <p:cNvSpPr>
            <a:spLocks noGrp="1"/>
          </p:cNvSpPr>
          <p:nvPr>
            <p:ph type="body"/>
          </p:nvPr>
        </p:nvSpPr>
        <p:spPr>
          <a:xfrm>
            <a:off x="1521360" y="-32323320"/>
            <a:ext cx="4343040" cy="36000000"/>
          </a:xfrm>
          <a:prstGeom prst="rect">
            <a:avLst/>
          </a:prstGeom>
          <a:noFill/>
          <a:ln w="0">
            <a:noFill/>
          </a:ln>
        </p:spPr>
        <p:txBody>
          <a:bodyPr lIns="0" rIns="0" tIns="0" bIns="0" anchor="b">
            <a:spAutoFit/>
          </a:bodyPr>
          <a:p>
            <a:pPr indent="0" algn="ctr" defTabSz="914400">
              <a:lnSpc>
                <a:spcPct val="100000"/>
              </a:lnSpc>
              <a:buNone/>
              <a:tabLst>
                <a:tab algn="l" pos="0"/>
              </a:tabLst>
            </a:pPr>
            <a:r>
              <a:rPr b="1" lang="en-US" sz="8000" spc="-71" strike="noStrike" u="none">
                <a:solidFill>
                  <a:schemeClr val="dk1"/>
                </a:solidFill>
                <a:effectLst/>
                <a:uFillTx/>
                <a:latin typeface="Georgia Pro"/>
              </a:rPr>
              <a:t>###%</a:t>
            </a:r>
            <a:endParaRPr b="0" lang="en-US" sz="8000" strike="noStrike" u="none">
              <a:solidFill>
                <a:schemeClr val="dk1"/>
              </a:solidFill>
              <a:effectLst/>
              <a:uFillTx/>
              <a:latin typeface="Arial"/>
            </a:endParaRPr>
          </a:p>
        </p:txBody>
      </p:sp>
      <p:sp>
        <p:nvSpPr>
          <p:cNvPr id="474" name="PlaceHolder 2"/>
          <p:cNvSpPr>
            <a:spLocks noGrp="1"/>
          </p:cNvSpPr>
          <p:nvPr>
            <p:ph type="body"/>
          </p:nvPr>
        </p:nvSpPr>
        <p:spPr>
          <a:xfrm>
            <a:off x="1521360" y="3708360"/>
            <a:ext cx="4343040" cy="2261160"/>
          </a:xfrm>
          <a:prstGeom prst="rect">
            <a:avLst/>
          </a:prstGeom>
          <a:noFill/>
          <a:ln w="0">
            <a:noFill/>
          </a:ln>
        </p:spPr>
        <p:txBody>
          <a:bodyPr lIns="0" rIns="0" tIns="0" bIns="0" anchor="t">
            <a:spAutoFit/>
          </a:bodyPr>
          <a:p>
            <a:pPr indent="0" algn="ctr" defTabSz="914400">
              <a:lnSpc>
                <a:spcPct val="100000"/>
              </a:lnSpc>
              <a:spcBef>
                <a:spcPts val="601"/>
              </a:spcBef>
              <a:buNone/>
              <a:tabLst>
                <a:tab algn="l" pos="0"/>
              </a:tabLst>
            </a:pPr>
            <a:r>
              <a:rPr b="0" lang="en-US" sz="1500" strike="noStrike" u="none">
                <a:solidFill>
                  <a:schemeClr val="dk1"/>
                </a:solidFill>
                <a:effectLst/>
                <a:uFillTx/>
                <a:latin typeface="Arial"/>
              </a:rPr>
              <a:t>Context about fact</a:t>
            </a:r>
            <a:endParaRPr b="0" lang="en-US" sz="1500" strike="noStrike" u="none">
              <a:solidFill>
                <a:schemeClr val="dk1"/>
              </a:solidFill>
              <a:effectLst/>
              <a:uFillTx/>
              <a:latin typeface="Arial"/>
            </a:endParaRPr>
          </a:p>
        </p:txBody>
      </p:sp>
      <p:sp>
        <p:nvSpPr>
          <p:cNvPr id="475" name="PlaceHolder 3"/>
          <p:cNvSpPr>
            <a:spLocks noGrp="1"/>
          </p:cNvSpPr>
          <p:nvPr>
            <p:ph type="body"/>
          </p:nvPr>
        </p:nvSpPr>
        <p:spPr>
          <a:xfrm>
            <a:off x="6330960" y="-32323320"/>
            <a:ext cx="4343040" cy="36000000"/>
          </a:xfrm>
          <a:prstGeom prst="rect">
            <a:avLst/>
          </a:prstGeom>
          <a:noFill/>
          <a:ln w="0">
            <a:noFill/>
          </a:ln>
        </p:spPr>
        <p:txBody>
          <a:bodyPr lIns="0" rIns="0" tIns="0" bIns="0" anchor="b">
            <a:spAutoFit/>
          </a:bodyPr>
          <a:p>
            <a:pPr indent="0" algn="ctr" defTabSz="914400">
              <a:lnSpc>
                <a:spcPct val="100000"/>
              </a:lnSpc>
              <a:buNone/>
              <a:tabLst>
                <a:tab algn="l" pos="0"/>
              </a:tabLst>
            </a:pPr>
            <a:r>
              <a:rPr b="1" lang="en-US" sz="8000" spc="-71" strike="noStrike" u="none">
                <a:solidFill>
                  <a:schemeClr val="dk1"/>
                </a:solidFill>
                <a:effectLst/>
                <a:uFillTx/>
                <a:latin typeface="Georgia Pro"/>
              </a:rPr>
              <a:t>###%</a:t>
            </a:r>
            <a:endParaRPr b="0" lang="en-US" sz="8000" strike="noStrike" u="none">
              <a:solidFill>
                <a:schemeClr val="dk1"/>
              </a:solidFill>
              <a:effectLst/>
              <a:uFillTx/>
              <a:latin typeface="Arial"/>
            </a:endParaRPr>
          </a:p>
        </p:txBody>
      </p:sp>
      <p:sp>
        <p:nvSpPr>
          <p:cNvPr id="476" name="PlaceHolder 4"/>
          <p:cNvSpPr>
            <a:spLocks noGrp="1"/>
          </p:cNvSpPr>
          <p:nvPr>
            <p:ph type="body"/>
          </p:nvPr>
        </p:nvSpPr>
        <p:spPr>
          <a:xfrm>
            <a:off x="6330960" y="3708360"/>
            <a:ext cx="4343040" cy="2261160"/>
          </a:xfrm>
          <a:prstGeom prst="rect">
            <a:avLst/>
          </a:prstGeom>
          <a:noFill/>
          <a:ln w="0">
            <a:noFill/>
          </a:ln>
        </p:spPr>
        <p:txBody>
          <a:bodyPr lIns="0" rIns="0" tIns="0" bIns="0" anchor="t">
            <a:spAutoFit/>
          </a:bodyPr>
          <a:p>
            <a:pPr indent="0" algn="ctr" defTabSz="914400">
              <a:lnSpc>
                <a:spcPct val="100000"/>
              </a:lnSpc>
              <a:spcBef>
                <a:spcPts val="601"/>
              </a:spcBef>
              <a:buNone/>
              <a:tabLst>
                <a:tab algn="l" pos="0"/>
              </a:tabLst>
            </a:pPr>
            <a:r>
              <a:rPr b="0" lang="en-US" sz="1500" strike="noStrike" u="none">
                <a:solidFill>
                  <a:schemeClr val="dk1"/>
                </a:solidFill>
                <a:effectLst/>
                <a:uFillTx/>
                <a:latin typeface="Arial"/>
              </a:rPr>
              <a:t>Context about fact</a:t>
            </a:r>
            <a:endParaRPr b="0" lang="en-US" sz="1500" strike="noStrike" u="none">
              <a:solidFill>
                <a:schemeClr val="dk1"/>
              </a:solidFill>
              <a:effectLst/>
              <a:uFillTx/>
              <a:latin typeface="Arial"/>
            </a:endParaRPr>
          </a:p>
        </p:txBody>
      </p:sp>
      <p:sp>
        <p:nvSpPr>
          <p:cNvPr id="477" name="PlaceHolder 5"/>
          <p:cNvSpPr>
            <a:spLocks noGrp="1"/>
          </p:cNvSpPr>
          <p:nvPr>
            <p:ph type="dt" idx="115"/>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478" name="PlaceHolder 6"/>
          <p:cNvSpPr>
            <a:spLocks noGrp="1"/>
          </p:cNvSpPr>
          <p:nvPr>
            <p:ph type="ftr" idx="116"/>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479" name="PlaceHolder 7"/>
          <p:cNvSpPr>
            <a:spLocks noGrp="1"/>
          </p:cNvSpPr>
          <p:nvPr>
            <p:ph type="sldNum" idx="117"/>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2BEFAED7-E0B5-4440-A180-E28D39C94E54}"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
        <p:nvSpPr>
          <p:cNvPr id="480" name="PlaceHolder 8"/>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Arial"/>
              </a:rPr>
              <a:t>Click to edit the title text format</a:t>
            </a:r>
            <a:endParaRPr b="0" lang="en-US" sz="1800" strike="noStrike" u="none">
              <a:solidFill>
                <a:schemeClr val="dk1"/>
              </a:solidFill>
              <a:effectLst/>
              <a:uFillTx/>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      ___      ">
    <p:bg>
      <p:bgPr>
        <a:solidFill>
          <a:srgbClr val="7030a0"/>
        </a:solidFill>
      </p:bgPr>
    </p:bg>
    <p:spTree>
      <p:nvGrpSpPr>
        <p:cNvPr id="1" name=""/>
        <p:cNvGrpSpPr/>
        <p:nvPr/>
      </p:nvGrpSpPr>
      <p:grpSpPr>
        <a:xfrm>
          <a:off x="0" y="0"/>
          <a:ext cx="0" cy="0"/>
          <a:chOff x="0" y="0"/>
          <a:chExt cx="0" cy="0"/>
        </a:xfrm>
      </p:grpSpPr>
      <p:pic>
        <p:nvPicPr>
          <p:cNvPr id="481"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482"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C408972E-FE78-46C7-9A03-9CC2A1B05D86}" type="slidenum">
              <a:rPr b="1" lang="en-US" sz="1000" strike="noStrike" u="none">
                <a:solidFill>
                  <a:schemeClr val="dk1"/>
                </a:solidFill>
                <a:effectLst/>
                <a:uFillTx/>
                <a:latin typeface="Arial"/>
              </a:rPr>
              <a:t>&lt;number&gt;</a:t>
            </a:fld>
            <a:endParaRPr b="0" lang="en-US" sz="1000" strike="noStrike" u="none">
              <a:solidFill>
                <a:srgbClr val="ffffff"/>
              </a:solidFill>
              <a:effectLst/>
              <a:uFillTx/>
              <a:latin typeface="Arial"/>
            </a:endParaRPr>
          </a:p>
        </p:txBody>
      </p:sp>
      <p:sp>
        <p:nvSpPr>
          <p:cNvPr id="483"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ffffff"/>
              </a:solidFill>
              <a:effectLst/>
              <a:uFillTx/>
              <a:latin typeface="Arial"/>
            </a:endParaRPr>
          </a:p>
        </p:txBody>
      </p:sp>
      <p:sp>
        <p:nvSpPr>
          <p:cNvPr id="484" name="TextBox 1"/>
          <p:cNvSpPr/>
          <p:nvPr/>
        </p:nvSpPr>
        <p:spPr>
          <a:xfrm>
            <a:off x="743040" y="2390400"/>
            <a:ext cx="9891000" cy="2077200"/>
          </a:xfrm>
          <a:prstGeom prst="rect">
            <a:avLst/>
          </a:prstGeom>
          <a:noFill/>
          <a:ln w="0">
            <a:noFill/>
          </a:ln>
        </p:spPr>
        <p:style>
          <a:lnRef idx="0"/>
          <a:fillRef idx="0"/>
          <a:effectRef idx="0"/>
          <a:fontRef idx="minor"/>
        </p:style>
        <p:txBody>
          <a:bodyPr lIns="0" rIns="0" tIns="0" bIns="0" anchor="t">
            <a:spAutoFit/>
          </a:bodyPr>
          <a:p>
            <a:pPr defTabSz="914400">
              <a:lnSpc>
                <a:spcPct val="90000"/>
              </a:lnSpc>
            </a:pPr>
            <a:r>
              <a:rPr b="1" lang="en-US" sz="15000" strike="noStrike" u="none">
                <a:solidFill>
                  <a:schemeClr val="lt1"/>
                </a:solidFill>
                <a:effectLst/>
                <a:uFillTx/>
                <a:latin typeface="Arial"/>
              </a:rPr>
              <a:t>Closing</a:t>
            </a:r>
            <a:endParaRPr b="0" lang="en-US" sz="15000" strike="noStrike" u="none">
              <a:solidFill>
                <a:srgbClr val="ffffff"/>
              </a:solidFill>
              <a:effectLst/>
              <a:uFillTx/>
              <a:latin typeface="Arial"/>
            </a:endParaRPr>
          </a:p>
        </p:txBody>
      </p:sp>
      <p:cxnSp>
        <p:nvCxnSpPr>
          <p:cNvPr id="485" name="Arrow">
            <a:extLst>
              <a:ext uri="{C183D7F6-B498-43B3-948B-1728B52AA6E4}">
                <adec:decorative xmlns:adec="http://schemas.microsoft.com/office/drawing/2017/decorative" val="1"/>
              </a:ext>
            </a:extLst>
          </p:cNvPr>
          <p:cNvCxnSpPr/>
          <p:nvPr/>
        </p:nvCxnSpPr>
        <p:spPr>
          <a:xfrm>
            <a:off x="9496800" y="3429000"/>
            <a:ext cx="1952280" cy="360"/>
          </a:xfrm>
          <a:prstGeom prst="straightConnector1">
            <a:avLst/>
          </a:prstGeom>
          <a:ln cap="rnd" w="317500">
            <a:solidFill>
              <a:srgbClr val="ffffff"/>
            </a:solidFill>
            <a:round/>
            <a:tailEnd len="sm" type="arrow" w="lg"/>
          </a:ln>
        </p:spPr>
      </p:cxn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losing Slide">
    <p:bg>
      <p:bgPr>
        <a:solidFill>
          <a:srgbClr val="ffffff"/>
        </a:solidFill>
      </p:bgPr>
    </p:bg>
    <p:spTree>
      <p:nvGrpSpPr>
        <p:cNvPr id="1" name=""/>
        <p:cNvGrpSpPr/>
        <p:nvPr/>
      </p:nvGrpSpPr>
      <p:grpSpPr>
        <a:xfrm>
          <a:off x="0" y="0"/>
          <a:ext cx="0" cy="0"/>
          <a:chOff x="0" y="0"/>
          <a:chExt cx="0" cy="0"/>
        </a:xfrm>
      </p:grpSpPr>
      <p:pic>
        <p:nvPicPr>
          <p:cNvPr id="486"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487"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86AE8EDB-D0DB-4D14-8905-D589ECC06814}"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488"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489" name="Warm White Background">
            <a:extLst>
              <a:ext uri="{C183D7F6-B498-43B3-948B-1728B52AA6E4}">
                <adec:decorative xmlns:adec="http://schemas.microsoft.com/office/drawing/2017/decorative" val="1"/>
              </a:ext>
            </a:extLst>
          </p:cNvPr>
          <p:cNvSpPr/>
          <p:nvPr/>
        </p:nvSpPr>
        <p:spPr>
          <a:xfrm>
            <a:off x="184320" y="182880"/>
            <a:ext cx="11822760" cy="6491880"/>
          </a:xfrm>
          <a:prstGeom prst="roundRect">
            <a:avLst>
              <a:gd name="adj" fmla="val 1011"/>
            </a:avLst>
          </a:prstGeom>
          <a:solidFill>
            <a:srgbClr val="fbf9f4"/>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en-US" sz="1400" strike="noStrike" u="none">
              <a:solidFill>
                <a:srgbClr val="ffffff"/>
              </a:solidFill>
              <a:effectLst/>
              <a:uFillTx/>
              <a:latin typeface="Arial"/>
            </a:endParaRPr>
          </a:p>
        </p:txBody>
      </p:sp>
      <p:pic>
        <p:nvPicPr>
          <p:cNvPr id="490" name="Optum Logo" descr="Optum"/>
          <p:cNvPicPr/>
          <p:nvPr/>
        </p:nvPicPr>
        <p:blipFill>
          <a:blip r:embed="rId4">
            <a:extLst>
              <a:ext uri="{96DAC541-7B7A-43D3-8B79-37D633B846F1}">
                <asvg:svgBlip xmlns:asvg="http://schemas.microsoft.com/office/drawing/2016/SVG/main" r:embed="rId5"/>
              </a:ext>
            </a:extLst>
          </a:blip>
          <a:stretch/>
        </p:blipFill>
        <p:spPr>
          <a:xfrm>
            <a:off x="4051800" y="2837160"/>
            <a:ext cx="4087800" cy="1183320"/>
          </a:xfrm>
          <a:prstGeom prst="rect">
            <a:avLst/>
          </a:prstGeom>
          <a:noFill/>
          <a:ln w="0">
            <a:noFill/>
          </a:ln>
        </p:spPr>
      </p:pic>
      <p:sp>
        <p:nvSpPr>
          <p:cNvPr id="491" name="Boilerplate"/>
          <p:cNvSpPr/>
          <p:nvPr/>
        </p:nvSpPr>
        <p:spPr>
          <a:xfrm>
            <a:off x="3818880" y="5837040"/>
            <a:ext cx="4554000" cy="50760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spcBef>
                <a:spcPts val="601"/>
              </a:spcBef>
            </a:pPr>
            <a:r>
              <a:rPr b="0" lang="en-US" sz="700" strike="noStrike" u="none">
                <a:solidFill>
                  <a:schemeClr val="dk1"/>
                </a:solidFill>
                <a:effectLst/>
                <a:uFillTx/>
                <a:latin typeface="Arial"/>
              </a:rPr>
              <a:t>Optum is a registered trademark of Optum, Inc. in the U.S. and other jurisdictions. All other brand or product names are the property of their respective owners. Because we are continuously improving our products and services, Optum reserves the right to change specifications without prior notice. Optum is an equal opportunity employer.</a:t>
            </a:r>
            <a:endParaRPr b="0" lang="en-US" sz="700" strike="noStrike" u="none">
              <a:solidFill>
                <a:srgbClr val="000000"/>
              </a:solidFill>
              <a:effectLst/>
              <a:uFillTx/>
              <a:latin typeface="Arial"/>
            </a:endParaRPr>
          </a:p>
          <a:p>
            <a:pPr algn="ctr" defTabSz="914400">
              <a:lnSpc>
                <a:spcPct val="100000"/>
              </a:lnSpc>
              <a:spcBef>
                <a:spcPts val="601"/>
              </a:spcBef>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losing Slide - Alt">
    <p:bg>
      <p:bgPr>
        <a:solidFill>
          <a:srgbClr val="ffffff"/>
        </a:solidFill>
      </p:bgPr>
    </p:bg>
    <p:spTree>
      <p:nvGrpSpPr>
        <p:cNvPr id="1" name=""/>
        <p:cNvGrpSpPr/>
        <p:nvPr/>
      </p:nvGrpSpPr>
      <p:grpSpPr>
        <a:xfrm>
          <a:off x="0" y="0"/>
          <a:ext cx="0" cy="0"/>
          <a:chOff x="0" y="0"/>
          <a:chExt cx="0" cy="0"/>
        </a:xfrm>
      </p:grpSpPr>
      <p:pic>
        <p:nvPicPr>
          <p:cNvPr id="492"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493"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43791EEB-D7FB-4FA4-A593-37CBB7320F26}"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494"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495" name="Warm White Background">
            <a:extLst>
              <a:ext uri="{C183D7F6-B498-43B3-948B-1728B52AA6E4}">
                <adec:decorative xmlns:adec="http://schemas.microsoft.com/office/drawing/2017/decorative" val="1"/>
              </a:ext>
            </a:extLst>
          </p:cNvPr>
          <p:cNvSpPr/>
          <p:nvPr/>
        </p:nvSpPr>
        <p:spPr>
          <a:xfrm>
            <a:off x="184320" y="182880"/>
            <a:ext cx="11822760" cy="6491880"/>
          </a:xfrm>
          <a:prstGeom prst="roundRect">
            <a:avLst>
              <a:gd name="adj" fmla="val 1011"/>
            </a:avLst>
          </a:prstGeom>
          <a:solidFill>
            <a:srgbClr val="fbf9f4"/>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pPr>
            <a:endParaRPr b="0" lang="en-US" sz="1400" strike="noStrike" u="none">
              <a:solidFill>
                <a:srgbClr val="ffffff"/>
              </a:solidFill>
              <a:effectLst/>
              <a:uFillTx/>
              <a:latin typeface="Arial"/>
            </a:endParaRPr>
          </a:p>
        </p:txBody>
      </p:sp>
      <p:sp>
        <p:nvSpPr>
          <p:cNvPr id="496" name="Optum Logo" descr="Optum"/>
          <p:cNvSpPr/>
          <p:nvPr/>
        </p:nvSpPr>
        <p:spPr>
          <a:xfrm>
            <a:off x="184320" y="1349280"/>
            <a:ext cx="11822760" cy="3533760"/>
          </a:xfrm>
          <a:custGeom>
            <a:avLst/>
            <a:gdLst>
              <a:gd name="textAreaLeft" fmla="*/ 0 w 11822760"/>
              <a:gd name="textAreaRight" fmla="*/ 11823120 w 11822760"/>
              <a:gd name="textAreaTop" fmla="*/ 0 h 3533760"/>
              <a:gd name="textAreaBottom" fmla="*/ 3534120 h 3533760"/>
              <a:gd name="GluePoint1X" fmla="*/ 3997943 w 11823192"/>
              <a:gd name="GluePoint1Y" fmla="*/ 1184415 h 3534131"/>
              <a:gd name="GluePoint2X" fmla="*/ 3511808 w 11823192"/>
              <a:gd name="GluePoint2Y" fmla="*/ 1697581 h 3534131"/>
              <a:gd name="GluePoint3X" fmla="*/ 3997943 w 11823192"/>
              <a:gd name="GluePoint3Y" fmla="*/ 2214536 h 3534131"/>
              <a:gd name="GluePoint4X" fmla="*/ 4480290 w 11823192"/>
              <a:gd name="GluePoint4Y" fmla="*/ 1697581 h 3534131"/>
              <a:gd name="GluePoint5X" fmla="*/ 3997943 w 11823192"/>
              <a:gd name="GluePoint5Y" fmla="*/ 1184415 h 3534131"/>
              <a:gd name="GluePoint6X" fmla="*/ 6725845 w 11823192"/>
              <a:gd name="GluePoint6Y" fmla="*/ 663672 h 3534131"/>
              <a:gd name="GluePoint7X" fmla="*/ 7397273 w 11823192"/>
              <a:gd name="GluePoint7Y" fmla="*/ 663672 h 3534131"/>
              <a:gd name="GluePoint8X" fmla="*/ 7397273 w 11823192"/>
              <a:gd name="GluePoint8Y" fmla="*/ 1925406 h 3534131"/>
              <a:gd name="GluePoint9X" fmla="*/ 7690538 w 11823192"/>
              <a:gd name="GluePoint9Y" fmla="*/ 2222457 h 3534131"/>
              <a:gd name="GluePoint10X" fmla="*/ 7983804 w 11823192"/>
              <a:gd name="GluePoint10Y" fmla="*/ 1925406 h 3534131"/>
              <a:gd name="GluePoint11X" fmla="*/ 7983804 w 11823192"/>
              <a:gd name="GluePoint11Y" fmla="*/ 663672 h 3534131"/>
              <a:gd name="GluePoint12X" fmla="*/ 8655232 w 11823192"/>
              <a:gd name="GluePoint12Y" fmla="*/ 663672 h 3534131"/>
              <a:gd name="GluePoint13X" fmla="*/ 8655232 w 11823192"/>
              <a:gd name="GluePoint13Y" fmla="*/ 1944521 h 3534131"/>
              <a:gd name="GluePoint14X" fmla="*/ 8654887 w 11823192"/>
              <a:gd name="GluePoint14Y" fmla="*/ 1944521 h 3534131"/>
              <a:gd name="GluePoint15X" fmla="*/ 7690366 w 11823192"/>
              <a:gd name="GluePoint15Y" fmla="*/ 2777986 h 3534131"/>
              <a:gd name="GluePoint16X" fmla="*/ 6725845 w 11823192"/>
              <a:gd name="GluePoint16Y" fmla="*/ 1944521 h 3534131"/>
              <a:gd name="GluePoint17X" fmla="*/ 1227678 w 11823192"/>
              <a:gd name="GluePoint17Y" fmla="*/ 640425 h 3534131"/>
              <a:gd name="GluePoint18X" fmla="*/ 525426 w 11823192"/>
              <a:gd name="GluePoint18Y" fmla="*/ 1381244 h 3534131"/>
              <a:gd name="GluePoint19X" fmla="*/ 1227678 w 11823192"/>
              <a:gd name="GluePoint19Y" fmla="*/ 2122063 h 3534131"/>
              <a:gd name="GluePoint20X" fmla="*/ 1929931 w 11823192"/>
              <a:gd name="GluePoint20Y" fmla="*/ 1381244 h 3534131"/>
              <a:gd name="GluePoint21X" fmla="*/ 1227678 w 11823192"/>
              <a:gd name="GluePoint21Y" fmla="*/ 640425 h 3534131"/>
              <a:gd name="GluePoint22X" fmla="*/ 10086256 w 11823192"/>
              <a:gd name="GluePoint22Y" fmla="*/ 632848 h 3534131"/>
              <a:gd name="GluePoint23X" fmla="*/ 10676576 w 11823192"/>
              <a:gd name="GluePoint23Y" fmla="*/ 968472 h 3534131"/>
              <a:gd name="GluePoint24X" fmla="*/ 11309258 w 11823192"/>
              <a:gd name="GluePoint24Y" fmla="*/ 632848 h 3534131"/>
              <a:gd name="GluePoint25X" fmla="*/ 11728549 w 11823192"/>
              <a:gd name="GluePoint25Y" fmla="*/ 762880 h 3534131"/>
              <a:gd name="GluePoint26X" fmla="*/ 11823192 w 11823192"/>
              <a:gd name="GluePoint26Y" fmla="*/ 851969 h 3534131"/>
              <a:gd name="GluePoint27X" fmla="*/ 11823192 w 11823192"/>
              <a:gd name="GluePoint27Y" fmla="*/ 2731835 h 3534131"/>
              <a:gd name="GluePoint28X" fmla="*/ 11340082 w 11823192"/>
              <a:gd name="GluePoint28Y" fmla="*/ 2731835 h 3534131"/>
              <a:gd name="GluePoint29X" fmla="*/ 11340082 w 11823192"/>
              <a:gd name="GluePoint29Y" fmla="*/ 1500925 h 3534131"/>
              <a:gd name="GluePoint30X" fmla="*/ 11058355 w 11823192"/>
              <a:gd name="GluePoint30Y" fmla="*/ 1180627 h 3534131"/>
              <a:gd name="GluePoint31X" fmla="*/ 10776627 w 11823192"/>
              <a:gd name="GluePoint31Y" fmla="*/ 1500925 h 3534131"/>
              <a:gd name="GluePoint32X" fmla="*/ 10776627 w 11823192"/>
              <a:gd name="GluePoint32Y" fmla="*/ 2731663 h 3534131"/>
              <a:gd name="GluePoint33X" fmla="*/ 10109160 w 11823192"/>
              <a:gd name="GluePoint33Y" fmla="*/ 2731663 h 3534131"/>
              <a:gd name="GluePoint34X" fmla="*/ 10109160 w 11823192"/>
              <a:gd name="GluePoint34Y" fmla="*/ 1500925 h 3534131"/>
              <a:gd name="GluePoint35X" fmla="*/ 9827432 w 11823192"/>
              <a:gd name="GluePoint35Y" fmla="*/ 1180627 h 3534131"/>
              <a:gd name="GluePoint36X" fmla="*/ 9545705 w 11823192"/>
              <a:gd name="GluePoint36Y" fmla="*/ 1500925 h 3534131"/>
              <a:gd name="GluePoint37X" fmla="*/ 9545705 w 11823192"/>
              <a:gd name="GluePoint37Y" fmla="*/ 2731663 h 3534131"/>
              <a:gd name="GluePoint38X" fmla="*/ 8878581 w 11823192"/>
              <a:gd name="GluePoint38Y" fmla="*/ 2731663 h 3534131"/>
              <a:gd name="GluePoint39X" fmla="*/ 8878581 w 11823192"/>
              <a:gd name="GluePoint39Y" fmla="*/ 663672 h 3534131"/>
              <a:gd name="GluePoint40X" fmla="*/ 9534511 w 11823192"/>
              <a:gd name="GluePoint40Y" fmla="*/ 663672 h 3534131"/>
              <a:gd name="GluePoint41X" fmla="*/ 9538299 w 11823192"/>
              <a:gd name="GluePoint41Y" fmla="*/ 910612 h 3534131"/>
              <a:gd name="GluePoint42X" fmla="*/ 10086256 w 11823192"/>
              <a:gd name="GluePoint42Y" fmla="*/ 632848 h 3534131"/>
              <a:gd name="GluePoint43X" fmla="*/ 4152239 w 11823192"/>
              <a:gd name="GluePoint43Y" fmla="*/ 632675 h 3534131"/>
              <a:gd name="GluePoint44X" fmla="*/ 5151545 w 11823192"/>
              <a:gd name="GluePoint44Y" fmla="*/ 1697581 h 3534131"/>
              <a:gd name="GluePoint45X" fmla="*/ 4152239 w 11823192"/>
              <a:gd name="GluePoint45Y" fmla="*/ 2766276 h 3534131"/>
              <a:gd name="GluePoint46X" fmla="*/ 3511808 w 11823192"/>
              <a:gd name="GluePoint46Y" fmla="*/ 2515548 h 3534131"/>
              <a:gd name="GluePoint47X" fmla="*/ 3511808 w 11823192"/>
              <a:gd name="GluePoint47Y" fmla="*/ 3534131 h 3534131"/>
              <a:gd name="GluePoint48X" fmla="*/ 2840552 w 11823192"/>
              <a:gd name="GluePoint48Y" fmla="*/ 3534131 h 3534131"/>
              <a:gd name="GluePoint49X" fmla="*/ 2840552 w 11823192"/>
              <a:gd name="GluePoint49Y" fmla="*/ 663500 h 3534131"/>
              <a:gd name="GluePoint50X" fmla="*/ 3488732 w 11823192"/>
              <a:gd name="GluePoint50Y" fmla="*/ 663500 h 3534131"/>
              <a:gd name="GluePoint51X" fmla="*/ 3492521 w 11823192"/>
              <a:gd name="GluePoint51Y" fmla="*/ 902690 h 3534131"/>
              <a:gd name="GluePoint52X" fmla="*/ 4152239 w 11823192"/>
              <a:gd name="GluePoint52Y" fmla="*/ 632675 h 3534131"/>
              <a:gd name="GluePoint53X" fmla="*/ 5325128 w 11823192"/>
              <a:gd name="GluePoint53Y" fmla="*/ 135007 h 3534131"/>
              <a:gd name="GluePoint54X" fmla="*/ 5992596 w 11823192"/>
              <a:gd name="GluePoint54Y" fmla="*/ 135007 h 3534131"/>
              <a:gd name="GluePoint55X" fmla="*/ 5992596 w 11823192"/>
              <a:gd name="GluePoint55Y" fmla="*/ 663672 h 3534131"/>
              <a:gd name="GluePoint56X" fmla="*/ 6544341 w 11823192"/>
              <a:gd name="GluePoint56Y" fmla="*/ 663672 h 3534131"/>
              <a:gd name="GluePoint57X" fmla="*/ 6544341 w 11823192"/>
              <a:gd name="GluePoint57Y" fmla="*/ 1196125 h 3534131"/>
              <a:gd name="GluePoint58X" fmla="*/ 5992596 w 11823192"/>
              <a:gd name="GluePoint58Y" fmla="*/ 1196125 h 3534131"/>
              <a:gd name="GluePoint59X" fmla="*/ 5992596 w 11823192"/>
              <a:gd name="GluePoint59Y" fmla="*/ 1936772 h 3534131"/>
              <a:gd name="GluePoint60X" fmla="*/ 6289650 w 11823192"/>
              <a:gd name="GluePoint60Y" fmla="*/ 2206787 h 3534131"/>
              <a:gd name="GluePoint61X" fmla="*/ 6544341 w 11823192"/>
              <a:gd name="GluePoint61Y" fmla="*/ 2164425 h 3534131"/>
              <a:gd name="GluePoint62X" fmla="*/ 6544341 w 11823192"/>
              <a:gd name="GluePoint62Y" fmla="*/ 2693089 h 3534131"/>
              <a:gd name="GluePoint63X" fmla="*/ 6119855 w 11823192"/>
              <a:gd name="GluePoint63Y" fmla="*/ 2762487 h 3534131"/>
              <a:gd name="GluePoint64X" fmla="*/ 5325128 w 11823192"/>
              <a:gd name="GluePoint64Y" fmla="*/ 1990844 h 3534131"/>
              <a:gd name="GluePoint65X" fmla="*/ 1227678 w 11823192"/>
              <a:gd name="GluePoint65Y" fmla="*/ 0 h 3534131"/>
              <a:gd name="GluePoint66X" fmla="*/ 2639761 w 11823192"/>
              <a:gd name="GluePoint66Y" fmla="*/ 1381244 h 3534131"/>
              <a:gd name="GluePoint67X" fmla="*/ 1227678 w 11823192"/>
              <a:gd name="GluePoint67Y" fmla="*/ 2762487 h 3534131"/>
              <a:gd name="GluePoint68X" fmla="*/ 53840 w 11823192"/>
              <a:gd name="GluePoint68Y" fmla="*/ 2155714 h 3534131"/>
              <a:gd name="GluePoint69X" fmla="*/ 0 w 11823192"/>
              <a:gd name="GluePoint69Y" fmla="*/ 2068189 h 3534131"/>
              <a:gd name="GluePoint70X" fmla="*/ 0 w 11823192"/>
              <a:gd name="GluePoint70Y" fmla="*/ 694299 h 3534131"/>
              <a:gd name="GluePoint71X" fmla="*/ 53840 w 11823192"/>
              <a:gd name="GluePoint71Y" fmla="*/ 606774 h 3534131"/>
              <a:gd name="GluePoint72X" fmla="*/ 1227678 w 11823192"/>
              <a:gd name="GluePoint72Y" fmla="*/ 0 h 35341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 ang="0">
                <a:pos x="GluePoint57X" y="GluePoint57Y"/>
              </a:cxn>
              <a:cxn ang="0">
                <a:pos x="GluePoint58X" y="GluePoint58Y"/>
              </a:cxn>
              <a:cxn ang="0">
                <a:pos x="GluePoint59X" y="GluePoint59Y"/>
              </a:cxn>
              <a:cxn ang="0">
                <a:pos x="GluePoint60X" y="GluePoint60Y"/>
              </a:cxn>
              <a:cxn ang="0">
                <a:pos x="GluePoint61X" y="GluePoint61Y"/>
              </a:cxn>
              <a:cxn ang="0">
                <a:pos x="GluePoint62X" y="GluePoint62Y"/>
              </a:cxn>
              <a:cxn ang="0">
                <a:pos x="GluePoint63X" y="GluePoint63Y"/>
              </a:cxn>
              <a:cxn ang="0">
                <a:pos x="GluePoint64X" y="GluePoint64Y"/>
              </a:cxn>
              <a:cxn ang="0">
                <a:pos x="GluePoint65X" y="GluePoint65Y"/>
              </a:cxn>
              <a:cxn ang="0">
                <a:pos x="GluePoint66X" y="GluePoint66Y"/>
              </a:cxn>
              <a:cxn ang="0">
                <a:pos x="GluePoint67X" y="GluePoint67Y"/>
              </a:cxn>
              <a:cxn ang="0">
                <a:pos x="GluePoint68X" y="GluePoint68Y"/>
              </a:cxn>
              <a:cxn ang="0">
                <a:pos x="GluePoint69X" y="GluePoint69Y"/>
              </a:cxn>
              <a:cxn ang="0">
                <a:pos x="GluePoint70X" y="GluePoint70Y"/>
              </a:cxn>
              <a:cxn ang="0">
                <a:pos x="GluePoint71X" y="GluePoint71Y"/>
              </a:cxn>
              <a:cxn ang="0">
                <a:pos x="GluePoint72X" y="GluePoint72Y"/>
              </a:cxn>
            </a:cxnLst>
            <a:rect l="textAreaLeft" t="textAreaTop" r="textAreaRight" b="textAreaBottom"/>
            <a:pathLst>
              <a:path w="11823192" h="3534131">
                <a:moveTo>
                  <a:pt x="3997943" y="1184415"/>
                </a:moveTo>
                <a:cubicBezTo>
                  <a:pt x="3727925" y="1184415"/>
                  <a:pt x="3511808" y="1404319"/>
                  <a:pt x="3511808" y="1697581"/>
                </a:cubicBezTo>
                <a:cubicBezTo>
                  <a:pt x="3511808" y="1994632"/>
                  <a:pt x="3727925" y="2214536"/>
                  <a:pt x="3997943" y="2214536"/>
                </a:cubicBezTo>
                <a:cubicBezTo>
                  <a:pt x="4264172" y="2214536"/>
                  <a:pt x="4480290" y="1994632"/>
                  <a:pt x="4480290" y="1697581"/>
                </a:cubicBezTo>
                <a:cubicBezTo>
                  <a:pt x="4480290" y="1404491"/>
                  <a:pt x="4264172" y="1184415"/>
                  <a:pt x="3997943" y="1184415"/>
                </a:cubicBezTo>
                <a:close/>
                <a:moveTo>
                  <a:pt x="6725845" y="663672"/>
                </a:moveTo>
                <a:lnTo>
                  <a:pt x="7397273" y="663672"/>
                </a:lnTo>
                <a:lnTo>
                  <a:pt x="7397273" y="1925406"/>
                </a:lnTo>
                <a:cubicBezTo>
                  <a:pt x="7397273" y="2106737"/>
                  <a:pt x="7516956" y="2222457"/>
                  <a:pt x="7690538" y="2222457"/>
                </a:cubicBezTo>
                <a:cubicBezTo>
                  <a:pt x="7864121" y="2222457"/>
                  <a:pt x="7983804" y="2106737"/>
                  <a:pt x="7983804" y="1925406"/>
                </a:cubicBezTo>
                <a:lnTo>
                  <a:pt x="7983804" y="663672"/>
                </a:lnTo>
                <a:lnTo>
                  <a:pt x="8655232" y="663672"/>
                </a:lnTo>
                <a:lnTo>
                  <a:pt x="8655232" y="1944521"/>
                </a:lnTo>
                <a:lnTo>
                  <a:pt x="8654887" y="1944521"/>
                </a:lnTo>
                <a:cubicBezTo>
                  <a:pt x="8654887" y="2476974"/>
                  <a:pt x="8230401" y="2777986"/>
                  <a:pt x="7690366" y="2777986"/>
                </a:cubicBezTo>
                <a:cubicBezTo>
                  <a:pt x="7150159" y="2777986"/>
                  <a:pt x="6725845" y="2476974"/>
                  <a:pt x="6725845" y="1944521"/>
                </a:cubicBezTo>
                <a:close/>
                <a:moveTo>
                  <a:pt x="1227678" y="640425"/>
                </a:moveTo>
                <a:cubicBezTo>
                  <a:pt x="837978" y="640425"/>
                  <a:pt x="525426" y="956762"/>
                  <a:pt x="525426" y="1381244"/>
                </a:cubicBezTo>
                <a:cubicBezTo>
                  <a:pt x="525426" y="1805725"/>
                  <a:pt x="837978" y="2122063"/>
                  <a:pt x="1227678" y="2122063"/>
                </a:cubicBezTo>
                <a:cubicBezTo>
                  <a:pt x="1617379" y="2122063"/>
                  <a:pt x="1929931" y="1805725"/>
                  <a:pt x="1929931" y="1381244"/>
                </a:cubicBezTo>
                <a:cubicBezTo>
                  <a:pt x="1929931" y="956934"/>
                  <a:pt x="1617379" y="640425"/>
                  <a:pt x="1227678" y="640425"/>
                </a:cubicBezTo>
                <a:close/>
                <a:moveTo>
                  <a:pt x="10086256" y="632848"/>
                </a:moveTo>
                <a:cubicBezTo>
                  <a:pt x="10367985" y="632848"/>
                  <a:pt x="10568603" y="764067"/>
                  <a:pt x="10676576" y="968472"/>
                </a:cubicBezTo>
                <a:cubicBezTo>
                  <a:pt x="10807796" y="744608"/>
                  <a:pt x="11054738" y="632848"/>
                  <a:pt x="11309258" y="632848"/>
                </a:cubicBezTo>
                <a:cubicBezTo>
                  <a:pt x="11478514" y="632848"/>
                  <a:pt x="11619026" y="680602"/>
                  <a:pt x="11728549" y="762880"/>
                </a:cubicBezTo>
                <a:lnTo>
                  <a:pt x="11823192" y="851969"/>
                </a:lnTo>
                <a:lnTo>
                  <a:pt x="11823192" y="2731835"/>
                </a:lnTo>
                <a:lnTo>
                  <a:pt x="11340082" y="2731835"/>
                </a:lnTo>
                <a:lnTo>
                  <a:pt x="11340082" y="1500925"/>
                </a:lnTo>
                <a:cubicBezTo>
                  <a:pt x="11340082" y="1300308"/>
                  <a:pt x="11212823" y="1180627"/>
                  <a:pt x="11058355" y="1180627"/>
                </a:cubicBezTo>
                <a:cubicBezTo>
                  <a:pt x="10903887" y="1180627"/>
                  <a:pt x="10776627" y="1300308"/>
                  <a:pt x="10776627" y="1500925"/>
                </a:cubicBezTo>
                <a:lnTo>
                  <a:pt x="10776627" y="2731663"/>
                </a:lnTo>
                <a:lnTo>
                  <a:pt x="10109160" y="2731663"/>
                </a:lnTo>
                <a:lnTo>
                  <a:pt x="10109160" y="1500925"/>
                </a:lnTo>
                <a:cubicBezTo>
                  <a:pt x="10109160" y="1300308"/>
                  <a:pt x="9981900" y="1180627"/>
                  <a:pt x="9827432" y="1180627"/>
                </a:cubicBezTo>
                <a:cubicBezTo>
                  <a:pt x="9673136" y="1180627"/>
                  <a:pt x="9545705" y="1300308"/>
                  <a:pt x="9545705" y="1500925"/>
                </a:cubicBezTo>
                <a:lnTo>
                  <a:pt x="9545705" y="2731663"/>
                </a:lnTo>
                <a:lnTo>
                  <a:pt x="8878581" y="2731663"/>
                </a:lnTo>
                <a:lnTo>
                  <a:pt x="8878581" y="663672"/>
                </a:lnTo>
                <a:lnTo>
                  <a:pt x="9534511" y="663672"/>
                </a:lnTo>
                <a:lnTo>
                  <a:pt x="9538299" y="910612"/>
                </a:lnTo>
                <a:cubicBezTo>
                  <a:pt x="9669519" y="721532"/>
                  <a:pt x="9862389" y="632848"/>
                  <a:pt x="10086256" y="632848"/>
                </a:cubicBezTo>
                <a:close/>
                <a:moveTo>
                  <a:pt x="4152239" y="632675"/>
                </a:moveTo>
                <a:cubicBezTo>
                  <a:pt x="4711734" y="632675"/>
                  <a:pt x="5151545" y="1107268"/>
                  <a:pt x="5151545" y="1697581"/>
                </a:cubicBezTo>
                <a:cubicBezTo>
                  <a:pt x="5151545" y="2291683"/>
                  <a:pt x="4711734" y="2766276"/>
                  <a:pt x="4152239" y="2766276"/>
                </a:cubicBezTo>
                <a:cubicBezTo>
                  <a:pt x="3905297" y="2766276"/>
                  <a:pt x="3681602" y="2673803"/>
                  <a:pt x="3511808" y="2515548"/>
                </a:cubicBezTo>
                <a:lnTo>
                  <a:pt x="3511808" y="3534131"/>
                </a:lnTo>
                <a:lnTo>
                  <a:pt x="2840552" y="3534131"/>
                </a:lnTo>
                <a:lnTo>
                  <a:pt x="2840552" y="663500"/>
                </a:lnTo>
                <a:lnTo>
                  <a:pt x="3488732" y="663500"/>
                </a:lnTo>
                <a:lnTo>
                  <a:pt x="3492521" y="902690"/>
                </a:lnTo>
                <a:cubicBezTo>
                  <a:pt x="3666104" y="733070"/>
                  <a:pt x="3893759" y="632675"/>
                  <a:pt x="4152239" y="632675"/>
                </a:cubicBezTo>
                <a:close/>
                <a:moveTo>
                  <a:pt x="5325128" y="135007"/>
                </a:moveTo>
                <a:lnTo>
                  <a:pt x="5992596" y="135007"/>
                </a:lnTo>
                <a:lnTo>
                  <a:pt x="5992596" y="663672"/>
                </a:lnTo>
                <a:lnTo>
                  <a:pt x="6544341" y="663672"/>
                </a:lnTo>
                <a:lnTo>
                  <a:pt x="6544341" y="1196125"/>
                </a:lnTo>
                <a:lnTo>
                  <a:pt x="5992596" y="1196125"/>
                </a:lnTo>
                <a:lnTo>
                  <a:pt x="5992596" y="1936772"/>
                </a:lnTo>
                <a:cubicBezTo>
                  <a:pt x="5992596" y="2125679"/>
                  <a:pt x="6112106" y="2206787"/>
                  <a:pt x="6289650" y="2206787"/>
                </a:cubicBezTo>
                <a:cubicBezTo>
                  <a:pt x="6363009" y="2206787"/>
                  <a:pt x="6447906" y="2195249"/>
                  <a:pt x="6544341" y="2164425"/>
                </a:cubicBezTo>
                <a:lnTo>
                  <a:pt x="6544341" y="2693089"/>
                </a:lnTo>
                <a:cubicBezTo>
                  <a:pt x="6413120" y="2746989"/>
                  <a:pt x="6262613" y="2762487"/>
                  <a:pt x="6119855" y="2762487"/>
                </a:cubicBezTo>
                <a:cubicBezTo>
                  <a:pt x="5629932" y="2762487"/>
                  <a:pt x="5325128" y="2504010"/>
                  <a:pt x="5325128" y="1990844"/>
                </a:cubicBezTo>
                <a:close/>
                <a:moveTo>
                  <a:pt x="1227678" y="0"/>
                </a:moveTo>
                <a:cubicBezTo>
                  <a:pt x="2018617" y="0"/>
                  <a:pt x="2639761" y="613389"/>
                  <a:pt x="2639761" y="1381244"/>
                </a:cubicBezTo>
                <a:cubicBezTo>
                  <a:pt x="2639761" y="2149099"/>
                  <a:pt x="2018617" y="2762487"/>
                  <a:pt x="1227678" y="2762487"/>
                </a:cubicBezTo>
                <a:cubicBezTo>
                  <a:pt x="733342" y="2762487"/>
                  <a:pt x="305331" y="2522882"/>
                  <a:pt x="53840" y="2155714"/>
                </a:cubicBezTo>
                <a:lnTo>
                  <a:pt x="0" y="2068189"/>
                </a:lnTo>
                <a:lnTo>
                  <a:pt x="0" y="694299"/>
                </a:lnTo>
                <a:lnTo>
                  <a:pt x="53840" y="606774"/>
                </a:lnTo>
                <a:cubicBezTo>
                  <a:pt x="305331" y="239605"/>
                  <a:pt x="733342" y="0"/>
                  <a:pt x="1227678" y="0"/>
                </a:cubicBezTo>
                <a:close/>
              </a:path>
            </a:pathLst>
          </a:custGeom>
          <a:solidFill>
            <a:srgbClr val="ff612b"/>
          </a:solidFill>
          <a:ln w="16696">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rial"/>
            </a:endParaRPr>
          </a:p>
        </p:txBody>
      </p:sp>
      <p:sp>
        <p:nvSpPr>
          <p:cNvPr id="497" name="Boilerplate"/>
          <p:cNvSpPr/>
          <p:nvPr/>
        </p:nvSpPr>
        <p:spPr>
          <a:xfrm>
            <a:off x="3818880" y="5837040"/>
            <a:ext cx="4554000" cy="50760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spcBef>
                <a:spcPts val="601"/>
              </a:spcBef>
            </a:pPr>
            <a:r>
              <a:rPr b="0" lang="en-US" sz="700" strike="noStrike" u="none">
                <a:solidFill>
                  <a:schemeClr val="dk1"/>
                </a:solidFill>
                <a:effectLst/>
                <a:uFillTx/>
                <a:latin typeface="Arial"/>
              </a:rPr>
              <a:t>Optum is a registered trademark of Optum, Inc. in the U.S. and other jurisdictions. All other brand or product names are the property of their respective owners. Because we are continuously improving our products and services, Optum reserves the right to change specifications without prior notice. Optum is an equal opportunity employer.</a:t>
            </a:r>
            <a:endParaRPr b="0" lang="en-US" sz="700" strike="noStrike" u="none">
              <a:solidFill>
                <a:srgbClr val="000000"/>
              </a:solidFill>
              <a:effectLst/>
              <a:uFillTx/>
              <a:latin typeface="Arial"/>
            </a:endParaRPr>
          </a:p>
          <a:p>
            <a:pPr algn="ctr" defTabSz="914400">
              <a:lnSpc>
                <a:spcPct val="100000"/>
              </a:lnSpc>
              <a:spcBef>
                <a:spcPts val="601"/>
              </a:spcBef>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       ___       ">
    <p:bg>
      <p:bgPr>
        <a:solidFill>
          <a:srgbClr val="7030a0"/>
        </a:solidFill>
      </p:bgPr>
    </p:bg>
    <p:spTree>
      <p:nvGrpSpPr>
        <p:cNvPr id="1" name=""/>
        <p:cNvGrpSpPr/>
        <p:nvPr/>
      </p:nvGrpSpPr>
      <p:grpSpPr>
        <a:xfrm>
          <a:off x="0" y="0"/>
          <a:ext cx="0" cy="0"/>
          <a:chOff x="0" y="0"/>
          <a:chExt cx="0" cy="0"/>
        </a:xfrm>
      </p:grpSpPr>
      <p:pic>
        <p:nvPicPr>
          <p:cNvPr id="498"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499"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91E3B936-86DD-4AF8-8086-1B51F67723B4}" type="slidenum">
              <a:rPr b="1" lang="en-US" sz="1000" strike="noStrike" u="none">
                <a:solidFill>
                  <a:schemeClr val="dk1"/>
                </a:solidFill>
                <a:effectLst/>
                <a:uFillTx/>
                <a:latin typeface="Arial"/>
              </a:rPr>
              <a:t>&lt;number&gt;</a:t>
            </a:fld>
            <a:endParaRPr b="0" lang="en-US" sz="1000" strike="noStrike" u="none">
              <a:solidFill>
                <a:srgbClr val="ffffff"/>
              </a:solidFill>
              <a:effectLst/>
              <a:uFillTx/>
              <a:latin typeface="Arial"/>
            </a:endParaRPr>
          </a:p>
        </p:txBody>
      </p:sp>
      <p:sp>
        <p:nvSpPr>
          <p:cNvPr id="500"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ffffff"/>
              </a:solidFill>
              <a:effectLst/>
              <a:uFillTx/>
              <a:latin typeface="Arial"/>
            </a:endParaRPr>
          </a:p>
        </p:txBody>
      </p:sp>
      <p:sp>
        <p:nvSpPr>
          <p:cNvPr id="501" name="TextBox 1"/>
          <p:cNvSpPr/>
          <p:nvPr/>
        </p:nvSpPr>
        <p:spPr>
          <a:xfrm>
            <a:off x="743040" y="312840"/>
            <a:ext cx="9891000" cy="6231960"/>
          </a:xfrm>
          <a:prstGeom prst="rect">
            <a:avLst/>
          </a:prstGeom>
          <a:noFill/>
          <a:ln w="0">
            <a:noFill/>
          </a:ln>
        </p:spPr>
        <p:style>
          <a:lnRef idx="0"/>
          <a:fillRef idx="0"/>
          <a:effectRef idx="0"/>
          <a:fontRef idx="minor"/>
        </p:style>
        <p:txBody>
          <a:bodyPr lIns="0" rIns="0" tIns="0" bIns="0" anchor="t">
            <a:spAutoFit/>
          </a:bodyPr>
          <a:p>
            <a:pPr defTabSz="914400">
              <a:lnSpc>
                <a:spcPct val="90000"/>
              </a:lnSpc>
            </a:pPr>
            <a:r>
              <a:rPr b="1" lang="en-US" sz="15000" strike="noStrike" u="none">
                <a:solidFill>
                  <a:schemeClr val="lt1"/>
                </a:solidFill>
                <a:effectLst/>
                <a:uFillTx/>
                <a:latin typeface="Arial"/>
              </a:rPr>
              <a:t>Layouts not for use.</a:t>
            </a:r>
            <a:endParaRPr b="0" lang="en-US" sz="15000" strike="noStrike" u="none">
              <a:solidFill>
                <a:srgbClr val="ffffff"/>
              </a:solidFill>
              <a:effectLst/>
              <a:uFillTx/>
              <a:latin typeface="Arial"/>
            </a:endParaRPr>
          </a:p>
        </p:txBody>
      </p:sp>
      <p:cxnSp>
        <p:nvCxnSpPr>
          <p:cNvPr id="502" name="Arrow">
            <a:extLst>
              <a:ext uri="{C183D7F6-B498-43B3-948B-1728B52AA6E4}">
                <adec:decorative xmlns:adec="http://schemas.microsoft.com/office/drawing/2017/decorative" val="1"/>
              </a:ext>
            </a:extLst>
          </p:cNvPr>
          <p:cNvCxnSpPr/>
          <p:nvPr/>
        </p:nvCxnSpPr>
        <p:spPr>
          <a:xfrm>
            <a:off x="9496800" y="3429000"/>
            <a:ext cx="1952280" cy="360"/>
          </a:xfrm>
          <a:prstGeom prst="straightConnector1">
            <a:avLst/>
          </a:prstGeom>
          <a:ln cap="rnd" w="317500">
            <a:solidFill>
              <a:srgbClr val="ffffff"/>
            </a:solidFill>
            <a:round/>
            <a:tailEnd len="sm" type="arrow" w="lg"/>
          </a:ln>
        </p:spPr>
      </p:cxn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ver 04">
    <p:bg>
      <p:bgPr>
        <a:solidFill>
          <a:schemeClr val="lt2"/>
        </a:solidFill>
      </p:bgPr>
    </p:bg>
    <p:spTree>
      <p:nvGrpSpPr>
        <p:cNvPr id="1" name=""/>
        <p:cNvGrpSpPr/>
        <p:nvPr/>
      </p:nvGrpSpPr>
      <p:grpSpPr>
        <a:xfrm>
          <a:off x="0" y="0"/>
          <a:ext cx="0" cy="0"/>
          <a:chOff x="0" y="0"/>
          <a:chExt cx="0" cy="0"/>
        </a:xfrm>
      </p:grpSpPr>
      <p:pic>
        <p:nvPicPr>
          <p:cNvPr id="503"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504"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A10E58AF-456B-4383-8702-45141855DEEF}"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505"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pic>
        <p:nvPicPr>
          <p:cNvPr id="506" name="Optum Logo" descr="Optum"/>
          <p:cNvPicPr/>
          <p:nvPr/>
        </p:nvPicPr>
        <p:blipFill>
          <a:blip r:embed="rId4">
            <a:extLst>
              <a:ext uri="{96DAC541-7B7A-43D3-8B79-37D633B846F1}">
                <asvg:svgBlip xmlns:asvg="http://schemas.microsoft.com/office/drawing/2016/SVG/main" r:embed="rId5"/>
              </a:ext>
            </a:extLst>
          </a:blip>
          <a:stretch/>
        </p:blipFill>
        <p:spPr>
          <a:xfrm>
            <a:off x="461880" y="6130800"/>
            <a:ext cx="1380240" cy="399600"/>
          </a:xfrm>
          <a:prstGeom prst="rect">
            <a:avLst/>
          </a:prstGeom>
          <a:noFill/>
          <a:ln w="0">
            <a:noFill/>
          </a:ln>
        </p:spPr>
      </p:pic>
      <p:sp>
        <p:nvSpPr>
          <p:cNvPr id="507" name="Orange Title Block">
            <a:extLst>
              <a:ext uri="{C183D7F6-B498-43B3-948B-1728B52AA6E4}">
                <adec:decorative xmlns:adec="http://schemas.microsoft.com/office/drawing/2017/decorative" val="1"/>
              </a:ext>
            </a:extLst>
          </p:cNvPr>
          <p:cNvSpPr/>
          <p:nvPr/>
        </p:nvSpPr>
        <p:spPr>
          <a:xfrm>
            <a:off x="0" y="1613880"/>
            <a:ext cx="139680" cy="20170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tabLst>
                <a:tab algn="l" pos="0"/>
              </a:tabLst>
            </a:pPr>
            <a:endParaRPr b="0" lang="en-US" sz="1400" strike="noStrike" u="none">
              <a:solidFill>
                <a:srgbClr val="ffffff"/>
              </a:solidFill>
              <a:effectLst/>
              <a:uFillTx/>
              <a:latin typeface="Arial"/>
            </a:endParaRPr>
          </a:p>
        </p:txBody>
      </p:sp>
      <p:sp>
        <p:nvSpPr>
          <p:cNvPr id="508" name="PlaceHolder 1"/>
          <p:cNvSpPr>
            <a:spLocks noGrp="1"/>
          </p:cNvSpPr>
          <p:nvPr>
            <p:ph type="title"/>
          </p:nvPr>
        </p:nvSpPr>
        <p:spPr>
          <a:xfrm>
            <a:off x="468360" y="1636920"/>
            <a:ext cx="4663080" cy="1994040"/>
          </a:xfrm>
          <a:prstGeom prst="rect">
            <a:avLst/>
          </a:prstGeom>
          <a:noFill/>
          <a:ln w="0">
            <a:noFill/>
          </a:ln>
        </p:spPr>
        <p:txBody>
          <a:bodyPr lIns="0" rIns="0" tIns="0" bIns="0" anchor="ctr">
            <a:noAutofit/>
          </a:bodyPr>
          <a:p>
            <a:pPr indent="0" defTabSz="914400">
              <a:lnSpc>
                <a:spcPct val="90000"/>
              </a:lnSpc>
              <a:buNone/>
            </a:pPr>
            <a:r>
              <a:rPr b="0" lang="en-US" sz="4800" strike="noStrike" u="none">
                <a:solidFill>
                  <a:schemeClr val="dk1"/>
                </a:solidFill>
                <a:effectLst/>
                <a:uFillTx/>
                <a:latin typeface="Georgia Pro"/>
              </a:rPr>
              <a:t>Insightful presentation title (max. 3 lines)</a:t>
            </a:r>
            <a:endParaRPr b="0" lang="en-US" sz="4800" strike="noStrike" u="none">
              <a:solidFill>
                <a:schemeClr val="dk1"/>
              </a:solidFill>
              <a:effectLst/>
              <a:uFillTx/>
              <a:latin typeface="Arial"/>
            </a:endParaRPr>
          </a:p>
        </p:txBody>
      </p:sp>
      <p:sp>
        <p:nvSpPr>
          <p:cNvPr id="509" name="PlaceHolder 2"/>
          <p:cNvSpPr>
            <a:spLocks noGrp="1"/>
          </p:cNvSpPr>
          <p:nvPr>
            <p:ph type="body"/>
          </p:nvPr>
        </p:nvSpPr>
        <p:spPr>
          <a:xfrm>
            <a:off x="468360" y="4057200"/>
            <a:ext cx="4663080" cy="2626920"/>
          </a:xfrm>
          <a:prstGeom prst="rect">
            <a:avLst/>
          </a:prstGeom>
          <a:noFill/>
          <a:ln w="0">
            <a:noFill/>
          </a:ln>
        </p:spPr>
        <p:txBody>
          <a:bodyPr lIns="0" rIns="0" tIns="0" bIns="0" anchor="t">
            <a:spAutoFit/>
          </a:bodyPr>
          <a:p>
            <a:pPr indent="0" defTabSz="914400">
              <a:lnSpc>
                <a:spcPct val="100000"/>
              </a:lnSpc>
              <a:buNone/>
              <a:tabLst>
                <a:tab algn="l" pos="0"/>
              </a:tabLst>
            </a:pPr>
            <a:r>
              <a:rPr b="0" lang="en-US" sz="1800" strike="noStrike" u="none">
                <a:solidFill>
                  <a:schemeClr val="dk1"/>
                </a:solidFill>
                <a:effectLst/>
                <a:uFillTx/>
                <a:latin typeface="Arial"/>
              </a:rPr>
              <a:t>Presentation subtitle (optional); Arial 18pt, sentence case, max. 2 lines</a:t>
            </a:r>
            <a:endParaRPr b="0" lang="en-US" sz="1800" strike="noStrike" u="none">
              <a:solidFill>
                <a:schemeClr val="dk1"/>
              </a:solidFill>
              <a:effectLst/>
              <a:uFillTx/>
              <a:latin typeface="Arial"/>
            </a:endParaRPr>
          </a:p>
        </p:txBody>
      </p:sp>
      <p:cxnSp>
        <p:nvCxnSpPr>
          <p:cNvPr id="510" name="Orange Stroke">
            <a:extLst>
              <a:ext uri="{C183D7F6-B498-43B3-948B-1728B52AA6E4}">
                <adec:decorative xmlns:adec="http://schemas.microsoft.com/office/drawing/2017/decorative" val="1"/>
              </a:ext>
            </a:extLst>
          </p:cNvPr>
          <p:cNvCxnSpPr/>
          <p:nvPr/>
        </p:nvCxnSpPr>
        <p:spPr>
          <a:xfrm>
            <a:off x="486360" y="5106960"/>
            <a:ext cx="1041840" cy="360"/>
          </a:xfrm>
          <a:prstGeom prst="straightConnector1">
            <a:avLst/>
          </a:prstGeom>
          <a:ln cap="rnd" w="19050">
            <a:solidFill>
              <a:srgbClr val="ff612b"/>
            </a:solidFill>
            <a:round/>
          </a:ln>
        </p:spPr>
      </p:cxnSp>
      <p:sp>
        <p:nvSpPr>
          <p:cNvPr id="511" name="PlaceHolder 3"/>
          <p:cNvSpPr>
            <a:spLocks noGrp="1"/>
          </p:cNvSpPr>
          <p:nvPr>
            <p:ph type="body"/>
          </p:nvPr>
        </p:nvSpPr>
        <p:spPr>
          <a:xfrm>
            <a:off x="468360" y="5298840"/>
            <a:ext cx="4663080" cy="2505960"/>
          </a:xfrm>
          <a:prstGeom prst="rect">
            <a:avLst/>
          </a:prstGeom>
          <a:noFill/>
          <a:ln w="0">
            <a:noFill/>
          </a:ln>
        </p:spPr>
        <p:txBody>
          <a:bodyPr lIns="0" rIns="0" tIns="0" bIns="0" anchor="t">
            <a:spAutoFit/>
          </a:bodyPr>
          <a:p>
            <a:pPr indent="0" defTabSz="914400">
              <a:lnSpc>
                <a:spcPct val="100000"/>
              </a:lnSpc>
              <a:buNone/>
              <a:tabLst>
                <a:tab algn="l" pos="0"/>
              </a:tabLst>
            </a:pPr>
            <a:r>
              <a:rPr b="0" lang="en-US" sz="1700" strike="noStrike" u="none">
                <a:solidFill>
                  <a:schemeClr val="dk1"/>
                </a:solidFill>
                <a:effectLst/>
                <a:uFillTx/>
                <a:latin typeface="Arial"/>
              </a:rPr>
              <a:t>Month DD, YYYY (Location or speaker allowed)</a:t>
            </a:r>
            <a:endParaRPr b="0" lang="en-US" sz="1700" strike="noStrike" u="none">
              <a:solidFill>
                <a:schemeClr val="dk1"/>
              </a:solidFill>
              <a:effectLst/>
              <a:uFillTx/>
              <a:latin typeface="Arial"/>
            </a:endParaRPr>
          </a:p>
        </p:txBody>
      </p:sp>
      <p:sp>
        <p:nvSpPr>
          <p:cNvPr id="512" name="Cicrle - Dawn">
            <a:extLst>
              <a:ext uri="{C183D7F6-B498-43B3-948B-1728B52AA6E4}">
                <adec:decorative xmlns:adec="http://schemas.microsoft.com/office/drawing/2017/decorative" val="1"/>
              </a:ext>
            </a:extLst>
          </p:cNvPr>
          <p:cNvSpPr/>
          <p:nvPr/>
        </p:nvSpPr>
        <p:spPr>
          <a:xfrm>
            <a:off x="5509440" y="403560"/>
            <a:ext cx="6050880" cy="6050880"/>
          </a:xfrm>
          <a:prstGeom prst="ellipse">
            <a:avLst/>
          </a:prstGeom>
          <a:solidFill>
            <a:srgbClr val="ffd1ab"/>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13" name="PlaceHolder 4"/>
          <p:cNvSpPr>
            <a:spLocks noGrp="1"/>
          </p:cNvSpPr>
          <p:nvPr>
            <p:ph type="body"/>
          </p:nvPr>
        </p:nvSpPr>
        <p:spPr>
          <a:xfrm>
            <a:off x="5334840" y="685800"/>
            <a:ext cx="6400440" cy="6171840"/>
          </a:xfrm>
          <a:prstGeom prst="rect">
            <a:avLst/>
          </a:prstGeom>
          <a:noFill/>
          <a:ln w="0">
            <a:noFill/>
          </a:ln>
        </p:spPr>
        <p:txBody>
          <a:bodyPr lIns="914400" rIns="914400" tIns="45000" bIns="45000" anchor="t">
            <a:noAutofit/>
          </a:bodyPr>
          <a:p>
            <a:pPr indent="0" algn="ctr" defTabSz="914400">
              <a:lnSpc>
                <a:spcPct val="100000"/>
              </a:lnSpc>
              <a:buNone/>
            </a:pPr>
            <a:br>
              <a:rPr sz="1400"/>
            </a:br>
            <a:br>
              <a:rPr sz="1400"/>
            </a:br>
            <a:r>
              <a:rPr b="0" lang="en-US" sz="1400" strike="noStrike" u="none">
                <a:solidFill>
                  <a:schemeClr val="dk1"/>
                </a:solidFill>
                <a:effectLst/>
                <a:uFillTx/>
                <a:latin typeface="Arial"/>
              </a:rPr>
              <a:t>Traditional portraiture with removed background may be inserted into this placeholder with unchanged dimensions (6.75” H x 7.0” W). </a:t>
            </a:r>
            <a:br>
              <a:rPr sz="1400"/>
            </a:br>
            <a:br>
              <a:rPr sz="1400"/>
            </a:br>
            <a:r>
              <a:rPr b="0" lang="en-US" sz="1400" strike="noStrike" u="none">
                <a:solidFill>
                  <a:schemeClr val="dk1"/>
                </a:solidFill>
                <a:effectLst/>
                <a:uFillTx/>
                <a:latin typeface="Arial"/>
              </a:rPr>
              <a:t>To access brand approved photography, visit: brand.optum.com/content/photography-new.</a:t>
            </a:r>
            <a:br>
              <a:rPr sz="1400"/>
            </a:br>
            <a:br>
              <a:rPr sz="1400"/>
            </a:br>
            <a:br>
              <a:rPr sz="1400"/>
            </a:br>
            <a:r>
              <a:rPr b="0" lang="en-US" sz="1400" strike="noStrike" u="none">
                <a:solidFill>
                  <a:schemeClr val="dk1"/>
                </a:solidFill>
                <a:effectLst/>
                <a:uFillTx/>
                <a:latin typeface="Arial"/>
              </a:rPr>
              <a:t>DO NOT use Copilot inserted imagery.</a:t>
            </a:r>
            <a:endParaRPr b="0" lang="en-US" sz="1400" strike="noStrike" u="none">
              <a:solidFill>
                <a:schemeClr val="dk1"/>
              </a:solidFill>
              <a:effectLst/>
              <a:uFillTx/>
              <a:latin typeface="Arial"/>
            </a:endParaRPr>
          </a:p>
          <a:p>
            <a:pPr indent="0" algn="ctr" defTabSz="914400">
              <a:lnSpc>
                <a:spcPct val="100000"/>
              </a:lnSpc>
              <a:buNone/>
            </a:pPr>
            <a:endParaRPr b="0" lang="en-US" sz="1400" strike="noStrike" u="none">
              <a:solidFill>
                <a:schemeClr val="dk1"/>
              </a:solidFill>
              <a:effectLst/>
              <a:uFillTx/>
              <a:latin typeface="Arial"/>
            </a:endParaRPr>
          </a:p>
        </p:txBody>
      </p:sp>
      <p:sp>
        <p:nvSpPr>
          <p:cNvPr id="514" name="PlaceHolder 5"/>
          <p:cNvSpPr>
            <a:spLocks noGrp="1"/>
          </p:cNvSpPr>
          <p:nvPr>
            <p:ph type="dt" idx="118"/>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515" name="PlaceHolder 6"/>
          <p:cNvSpPr>
            <a:spLocks noGrp="1"/>
          </p:cNvSpPr>
          <p:nvPr>
            <p:ph type="ftr" idx="119"/>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516" name="PlaceHolder 7"/>
          <p:cNvSpPr>
            <a:spLocks noGrp="1"/>
          </p:cNvSpPr>
          <p:nvPr>
            <p:ph type="sldNum" idx="120"/>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912DB001-FA7B-403C-9CFB-CB1ECE6D508B}"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  ___  ">
    <p:bg>
      <p:bgPr>
        <a:solidFill>
          <a:srgbClr val="7030a0"/>
        </a:solidFill>
      </p:bgPr>
    </p:bg>
    <p:spTree>
      <p:nvGrpSpPr>
        <p:cNvPr id="1" name=""/>
        <p:cNvGrpSpPr/>
        <p:nvPr/>
      </p:nvGrpSpPr>
      <p:grpSpPr>
        <a:xfrm>
          <a:off x="0" y="0"/>
          <a:ext cx="0" cy="0"/>
          <a:chOff x="0" y="0"/>
          <a:chExt cx="0" cy="0"/>
        </a:xfrm>
      </p:grpSpPr>
      <p:pic>
        <p:nvPicPr>
          <p:cNvPr id="517"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518"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989BD4A2-3724-423D-9A52-075CE7B0F73D}" type="slidenum">
              <a:rPr b="1" lang="en-US" sz="1000" strike="noStrike" u="none">
                <a:solidFill>
                  <a:schemeClr val="dk1"/>
                </a:solidFill>
                <a:effectLst/>
                <a:uFillTx/>
                <a:latin typeface="Arial"/>
              </a:rPr>
              <a:t>&lt;number&gt;</a:t>
            </a:fld>
            <a:endParaRPr b="0" lang="en-US" sz="1000" strike="noStrike" u="none">
              <a:solidFill>
                <a:srgbClr val="ffffff"/>
              </a:solidFill>
              <a:effectLst/>
              <a:uFillTx/>
              <a:latin typeface="Arial"/>
            </a:endParaRPr>
          </a:p>
        </p:txBody>
      </p:sp>
      <p:sp>
        <p:nvSpPr>
          <p:cNvPr id="519"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ffffff"/>
              </a:solidFill>
              <a:effectLst/>
              <a:uFillTx/>
              <a:latin typeface="Arial"/>
            </a:endParaRPr>
          </a:p>
        </p:txBody>
      </p:sp>
      <p:sp>
        <p:nvSpPr>
          <p:cNvPr id="520" name="TextBox 1"/>
          <p:cNvSpPr/>
          <p:nvPr/>
        </p:nvSpPr>
        <p:spPr>
          <a:xfrm>
            <a:off x="743040" y="1351440"/>
            <a:ext cx="9891000" cy="4154760"/>
          </a:xfrm>
          <a:prstGeom prst="rect">
            <a:avLst/>
          </a:prstGeom>
          <a:noFill/>
          <a:ln w="0">
            <a:noFill/>
          </a:ln>
        </p:spPr>
        <p:style>
          <a:lnRef idx="0"/>
          <a:fillRef idx="0"/>
          <a:effectRef idx="0"/>
          <a:fontRef idx="minor"/>
        </p:style>
        <p:txBody>
          <a:bodyPr lIns="0" rIns="0" tIns="0" bIns="0" anchor="t">
            <a:spAutoFit/>
          </a:bodyPr>
          <a:p>
            <a:pPr defTabSz="914400">
              <a:lnSpc>
                <a:spcPct val="90000"/>
              </a:lnSpc>
            </a:pPr>
            <a:r>
              <a:rPr b="1" lang="en-US" sz="15000" strike="noStrike" u="none">
                <a:solidFill>
                  <a:schemeClr val="lt1"/>
                </a:solidFill>
                <a:effectLst/>
                <a:uFillTx/>
                <a:latin typeface="Arial"/>
              </a:rPr>
              <a:t>Section headers</a:t>
            </a:r>
            <a:endParaRPr b="0" lang="en-US" sz="15000" strike="noStrike" u="none">
              <a:solidFill>
                <a:srgbClr val="ffffff"/>
              </a:solidFill>
              <a:effectLst/>
              <a:uFillTx/>
              <a:latin typeface="Arial"/>
            </a:endParaRPr>
          </a:p>
        </p:txBody>
      </p:sp>
      <p:cxnSp>
        <p:nvCxnSpPr>
          <p:cNvPr id="521" name="Arrow">
            <a:extLst>
              <a:ext uri="{C183D7F6-B498-43B3-948B-1728B52AA6E4}">
                <adec:decorative xmlns:adec="http://schemas.microsoft.com/office/drawing/2017/decorative" val="1"/>
              </a:ext>
            </a:extLst>
          </p:cNvPr>
          <p:cNvCxnSpPr/>
          <p:nvPr/>
        </p:nvCxnSpPr>
        <p:spPr>
          <a:xfrm>
            <a:off x="9496800" y="3429000"/>
            <a:ext cx="1952280" cy="360"/>
          </a:xfrm>
          <a:prstGeom prst="straightConnector1">
            <a:avLst/>
          </a:prstGeom>
          <a:ln cap="rnd" w="317500">
            <a:solidFill>
              <a:srgbClr val="ffffff"/>
            </a:solidFill>
            <a:round/>
            <a:tailEnd len="sm" type="arrow" w="lg"/>
          </a:ln>
        </p:spPr>
      </p:cxn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chemeClr val="lt2"/>
        </a:solidFill>
      </p:bgPr>
    </p:bg>
    <p:spTree>
      <p:nvGrpSpPr>
        <p:cNvPr id="1" name=""/>
        <p:cNvGrpSpPr/>
        <p:nvPr/>
      </p:nvGrpSpPr>
      <p:grpSpPr>
        <a:xfrm>
          <a:off x="0" y="0"/>
          <a:ext cx="0" cy="0"/>
          <a:chOff x="0" y="0"/>
          <a:chExt cx="0" cy="0"/>
        </a:xfrm>
      </p:grpSpPr>
      <p:pic>
        <p:nvPicPr>
          <p:cNvPr id="522"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523"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3859263C-1BB6-4B87-B865-C2260F6EFB05}"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524"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grpSp>
        <p:nvGrpSpPr>
          <p:cNvPr id="525" name="Circle Stadium Pattern">
            <a:extLst>
              <a:ext uri="{C183D7F6-B498-43B3-948B-1728B52AA6E4}">
                <adec:decorative xmlns:adec="http://schemas.microsoft.com/office/drawing/2017/decorative" val="1"/>
              </a:ext>
            </a:extLst>
          </p:cNvPr>
          <p:cNvGrpSpPr/>
          <p:nvPr/>
        </p:nvGrpSpPr>
        <p:grpSpPr>
          <a:xfrm>
            <a:off x="0" y="-360"/>
            <a:ext cx="12191760" cy="6135480"/>
            <a:chOff x="0" y="-360"/>
            <a:chExt cx="12191760" cy="6135480"/>
          </a:xfrm>
        </p:grpSpPr>
        <p:sp>
          <p:nvSpPr>
            <p:cNvPr id="526" name="Oval 9"/>
            <p:cNvSpPr/>
            <p:nvPr/>
          </p:nvSpPr>
          <p:spPr>
            <a:xfrm>
              <a:off x="1425960" y="5184720"/>
              <a:ext cx="950040" cy="95004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27" name="Freeform: Shape 22"/>
            <p:cNvSpPr/>
            <p:nvPr/>
          </p:nvSpPr>
          <p:spPr>
            <a:xfrm>
              <a:off x="0" y="5184360"/>
              <a:ext cx="1425600" cy="950760"/>
            </a:xfrm>
            <a:custGeom>
              <a:avLst/>
              <a:gdLst>
                <a:gd name="textAreaLeft" fmla="*/ 0 w 1425600"/>
                <a:gd name="textAreaRight" fmla="*/ 1425960 w 1425600"/>
                <a:gd name="textAreaTop" fmla="*/ 0 h 950760"/>
                <a:gd name="textAreaBottom" fmla="*/ 951120 h 950760"/>
                <a:gd name="GluePoint1X" fmla="*/ 0 w 1426097"/>
                <a:gd name="GluePoint1Y" fmla="*/ 0 h 950976"/>
                <a:gd name="GluePoint2X" fmla="*/ 950609 w 1426097"/>
                <a:gd name="GluePoint2Y" fmla="*/ 0 h 950976"/>
                <a:gd name="GluePoint3X" fmla="*/ 1426097 w 1426097"/>
                <a:gd name="GluePoint3Y" fmla="*/ 475488 h 950976"/>
                <a:gd name="GluePoint4X" fmla="*/ 950609 w 1426097"/>
                <a:gd name="GluePoint4Y" fmla="*/ 950976 h 950976"/>
                <a:gd name="GluePoint5X" fmla="*/ 0 w 1426097"/>
                <a:gd name="GluePoint5Y" fmla="*/ 950976 h 95097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426097" h="950976">
                  <a:moveTo>
                    <a:pt x="0" y="0"/>
                  </a:moveTo>
                  <a:lnTo>
                    <a:pt x="950609" y="0"/>
                  </a:lnTo>
                  <a:cubicBezTo>
                    <a:pt x="1213214" y="0"/>
                    <a:pt x="1426097" y="212883"/>
                    <a:pt x="1426097" y="475488"/>
                  </a:cubicBezTo>
                  <a:cubicBezTo>
                    <a:pt x="1426097" y="738093"/>
                    <a:pt x="1213214" y="950976"/>
                    <a:pt x="950609" y="950976"/>
                  </a:cubicBezTo>
                  <a:lnTo>
                    <a:pt x="0" y="950976"/>
                  </a:lnTo>
                  <a:close/>
                </a:path>
              </a:pathLst>
            </a:cu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28" name="Oval 11"/>
            <p:cNvSpPr/>
            <p:nvPr/>
          </p:nvSpPr>
          <p:spPr>
            <a:xfrm>
              <a:off x="475560" y="4233960"/>
              <a:ext cx="950040" cy="95004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29" name="Freeform: Shape 19"/>
            <p:cNvSpPr/>
            <p:nvPr/>
          </p:nvSpPr>
          <p:spPr>
            <a:xfrm>
              <a:off x="0" y="4233960"/>
              <a:ext cx="475200" cy="950040"/>
            </a:xfrm>
            <a:custGeom>
              <a:avLst/>
              <a:gdLst>
                <a:gd name="textAreaLeft" fmla="*/ 0 w 475200"/>
                <a:gd name="textAreaRight" fmla="*/ 475560 w 475200"/>
                <a:gd name="textAreaTop" fmla="*/ 0 h 950040"/>
                <a:gd name="textAreaBottom" fmla="*/ 950400 h 950040"/>
                <a:gd name="GluePoint1X" fmla="*/ 508 w 475704"/>
                <a:gd name="GluePoint1Y" fmla="*/ 0 h 950392"/>
                <a:gd name="GluePoint2X" fmla="*/ 475704 w 475704"/>
                <a:gd name="GluePoint2Y" fmla="*/ 475196 h 950392"/>
                <a:gd name="GluePoint3X" fmla="*/ 508 w 475704"/>
                <a:gd name="GluePoint3Y" fmla="*/ 950392 h 950392"/>
                <a:gd name="GluePoint4X" fmla="*/ 0 w 475704"/>
                <a:gd name="GluePoint4Y" fmla="*/ 950341 h 950392"/>
                <a:gd name="GluePoint5X" fmla="*/ 0 w 475704"/>
                <a:gd name="GluePoint5Y" fmla="*/ 51 h 950392"/>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475704" h="950392">
                  <a:moveTo>
                    <a:pt x="508" y="0"/>
                  </a:moveTo>
                  <a:cubicBezTo>
                    <a:pt x="262952" y="0"/>
                    <a:pt x="475704" y="212752"/>
                    <a:pt x="475704" y="475196"/>
                  </a:cubicBezTo>
                  <a:cubicBezTo>
                    <a:pt x="475704" y="737640"/>
                    <a:pt x="262952" y="950392"/>
                    <a:pt x="508" y="950392"/>
                  </a:cubicBezTo>
                  <a:lnTo>
                    <a:pt x="0" y="950341"/>
                  </a:lnTo>
                  <a:lnTo>
                    <a:pt x="0" y="51"/>
                  </a:lnTo>
                  <a:close/>
                </a:path>
              </a:pathLst>
            </a:cu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30" name="Oval 13"/>
            <p:cNvSpPr/>
            <p:nvPr/>
          </p:nvSpPr>
          <p:spPr>
            <a:xfrm>
              <a:off x="11241720" y="1900800"/>
              <a:ext cx="950040" cy="95004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31" name="Freeform: Shape 24"/>
            <p:cNvSpPr/>
            <p:nvPr/>
          </p:nvSpPr>
          <p:spPr>
            <a:xfrm>
              <a:off x="10678680" y="950400"/>
              <a:ext cx="1512720" cy="950760"/>
            </a:xfrm>
            <a:custGeom>
              <a:avLst/>
              <a:gdLst>
                <a:gd name="textAreaLeft" fmla="*/ 0 w 1512720"/>
                <a:gd name="textAreaRight" fmla="*/ 1513080 w 1512720"/>
                <a:gd name="textAreaTop" fmla="*/ 0 h 950760"/>
                <a:gd name="textAreaBottom" fmla="*/ 951120 h 950760"/>
                <a:gd name="GluePoint1X" fmla="*/ 475488 w 1513259"/>
                <a:gd name="GluePoint1Y" fmla="*/ 0 h 950976"/>
                <a:gd name="GluePoint2X" fmla="*/ 1503057 w 1513259"/>
                <a:gd name="GluePoint2Y" fmla="*/ 0 h 950976"/>
                <a:gd name="GluePoint3X" fmla="*/ 1513259 w 1513259"/>
                <a:gd name="GluePoint3Y" fmla="*/ 1029 h 950976"/>
                <a:gd name="GluePoint4X" fmla="*/ 1513259 w 1513259"/>
                <a:gd name="GluePoint4Y" fmla="*/ 949948 h 950976"/>
                <a:gd name="GluePoint5X" fmla="*/ 1503057 w 1513259"/>
                <a:gd name="GluePoint5Y" fmla="*/ 950976 h 950976"/>
                <a:gd name="GluePoint6X" fmla="*/ 475488 w 1513259"/>
                <a:gd name="GluePoint6Y" fmla="*/ 950976 h 950976"/>
                <a:gd name="GluePoint7X" fmla="*/ 0 w 1513259"/>
                <a:gd name="GluePoint7Y" fmla="*/ 475488 h 950976"/>
                <a:gd name="GluePoint8X" fmla="*/ 475488 w 1513259"/>
                <a:gd name="GluePoint8Y" fmla="*/ 0 h 9509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13259" h="950976">
                  <a:moveTo>
                    <a:pt x="475488" y="0"/>
                  </a:moveTo>
                  <a:lnTo>
                    <a:pt x="1503057" y="0"/>
                  </a:lnTo>
                  <a:lnTo>
                    <a:pt x="1513259" y="1029"/>
                  </a:lnTo>
                  <a:lnTo>
                    <a:pt x="1513259" y="949948"/>
                  </a:lnTo>
                  <a:lnTo>
                    <a:pt x="1503057" y="950976"/>
                  </a:lnTo>
                  <a:lnTo>
                    <a:pt x="475488" y="950976"/>
                  </a:lnTo>
                  <a:cubicBezTo>
                    <a:pt x="212883" y="950976"/>
                    <a:pt x="0" y="738093"/>
                    <a:pt x="0" y="475488"/>
                  </a:cubicBezTo>
                  <a:cubicBezTo>
                    <a:pt x="0" y="212883"/>
                    <a:pt x="212883" y="0"/>
                    <a:pt x="475488" y="0"/>
                  </a:cubicBezTo>
                  <a:close/>
                </a:path>
              </a:pathLst>
            </a:cu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32" name="Oval 15"/>
            <p:cNvSpPr/>
            <p:nvPr/>
          </p:nvSpPr>
          <p:spPr>
            <a:xfrm>
              <a:off x="9734760" y="950040"/>
              <a:ext cx="950040" cy="95004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33" name="Oval 16"/>
            <p:cNvSpPr/>
            <p:nvPr/>
          </p:nvSpPr>
          <p:spPr>
            <a:xfrm>
              <a:off x="10678680" y="0"/>
              <a:ext cx="950040" cy="95004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34" name="Freeform: Shape 28"/>
            <p:cNvSpPr/>
            <p:nvPr/>
          </p:nvSpPr>
          <p:spPr>
            <a:xfrm>
              <a:off x="11629080" y="-360"/>
              <a:ext cx="562680" cy="950760"/>
            </a:xfrm>
            <a:custGeom>
              <a:avLst/>
              <a:gdLst>
                <a:gd name="textAreaLeft" fmla="*/ 0 w 562680"/>
                <a:gd name="textAreaRight" fmla="*/ 563040 w 562680"/>
                <a:gd name="textAreaTop" fmla="*/ 0 h 950760"/>
                <a:gd name="textAreaBottom" fmla="*/ 951120 h 950760"/>
                <a:gd name="GluePoint1X" fmla="*/ 475488 w 562866"/>
                <a:gd name="GluePoint1Y" fmla="*/ 0 h 950976"/>
                <a:gd name="GluePoint2X" fmla="*/ 562866 w 562866"/>
                <a:gd name="GluePoint2Y" fmla="*/ 0 h 950976"/>
                <a:gd name="GluePoint3X" fmla="*/ 562866 w 562866"/>
                <a:gd name="GluePoint3Y" fmla="*/ 950976 h 950976"/>
                <a:gd name="GluePoint4X" fmla="*/ 475488 w 562866"/>
                <a:gd name="GluePoint4Y" fmla="*/ 950976 h 950976"/>
                <a:gd name="GluePoint5X" fmla="*/ 0 w 562866"/>
                <a:gd name="GluePoint5Y" fmla="*/ 475488 h 950976"/>
                <a:gd name="GluePoint6X" fmla="*/ 475488 w 562866"/>
                <a:gd name="GluePoint6Y" fmla="*/ 0 h 9509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562866" h="950976">
                  <a:moveTo>
                    <a:pt x="475488" y="0"/>
                  </a:moveTo>
                  <a:lnTo>
                    <a:pt x="562866" y="0"/>
                  </a:lnTo>
                  <a:lnTo>
                    <a:pt x="562866" y="950976"/>
                  </a:lnTo>
                  <a:lnTo>
                    <a:pt x="475488" y="950976"/>
                  </a:lnTo>
                  <a:cubicBezTo>
                    <a:pt x="212883" y="950976"/>
                    <a:pt x="0" y="738093"/>
                    <a:pt x="0" y="475488"/>
                  </a:cubicBezTo>
                  <a:cubicBezTo>
                    <a:pt x="0" y="212883"/>
                    <a:pt x="212883" y="0"/>
                    <a:pt x="475488" y="0"/>
                  </a:cubicBezTo>
                  <a:close/>
                </a:path>
              </a:pathLst>
            </a:cu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grpSp>
      <p:sp>
        <p:nvSpPr>
          <p:cNvPr id="535" name="PlaceHolder 1"/>
          <p:cNvSpPr>
            <a:spLocks noGrp="1"/>
          </p:cNvSpPr>
          <p:nvPr>
            <p:ph type="title"/>
          </p:nvPr>
        </p:nvSpPr>
        <p:spPr>
          <a:xfrm>
            <a:off x="1752480" y="2186280"/>
            <a:ext cx="8686440" cy="1523160"/>
          </a:xfrm>
          <a:prstGeom prst="rect">
            <a:avLst/>
          </a:prstGeom>
          <a:noFill/>
          <a:ln w="0">
            <a:noFill/>
          </a:ln>
        </p:spPr>
        <p:txBody>
          <a:bodyPr lIns="0" rIns="0" tIns="0" bIns="0" anchor="b">
            <a:noAutofit/>
          </a:bodyPr>
          <a:p>
            <a:pPr indent="0" algn="ctr" defTabSz="914400">
              <a:lnSpc>
                <a:spcPct val="90000"/>
              </a:lnSpc>
              <a:buNone/>
            </a:pPr>
            <a:r>
              <a:rPr b="0" lang="en-US" sz="5500" strike="noStrike" u="none">
                <a:solidFill>
                  <a:schemeClr val="dk1"/>
                </a:solidFill>
                <a:effectLst/>
                <a:uFillTx/>
                <a:latin typeface="Georgia Pro"/>
              </a:rPr>
              <a:t>Section title; Georgia Pro 55pt, sentence case</a:t>
            </a:r>
            <a:endParaRPr b="0" lang="en-US" sz="5500" strike="noStrike" u="none">
              <a:solidFill>
                <a:schemeClr val="dk1"/>
              </a:solidFill>
              <a:effectLst/>
              <a:uFillTx/>
              <a:latin typeface="Arial"/>
            </a:endParaRPr>
          </a:p>
        </p:txBody>
      </p:sp>
      <p:sp>
        <p:nvSpPr>
          <p:cNvPr id="536" name="PlaceHolder 2"/>
          <p:cNvSpPr>
            <a:spLocks noGrp="1"/>
          </p:cNvSpPr>
          <p:nvPr>
            <p:ph type="body"/>
          </p:nvPr>
        </p:nvSpPr>
        <p:spPr>
          <a:xfrm>
            <a:off x="1752480" y="3990960"/>
            <a:ext cx="8686440" cy="2992680"/>
          </a:xfrm>
          <a:prstGeom prst="rect">
            <a:avLst/>
          </a:prstGeom>
          <a:noFill/>
          <a:ln w="0">
            <a:noFill/>
          </a:ln>
        </p:spPr>
        <p:txBody>
          <a:bodyPr lIns="0" rIns="0" tIns="0" bIns="0" anchor="t">
            <a:spAutoFit/>
          </a:bodyPr>
          <a:p>
            <a:pPr indent="0" algn="ctr" defTabSz="914400">
              <a:lnSpc>
                <a:spcPct val="90000"/>
              </a:lnSpc>
              <a:buNone/>
              <a:tabLst>
                <a:tab algn="l" pos="0"/>
              </a:tabLst>
            </a:pPr>
            <a:r>
              <a:rPr b="0" lang="en-US" sz="2400" strike="noStrike" u="none">
                <a:solidFill>
                  <a:schemeClr val="dk1"/>
                </a:solidFill>
                <a:effectLst/>
                <a:uFillTx/>
                <a:latin typeface="Arial"/>
              </a:rPr>
              <a:t>Section subtitle (optional); Arial 24pt, sentence case</a:t>
            </a:r>
            <a:endParaRPr b="0" lang="en-US" sz="2400" strike="noStrike" u="none">
              <a:solidFill>
                <a:schemeClr val="dk1"/>
              </a:solidFill>
              <a:effectLst/>
              <a:uFillTx/>
              <a:latin typeface="Arial"/>
            </a:endParaRPr>
          </a:p>
        </p:txBody>
      </p:sp>
      <p:pic>
        <p:nvPicPr>
          <p:cNvPr id="537"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560" cy="223560"/>
          </a:xfrm>
          <a:prstGeom prst="rect">
            <a:avLst/>
          </a:prstGeom>
          <a:noFill/>
          <a:ln w="0">
            <a:noFill/>
          </a:ln>
        </p:spPr>
      </p:pic>
      <p:sp>
        <p:nvSpPr>
          <p:cNvPr id="538" name="PlaceHolder 3"/>
          <p:cNvSpPr>
            <a:spLocks noGrp="1"/>
          </p:cNvSpPr>
          <p:nvPr>
            <p:ph type="dt" idx="121"/>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539" name="PlaceHolder 4"/>
          <p:cNvSpPr>
            <a:spLocks noGrp="1"/>
          </p:cNvSpPr>
          <p:nvPr>
            <p:ph type="ftr" idx="122"/>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540" name="PlaceHolder 5"/>
          <p:cNvSpPr>
            <a:spLocks noGrp="1"/>
          </p:cNvSpPr>
          <p:nvPr>
            <p:ph type="sldNum" idx="123"/>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580A8C02-9EA0-4087-91DE-D384B17627B2}"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02">
    <p:bg>
      <p:bgPr>
        <a:solidFill>
          <a:schemeClr val="lt2"/>
        </a:solidFill>
      </p:bgPr>
    </p:bg>
    <p:spTree>
      <p:nvGrpSpPr>
        <p:cNvPr id="1" name=""/>
        <p:cNvGrpSpPr/>
        <p:nvPr/>
      </p:nvGrpSpPr>
      <p:grpSpPr>
        <a:xfrm>
          <a:off x="0" y="0"/>
          <a:ext cx="0" cy="0"/>
          <a:chOff x="0" y="0"/>
          <a:chExt cx="0" cy="0"/>
        </a:xfrm>
      </p:grpSpPr>
      <p:pic>
        <p:nvPicPr>
          <p:cNvPr id="541"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560" cy="223560"/>
          </a:xfrm>
          <a:prstGeom prst="rect">
            <a:avLst/>
          </a:prstGeom>
          <a:noFill/>
          <a:ln w="0">
            <a:noFill/>
          </a:ln>
        </p:spPr>
      </p:pic>
      <p:sp>
        <p:nvSpPr>
          <p:cNvPr id="542" name="Page Number" hidden="1"/>
          <p:cNvSpPr/>
          <p:nvPr/>
        </p:nvSpPr>
        <p:spPr>
          <a:xfrm>
            <a:off x="11576160" y="6394320"/>
            <a:ext cx="156600" cy="15336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AE39B114-C0EA-4E07-8AFE-20B87CE0005D}"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543" name="Copyright" hidden="1"/>
          <p:cNvSpPr/>
          <p:nvPr/>
        </p:nvSpPr>
        <p:spPr>
          <a:xfrm>
            <a:off x="4699080" y="6431760"/>
            <a:ext cx="2793600" cy="106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grpSp>
        <p:nvGrpSpPr>
          <p:cNvPr id="544" name="Circle Stadium Pattern">
            <a:extLst>
              <a:ext uri="{C183D7F6-B498-43B3-948B-1728B52AA6E4}">
                <adec:decorative xmlns:adec="http://schemas.microsoft.com/office/drawing/2017/decorative" val="1"/>
              </a:ext>
            </a:extLst>
          </p:cNvPr>
          <p:cNvGrpSpPr/>
          <p:nvPr/>
        </p:nvGrpSpPr>
        <p:grpSpPr>
          <a:xfrm>
            <a:off x="0" y="-360"/>
            <a:ext cx="12191760" cy="6135480"/>
            <a:chOff x="0" y="-360"/>
            <a:chExt cx="12191760" cy="6135480"/>
          </a:xfrm>
        </p:grpSpPr>
        <p:sp>
          <p:nvSpPr>
            <p:cNvPr id="545" name="Oval 9"/>
            <p:cNvSpPr/>
            <p:nvPr/>
          </p:nvSpPr>
          <p:spPr>
            <a:xfrm>
              <a:off x="1425960" y="5184720"/>
              <a:ext cx="950040" cy="950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46" name="Freeform: Shape 22"/>
            <p:cNvSpPr/>
            <p:nvPr/>
          </p:nvSpPr>
          <p:spPr>
            <a:xfrm>
              <a:off x="0" y="5184360"/>
              <a:ext cx="1425600" cy="950760"/>
            </a:xfrm>
            <a:custGeom>
              <a:avLst/>
              <a:gdLst>
                <a:gd name="textAreaLeft" fmla="*/ 0 w 1425600"/>
                <a:gd name="textAreaRight" fmla="*/ 1425960 w 1425600"/>
                <a:gd name="textAreaTop" fmla="*/ 0 h 950760"/>
                <a:gd name="textAreaBottom" fmla="*/ 951120 h 950760"/>
                <a:gd name="GluePoint1X" fmla="*/ 0 w 1426097"/>
                <a:gd name="GluePoint1Y" fmla="*/ 0 h 950976"/>
                <a:gd name="GluePoint2X" fmla="*/ 950609 w 1426097"/>
                <a:gd name="GluePoint2Y" fmla="*/ 0 h 950976"/>
                <a:gd name="GluePoint3X" fmla="*/ 1426097 w 1426097"/>
                <a:gd name="GluePoint3Y" fmla="*/ 475488 h 950976"/>
                <a:gd name="GluePoint4X" fmla="*/ 950609 w 1426097"/>
                <a:gd name="GluePoint4Y" fmla="*/ 950976 h 950976"/>
                <a:gd name="GluePoint5X" fmla="*/ 0 w 1426097"/>
                <a:gd name="GluePoint5Y" fmla="*/ 950976 h 95097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426097" h="950976">
                  <a:moveTo>
                    <a:pt x="0" y="0"/>
                  </a:moveTo>
                  <a:lnTo>
                    <a:pt x="950609" y="0"/>
                  </a:lnTo>
                  <a:cubicBezTo>
                    <a:pt x="1213214" y="0"/>
                    <a:pt x="1426097" y="212883"/>
                    <a:pt x="1426097" y="475488"/>
                  </a:cubicBezTo>
                  <a:cubicBezTo>
                    <a:pt x="1426097" y="738093"/>
                    <a:pt x="1213214" y="950976"/>
                    <a:pt x="950609" y="950976"/>
                  </a:cubicBezTo>
                  <a:lnTo>
                    <a:pt x="0" y="9509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47" name="Oval 11"/>
            <p:cNvSpPr/>
            <p:nvPr/>
          </p:nvSpPr>
          <p:spPr>
            <a:xfrm>
              <a:off x="475560" y="4233960"/>
              <a:ext cx="950040" cy="950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48" name="Freeform: Shape 19"/>
            <p:cNvSpPr/>
            <p:nvPr/>
          </p:nvSpPr>
          <p:spPr>
            <a:xfrm>
              <a:off x="0" y="4233960"/>
              <a:ext cx="475200" cy="950040"/>
            </a:xfrm>
            <a:custGeom>
              <a:avLst/>
              <a:gdLst>
                <a:gd name="textAreaLeft" fmla="*/ 0 w 475200"/>
                <a:gd name="textAreaRight" fmla="*/ 475560 w 475200"/>
                <a:gd name="textAreaTop" fmla="*/ 0 h 950040"/>
                <a:gd name="textAreaBottom" fmla="*/ 950400 h 950040"/>
                <a:gd name="GluePoint1X" fmla="*/ 508 w 475704"/>
                <a:gd name="GluePoint1Y" fmla="*/ 0 h 950392"/>
                <a:gd name="GluePoint2X" fmla="*/ 475704 w 475704"/>
                <a:gd name="GluePoint2Y" fmla="*/ 475196 h 950392"/>
                <a:gd name="GluePoint3X" fmla="*/ 508 w 475704"/>
                <a:gd name="GluePoint3Y" fmla="*/ 950392 h 950392"/>
                <a:gd name="GluePoint4X" fmla="*/ 0 w 475704"/>
                <a:gd name="GluePoint4Y" fmla="*/ 950341 h 950392"/>
                <a:gd name="GluePoint5X" fmla="*/ 0 w 475704"/>
                <a:gd name="GluePoint5Y" fmla="*/ 51 h 950392"/>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475704" h="950392">
                  <a:moveTo>
                    <a:pt x="508" y="0"/>
                  </a:moveTo>
                  <a:cubicBezTo>
                    <a:pt x="262952" y="0"/>
                    <a:pt x="475704" y="212752"/>
                    <a:pt x="475704" y="475196"/>
                  </a:cubicBezTo>
                  <a:cubicBezTo>
                    <a:pt x="475704" y="737640"/>
                    <a:pt x="262952" y="950392"/>
                    <a:pt x="508" y="950392"/>
                  </a:cubicBezTo>
                  <a:lnTo>
                    <a:pt x="0" y="950341"/>
                  </a:lnTo>
                  <a:lnTo>
                    <a:pt x="0" y="5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49" name="Oval 13"/>
            <p:cNvSpPr/>
            <p:nvPr/>
          </p:nvSpPr>
          <p:spPr>
            <a:xfrm>
              <a:off x="11241720" y="1900800"/>
              <a:ext cx="950040" cy="950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50" name="Freeform: Shape 24"/>
            <p:cNvSpPr/>
            <p:nvPr/>
          </p:nvSpPr>
          <p:spPr>
            <a:xfrm>
              <a:off x="10678680" y="950400"/>
              <a:ext cx="1512720" cy="950760"/>
            </a:xfrm>
            <a:custGeom>
              <a:avLst/>
              <a:gdLst>
                <a:gd name="textAreaLeft" fmla="*/ 0 w 1512720"/>
                <a:gd name="textAreaRight" fmla="*/ 1513080 w 1512720"/>
                <a:gd name="textAreaTop" fmla="*/ 0 h 950760"/>
                <a:gd name="textAreaBottom" fmla="*/ 951120 h 950760"/>
                <a:gd name="GluePoint1X" fmla="*/ 475488 w 1513259"/>
                <a:gd name="GluePoint1Y" fmla="*/ 0 h 950976"/>
                <a:gd name="GluePoint2X" fmla="*/ 1503057 w 1513259"/>
                <a:gd name="GluePoint2Y" fmla="*/ 0 h 950976"/>
                <a:gd name="GluePoint3X" fmla="*/ 1513259 w 1513259"/>
                <a:gd name="GluePoint3Y" fmla="*/ 1029 h 950976"/>
                <a:gd name="GluePoint4X" fmla="*/ 1513259 w 1513259"/>
                <a:gd name="GluePoint4Y" fmla="*/ 949948 h 950976"/>
                <a:gd name="GluePoint5X" fmla="*/ 1503057 w 1513259"/>
                <a:gd name="GluePoint5Y" fmla="*/ 950976 h 950976"/>
                <a:gd name="GluePoint6X" fmla="*/ 475488 w 1513259"/>
                <a:gd name="GluePoint6Y" fmla="*/ 950976 h 950976"/>
                <a:gd name="GluePoint7X" fmla="*/ 0 w 1513259"/>
                <a:gd name="GluePoint7Y" fmla="*/ 475488 h 950976"/>
                <a:gd name="GluePoint8X" fmla="*/ 475488 w 1513259"/>
                <a:gd name="GluePoint8Y" fmla="*/ 0 h 9509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13259" h="950976">
                  <a:moveTo>
                    <a:pt x="475488" y="0"/>
                  </a:moveTo>
                  <a:lnTo>
                    <a:pt x="1503057" y="0"/>
                  </a:lnTo>
                  <a:lnTo>
                    <a:pt x="1513259" y="1029"/>
                  </a:lnTo>
                  <a:lnTo>
                    <a:pt x="1513259" y="949948"/>
                  </a:lnTo>
                  <a:lnTo>
                    <a:pt x="1503057" y="950976"/>
                  </a:lnTo>
                  <a:lnTo>
                    <a:pt x="475488" y="950976"/>
                  </a:lnTo>
                  <a:cubicBezTo>
                    <a:pt x="212883" y="950976"/>
                    <a:pt x="0" y="738093"/>
                    <a:pt x="0" y="475488"/>
                  </a:cubicBezTo>
                  <a:cubicBezTo>
                    <a:pt x="0" y="212883"/>
                    <a:pt x="212883" y="0"/>
                    <a:pt x="47548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51" name="Oval 15"/>
            <p:cNvSpPr/>
            <p:nvPr/>
          </p:nvSpPr>
          <p:spPr>
            <a:xfrm>
              <a:off x="9734760" y="950040"/>
              <a:ext cx="950040" cy="950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52" name="Oval 16"/>
            <p:cNvSpPr/>
            <p:nvPr/>
          </p:nvSpPr>
          <p:spPr>
            <a:xfrm>
              <a:off x="10678680" y="0"/>
              <a:ext cx="950040" cy="9500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53" name="Freeform: Shape 28"/>
            <p:cNvSpPr/>
            <p:nvPr/>
          </p:nvSpPr>
          <p:spPr>
            <a:xfrm>
              <a:off x="11629080" y="-360"/>
              <a:ext cx="562680" cy="950760"/>
            </a:xfrm>
            <a:custGeom>
              <a:avLst/>
              <a:gdLst>
                <a:gd name="textAreaLeft" fmla="*/ 0 w 562680"/>
                <a:gd name="textAreaRight" fmla="*/ 563040 w 562680"/>
                <a:gd name="textAreaTop" fmla="*/ 0 h 950760"/>
                <a:gd name="textAreaBottom" fmla="*/ 951120 h 950760"/>
                <a:gd name="GluePoint1X" fmla="*/ 475488 w 562866"/>
                <a:gd name="GluePoint1Y" fmla="*/ 0 h 950976"/>
                <a:gd name="GluePoint2X" fmla="*/ 562866 w 562866"/>
                <a:gd name="GluePoint2Y" fmla="*/ 0 h 950976"/>
                <a:gd name="GluePoint3X" fmla="*/ 562866 w 562866"/>
                <a:gd name="GluePoint3Y" fmla="*/ 950976 h 950976"/>
                <a:gd name="GluePoint4X" fmla="*/ 475488 w 562866"/>
                <a:gd name="GluePoint4Y" fmla="*/ 950976 h 950976"/>
                <a:gd name="GluePoint5X" fmla="*/ 0 w 562866"/>
                <a:gd name="GluePoint5Y" fmla="*/ 475488 h 950976"/>
                <a:gd name="GluePoint6X" fmla="*/ 475488 w 562866"/>
                <a:gd name="GluePoint6Y" fmla="*/ 0 h 9509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562866" h="950976">
                  <a:moveTo>
                    <a:pt x="475488" y="0"/>
                  </a:moveTo>
                  <a:lnTo>
                    <a:pt x="562866" y="0"/>
                  </a:lnTo>
                  <a:lnTo>
                    <a:pt x="562866" y="950976"/>
                  </a:lnTo>
                  <a:lnTo>
                    <a:pt x="475488" y="950976"/>
                  </a:lnTo>
                  <a:cubicBezTo>
                    <a:pt x="212883" y="950976"/>
                    <a:pt x="0" y="738093"/>
                    <a:pt x="0" y="475488"/>
                  </a:cubicBezTo>
                  <a:cubicBezTo>
                    <a:pt x="0" y="212883"/>
                    <a:pt x="212883" y="0"/>
                    <a:pt x="47548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grpSp>
      <p:sp>
        <p:nvSpPr>
          <p:cNvPr id="554" name="PlaceHolder 1"/>
          <p:cNvSpPr>
            <a:spLocks noGrp="1"/>
          </p:cNvSpPr>
          <p:nvPr>
            <p:ph type="title"/>
          </p:nvPr>
        </p:nvSpPr>
        <p:spPr>
          <a:xfrm>
            <a:off x="1752480" y="2186280"/>
            <a:ext cx="8686440" cy="1523160"/>
          </a:xfrm>
          <a:prstGeom prst="rect">
            <a:avLst/>
          </a:prstGeom>
          <a:noFill/>
          <a:ln w="0">
            <a:noFill/>
          </a:ln>
        </p:spPr>
        <p:txBody>
          <a:bodyPr lIns="0" rIns="0" tIns="0" bIns="0" anchor="b">
            <a:noAutofit/>
          </a:bodyPr>
          <a:p>
            <a:pPr indent="0" algn="ctr" defTabSz="914400">
              <a:lnSpc>
                <a:spcPct val="90000"/>
              </a:lnSpc>
              <a:buNone/>
            </a:pPr>
            <a:r>
              <a:rPr b="0" lang="en-US" sz="5500" strike="noStrike" u="none">
                <a:solidFill>
                  <a:schemeClr val="dk1"/>
                </a:solidFill>
                <a:effectLst/>
                <a:uFillTx/>
                <a:latin typeface="Georgia Pro"/>
              </a:rPr>
              <a:t>Section title; Georgia Pro 55pt, sentence case</a:t>
            </a:r>
            <a:endParaRPr b="0" lang="en-US" sz="5500" strike="noStrike" u="none">
              <a:solidFill>
                <a:schemeClr val="dk1"/>
              </a:solidFill>
              <a:effectLst/>
              <a:uFillTx/>
              <a:latin typeface="Arial"/>
            </a:endParaRPr>
          </a:p>
        </p:txBody>
      </p:sp>
      <p:sp>
        <p:nvSpPr>
          <p:cNvPr id="555" name="PlaceHolder 2"/>
          <p:cNvSpPr>
            <a:spLocks noGrp="1"/>
          </p:cNvSpPr>
          <p:nvPr>
            <p:ph type="body"/>
          </p:nvPr>
        </p:nvSpPr>
        <p:spPr>
          <a:xfrm>
            <a:off x="1752480" y="3990960"/>
            <a:ext cx="8686440" cy="2992680"/>
          </a:xfrm>
          <a:prstGeom prst="rect">
            <a:avLst/>
          </a:prstGeom>
          <a:noFill/>
          <a:ln w="0">
            <a:noFill/>
          </a:ln>
        </p:spPr>
        <p:txBody>
          <a:bodyPr lIns="0" rIns="0" tIns="0" bIns="0" anchor="t">
            <a:spAutoFit/>
          </a:bodyPr>
          <a:p>
            <a:pPr indent="0" algn="ctr" defTabSz="914400">
              <a:lnSpc>
                <a:spcPct val="90000"/>
              </a:lnSpc>
              <a:buNone/>
              <a:tabLst>
                <a:tab algn="l" pos="0"/>
              </a:tabLst>
            </a:pPr>
            <a:r>
              <a:rPr b="0" lang="en-US" sz="2400" strike="noStrike" u="none">
                <a:solidFill>
                  <a:schemeClr val="dk1"/>
                </a:solidFill>
                <a:effectLst/>
                <a:uFillTx/>
                <a:latin typeface="Arial"/>
              </a:rPr>
              <a:t>Section subtitle (optional); Arial 24pt, sentence case</a:t>
            </a:r>
            <a:endParaRPr b="0" lang="en-US" sz="2400" strike="noStrike" u="none">
              <a:solidFill>
                <a:schemeClr val="dk1"/>
              </a:solidFill>
              <a:effectLst/>
              <a:uFillTx/>
              <a:latin typeface="Arial"/>
            </a:endParaRPr>
          </a:p>
        </p:txBody>
      </p:sp>
      <p:pic>
        <p:nvPicPr>
          <p:cNvPr id="556"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560" cy="223560"/>
          </a:xfrm>
          <a:prstGeom prst="rect">
            <a:avLst/>
          </a:prstGeom>
          <a:noFill/>
          <a:ln w="0">
            <a:noFill/>
          </a:ln>
        </p:spPr>
      </p:pic>
      <p:sp>
        <p:nvSpPr>
          <p:cNvPr id="557" name="PlaceHolder 3"/>
          <p:cNvSpPr>
            <a:spLocks noGrp="1"/>
          </p:cNvSpPr>
          <p:nvPr>
            <p:ph type="dt" idx="124"/>
          </p:nvPr>
        </p:nvSpPr>
        <p:spPr>
          <a:xfrm>
            <a:off x="0" y="717084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558" name="PlaceHolder 4"/>
          <p:cNvSpPr>
            <a:spLocks noGrp="1"/>
          </p:cNvSpPr>
          <p:nvPr>
            <p:ph type="ftr" idx="125"/>
          </p:nvPr>
        </p:nvSpPr>
        <p:spPr>
          <a:xfrm>
            <a:off x="0" y="7120440"/>
            <a:ext cx="11552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559" name="PlaceHolder 5"/>
          <p:cNvSpPr>
            <a:spLocks noGrp="1"/>
          </p:cNvSpPr>
          <p:nvPr>
            <p:ph type="sldNum" idx="126"/>
          </p:nvPr>
        </p:nvSpPr>
        <p:spPr>
          <a:xfrm>
            <a:off x="0" y="7221600"/>
            <a:ext cx="914040" cy="30240"/>
          </a:xfrm>
          <a:prstGeom prst="rect">
            <a:avLst/>
          </a:prstGeom>
          <a:noFill/>
          <a:ln w="0">
            <a:noFill/>
          </a:ln>
        </p:spPr>
        <p:txBody>
          <a:bodyPr lIns="0" rIns="0" tIns="0" bIns="0" anchor="ctr">
            <a:noAutofit/>
          </a:bodyPr>
          <a:lstStyle>
            <a:lvl1pPr indent="0" defTabSz="914400">
              <a:lnSpc>
                <a:spcPct val="100000"/>
              </a:lnSpc>
              <a:buNone/>
              <a:defRPr b="0" lang="en-US" sz="200" strike="noStrike" u="none">
                <a:solidFill>
                  <a:schemeClr val="dk1"/>
                </a:solidFill>
                <a:effectLst/>
                <a:uFillTx/>
                <a:latin typeface="Arial"/>
              </a:defRPr>
            </a:lvl1pPr>
          </a:lstStyle>
          <a:p>
            <a:pPr indent="0" defTabSz="914400">
              <a:lnSpc>
                <a:spcPct val="100000"/>
              </a:lnSpc>
              <a:buNone/>
            </a:pPr>
            <a:fld id="{FA85873F-99B0-4CA5-A5D1-FC8649EDF1A5}"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 Id="rId43" Type="http://schemas.openxmlformats.org/officeDocument/2006/relationships/slideLayout" Target="../slideLayouts/slideLayout42.xml"/><Relationship Id="rId44" Type="http://schemas.openxmlformats.org/officeDocument/2006/relationships/slideLayout" Target="../slideLayouts/slideLayout43.xml"/><Relationship Id="rId45" Type="http://schemas.openxmlformats.org/officeDocument/2006/relationships/slideLayout" Target="../slideLayouts/slideLayout44.xml"/><Relationship Id="rId46" Type="http://schemas.openxmlformats.org/officeDocument/2006/relationships/slideLayout" Target="../slideLayouts/slideLayout45.xml"/><Relationship Id="rId47" Type="http://schemas.openxmlformats.org/officeDocument/2006/relationships/slideLayout" Target="../slideLayouts/slideLayout46.xml"/><Relationship Id="rId48" Type="http://schemas.openxmlformats.org/officeDocument/2006/relationships/slideLayout" Target="../slideLayouts/slideLayout47.xml"/><Relationship Id="rId49" Type="http://schemas.openxmlformats.org/officeDocument/2006/relationships/slideLayout" Target="../slideLayouts/slideLayout48.xml"/><Relationship Id="rId50" Type="http://schemas.openxmlformats.org/officeDocument/2006/relationships/slideLayout" Target="../slideLayouts/slideLayout49.xml"/><Relationship Id="rId51" Type="http://schemas.openxmlformats.org/officeDocument/2006/relationships/slideLayout" Target="../slideLayouts/slideLayout50.xml"/><Relationship Id="rId52" Type="http://schemas.openxmlformats.org/officeDocument/2006/relationships/slideLayout" Target="../slideLayouts/slideLayout51.xml"/><Relationship Id="rId53" Type="http://schemas.openxmlformats.org/officeDocument/2006/relationships/slideLayout" Target="../slideLayouts/slideLayout52.xml"/><Relationship Id="rId54" Type="http://schemas.openxmlformats.org/officeDocument/2006/relationships/slideLayout" Target="../slideLayouts/slideLayout53.xml"/><Relationship Id="rId55" Type="http://schemas.openxmlformats.org/officeDocument/2006/relationships/slideLayout" Target="../slideLayouts/slideLayout54.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Lst>
</p:sldMaster>
</file>

<file path=ppt/slides/_rels/slide9.x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5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5" name="PlaceHolder 1"/>
          <p:cNvSpPr>
            <a:spLocks noGrp="1"/>
          </p:cNvSpPr>
          <p:nvPr>
            <p:ph type="title"/>
          </p:nvPr>
        </p:nvSpPr>
        <p:spPr>
          <a:xfrm>
            <a:off x="468360" y="1636920"/>
            <a:ext cx="4663080" cy="1994040"/>
          </a:xfrm>
          <a:prstGeom prst="rect">
            <a:avLst/>
          </a:prstGeom>
          <a:noFill/>
          <a:ln w="0">
            <a:noFill/>
          </a:ln>
        </p:spPr>
        <p:txBody>
          <a:bodyPr lIns="0" rIns="0" tIns="0" bIns="0" anchor="ctr">
            <a:noAutofit/>
          </a:bodyPr>
          <a:p/>
        </p:txBody>
      </p:sp>
      <p:sp>
        <p:nvSpPr>
          <p:cNvPr id="676" name="PlaceHolder 2"/>
          <p:cNvSpPr>
            <a:spLocks noGrp="1"/>
          </p:cNvSpPr>
          <p:nvPr>
            <p:ph/>
          </p:nvPr>
        </p:nvSpPr>
        <p:spPr>
          <a:xfrm>
            <a:off x="468360" y="4057200"/>
            <a:ext cx="4663080" cy="553680"/>
          </a:xfrm>
          <a:prstGeom prst="rect">
            <a:avLst/>
          </a:prstGeom>
          <a:noFill/>
          <a:ln w="0">
            <a:noFill/>
          </a:ln>
        </p:spPr>
        <p:txBody>
          <a:bodyPr lIns="0" rIns="0" tIns="0" bIns="0" anchor="t">
            <a:noAutofit/>
          </a:bodyPr>
          <a:p/>
        </p:txBody>
      </p:sp>
      <p:sp>
        <p:nvSpPr>
          <p:cNvPr id="677" name="PlaceHolder 3"/>
          <p:cNvSpPr>
            <a:spLocks noGrp="1"/>
          </p:cNvSpPr>
          <p:nvPr>
            <p:ph/>
          </p:nvPr>
        </p:nvSpPr>
        <p:spPr>
          <a:xfrm>
            <a:off x="468360" y="5298840"/>
            <a:ext cx="4663080" cy="261360"/>
          </a:xfrm>
          <a:prstGeom prst="rect">
            <a:avLst/>
          </a:prstGeom>
          <a:noFill/>
          <a:ln w="0">
            <a:noFill/>
          </a:ln>
        </p:spPr>
        <p:txBody>
          <a:bodyPr lIns="0" rIns="0" tIns="0" bIns="0" anchor="t">
            <a:noAutofit/>
          </a:bodyPr>
          <a:p/>
        </p:txBody>
      </p:sp>
      <p:pic>
        <p:nvPicPr>
          <p:cNvPr id="678" name="Picture Placeholder 6" descr="A person smiling"/>
          <p:cNvPicPr/>
          <p:nvPr/>
        </p:nvPicPr>
        <p:blipFill>
          <a:blip r:embed="rId1"/>
          <a:stretch/>
        </p:blipFill>
        <p:spPr>
          <a:xfrm>
            <a:off x="5334840" y="685800"/>
            <a:ext cx="6400440" cy="6171840"/>
          </a:xfrm>
          <a:prstGeom prst="rect">
            <a:avLst/>
          </a:prstGeom>
          <a:noFill/>
          <a:ln w="0">
            <a:noFill/>
          </a:ln>
        </p:spPr>
      </p:pic>
      <p:sp>
        <p:nvSpPr>
          <p:cNvPr id="679" name="TextBox 678"/>
          <p:cNvSpPr txBox="1"/>
          <p:nvPr/>
        </p:nvSpPr>
        <p:spPr>
          <a:xfrm>
            <a:off x="566928" y="1417320"/>
            <a:ext cx="5029200" cy="822960"/>
          </a:xfrm>
          <a:prstGeom prst="rect">
            <a:avLst/>
          </a:prstGeom>
          <a:noFill/>
        </p:spPr>
        <p:txBody>
          <a:bodyPr wrap="none" lIns="18288" rIns="18288" tIns="18288" bIns="18288">
            <a:spAutoFit/>
          </a:bodyPr>
          <a:lstStyle/>
          <a:p/>
        </p:txBody>
      </p:sp>
      <p:sp>
        <p:nvSpPr>
          <p:cNvPr id="680" name="TextBox 679"/>
          <p:cNvSpPr txBox="1"/>
          <p:nvPr/>
        </p:nvSpPr>
        <p:spPr>
          <a:xfrm>
            <a:off x="566928" y="2331720"/>
            <a:ext cx="4846320" cy="1005840"/>
          </a:xfrm>
          <a:prstGeom prst="rect">
            <a:avLst/>
          </a:prstGeom>
          <a:noFill/>
        </p:spPr>
        <p:txBody>
          <a:bodyPr wrap="none" lIns="18288" rIns="18288" tIns="18288" bIns="18288">
            <a:spAutoFit/>
          </a:bodyPr>
          <a:lstStyle/>
          <a:p/>
        </p:txBody>
      </p:sp>
      <p:sp>
        <p:nvSpPr>
          <p:cNvPr id="681" name="TextBox 680"/>
          <p:cNvSpPr txBox="1"/>
          <p:nvPr/>
        </p:nvSpPr>
        <p:spPr>
          <a:xfrm>
            <a:off x="566928" y="3520440"/>
            <a:ext cx="4754880" cy="777240"/>
          </a:xfrm>
          <a:prstGeom prst="rect">
            <a:avLst/>
          </a:prstGeom>
          <a:noFill/>
        </p:spPr>
        <p:txBody>
          <a:bodyPr wrap="none" lIns="18288" rIns="18288" tIns="18288" bIns="18288">
            <a:spAutoFit/>
          </a:bodyPr>
          <a:lstStyle/>
          <a:p/>
        </p:txBody>
      </p:sp>
      <p:sp>
        <p:nvSpPr>
          <p:cNvPr id="682" name="TextBox 681"/>
          <p:cNvSpPr txBox="1"/>
          <p:nvPr/>
        </p:nvSpPr>
        <p:spPr>
          <a:xfrm>
            <a:off x="566928" y="1691640"/>
            <a:ext cx="4846320" cy="731520"/>
          </a:xfrm>
          <a:prstGeom prst="rect">
            <a:avLst/>
          </a:prstGeom>
          <a:noFill/>
        </p:spPr>
        <p:txBody>
          <a:bodyPr wrap="none" lIns="18288" rIns="18288" tIns="18288" bIns="18288">
            <a:spAutoFit/>
          </a:bodyPr>
          <a:lstStyle/>
          <a:p>
            <a:pPr algn="l"/>
            <a:r>
              <a:rPr sz="3000" b="0">
                <a:solidFill>
                  <a:srgbClr val="3D3C38"/>
                </a:solidFill>
                <a:latin typeface="Arial"/>
              </a:rPr>
              <a:t>PATIENT INSIGHTS</a:t>
            </a:r>
          </a:p>
        </p:txBody>
      </p:sp>
      <p:sp>
        <p:nvSpPr>
          <p:cNvPr id="683" name="TextBox 682"/>
          <p:cNvSpPr txBox="1"/>
          <p:nvPr/>
        </p:nvSpPr>
        <p:spPr>
          <a:xfrm>
            <a:off x="566928" y="2606040"/>
            <a:ext cx="4800600" cy="960120"/>
          </a:xfrm>
          <a:prstGeom prst="rect">
            <a:avLst/>
          </a:prstGeom>
          <a:noFill/>
        </p:spPr>
        <p:txBody>
          <a:bodyPr wrap="none" lIns="18288" rIns="18288" tIns="18288" bIns="18288">
            <a:spAutoFit/>
          </a:bodyPr>
          <a:lstStyle/>
          <a:p>
            <a:pPr algn="l"/>
            <a:r>
              <a:rPr sz="1800" b="0">
                <a:solidFill>
                  <a:srgbClr val="3D3C38"/>
                </a:solidFill>
                <a:latin typeface="Arial"/>
              </a:rPr>
              <a:t>One-stop view of a patient journey across fragmented enterprise data</a:t>
            </a:r>
          </a:p>
        </p:txBody>
      </p:sp>
      <p:sp>
        <p:nvSpPr>
          <p:cNvPr id="684" name="TextBox 683"/>
          <p:cNvSpPr txBox="1"/>
          <p:nvPr/>
        </p:nvSpPr>
        <p:spPr>
          <a:xfrm>
            <a:off x="566928" y="3703320"/>
            <a:ext cx="4800600" cy="731520"/>
          </a:xfrm>
          <a:prstGeom prst="rect">
            <a:avLst/>
          </a:prstGeom>
          <a:noFill/>
        </p:spPr>
        <p:txBody>
          <a:bodyPr wrap="none" lIns="18288" rIns="18288" tIns="18288" bIns="18288">
            <a:spAutoFit/>
          </a:bodyPr>
          <a:lstStyle/>
          <a:p>
            <a:pPr algn="l"/>
            <a:r>
              <a:rPr sz="1200" b="0">
                <a:solidFill>
                  <a:srgbClr val="8A8780"/>
                </a:solidFill>
                <a:latin typeface="Arial"/>
              </a:rPr>
              <a:t>Business overview of a multi-source healthcare analytics platform with an AI-powered natural-language experience.</a:t>
            </a:r>
          </a:p>
        </p:txBody>
      </p:sp>
      <p:sp>
        <p:nvSpPr>
          <p:cNvPr id="685" name="Rectangle 684"/>
          <p:cNvSpPr/>
          <p:nvPr/>
        </p:nvSpPr>
        <p:spPr>
          <a:xfrm>
            <a:off x="0" y="5486400"/>
            <a:ext cx="1874519" cy="1371600"/>
          </a:xfrm>
          <a:prstGeom prst="rect">
            <a:avLst/>
          </a:prstGeom>
          <a:solidFill>
            <a:srgbClr val="FAF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TextBox 685"/>
          <p:cNvSpPr txBox="1"/>
          <p:nvPr/>
        </p:nvSpPr>
        <p:spPr>
          <a:xfrm>
            <a:off x="384048" y="5696712"/>
            <a:ext cx="960120" cy="320040"/>
          </a:xfrm>
          <a:prstGeom prst="rect">
            <a:avLst/>
          </a:prstGeom>
          <a:noFill/>
        </p:spPr>
        <p:txBody>
          <a:bodyPr wrap="none" lIns="18288" rIns="18288" tIns="18288" bIns="18288">
            <a:spAutoFit/>
          </a:bodyPr>
          <a:lstStyle/>
          <a:p>
            <a:pPr algn="l"/>
            <a:r>
              <a:rPr sz="1800" b="1">
                <a:solidFill>
                  <a:srgbClr val="FF612B"/>
                </a:solidFill>
                <a:latin typeface="Arial"/>
              </a:rPr>
              <a:t>Optum</a:t>
            </a: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18288" rIns="18288"/>
          <a:lstStyle/>
          <a:p>
            <a:r>
              <a:rPr sz="2800" b="0">
                <a:solidFill>
                  <a:srgbClr val="3D3C38"/>
                </a:solidFill>
                <a:latin typeface="Arial"/>
              </a:rPr>
              <a:t>Team &amp; Members</a:t>
            </a:r>
          </a:p>
        </p:txBody>
      </p:sp>
      <p:sp>
        <p:nvSpPr>
          <p:cNvPr id="3" name="Text Placeholder 2"/>
          <p:cNvSpPr>
            <a:spLocks noGrp="1"/>
          </p:cNvSpPr>
          <p:nvPr>
            <p:ph type="body"/>
          </p:nvPr>
        </p:nvSpPr>
        <p:spPr/>
        <p:txBody>
          <a:bodyPr/>
          <a:lstStyle/>
          <a:p/>
        </p:txBody>
      </p:sp>
      <p:sp>
        <p:nvSpPr>
          <p:cNvPr id="4" name="TextBox 3"/>
          <p:cNvSpPr txBox="1"/>
          <p:nvPr/>
        </p:nvSpPr>
        <p:spPr>
          <a:xfrm>
            <a:off x="594360" y="932688"/>
            <a:ext cx="2286000" cy="256032"/>
          </a:xfrm>
          <a:prstGeom prst="rect">
            <a:avLst/>
          </a:prstGeom>
          <a:noFill/>
        </p:spPr>
        <p:txBody>
          <a:bodyPr wrap="none" lIns="36576" rIns="36576" tIns="36576" bIns="36576" anchor="t">
            <a:spAutoFit/>
          </a:bodyPr>
          <a:lstStyle/>
          <a:p>
            <a:pPr algn="l"/>
            <a:r>
              <a:rPr sz="1000" b="1">
                <a:solidFill>
                  <a:srgbClr val="FF612B"/>
                </a:solidFill>
                <a:latin typeface="Arial"/>
              </a:rPr>
              <a:t>TEAM</a:t>
            </a:r>
          </a:p>
        </p:txBody>
      </p:sp>
      <p:sp>
        <p:nvSpPr>
          <p:cNvPr id="5" name="TextBox 4"/>
          <p:cNvSpPr txBox="1"/>
          <p:nvPr/>
        </p:nvSpPr>
        <p:spPr>
          <a:xfrm>
            <a:off x="594360" y="1143000"/>
            <a:ext cx="9875520" cy="438912"/>
          </a:xfrm>
          <a:prstGeom prst="rect">
            <a:avLst/>
          </a:prstGeom>
          <a:noFill/>
        </p:spPr>
        <p:txBody>
          <a:bodyPr wrap="square" lIns="36576" rIns="36576" tIns="36576" bIns="36576" anchor="t">
            <a:normAutofit/>
          </a:bodyPr>
          <a:lstStyle/>
          <a:p>
            <a:pPr algn="l"/>
            <a:r>
              <a:rPr sz="1300" b="0">
                <a:solidFill>
                  <a:srgbClr val="8A8780"/>
                </a:solidFill>
                <a:latin typeface="Arial"/>
              </a:rPr>
              <a:t>Team details to be added.</a:t>
            </a:r>
          </a:p>
        </p:txBody>
      </p:sp>
      <p:sp>
        <p:nvSpPr>
          <p:cNvPr id="6" name="TextBox 5"/>
          <p:cNvSpPr txBox="1"/>
          <p:nvPr/>
        </p:nvSpPr>
        <p:spPr>
          <a:xfrm>
            <a:off x="658368" y="1828800"/>
            <a:ext cx="9326880" cy="1828800"/>
          </a:xfrm>
          <a:prstGeom prst="rect">
            <a:avLst/>
          </a:prstGeom>
          <a:noFill/>
        </p:spPr>
        <p:txBody>
          <a:bodyPr wrap="none" lIns="36576" rIns="36576" tIns="36576" bIns="36576" anchor="t">
            <a:spAutoFit/>
          </a:bodyPr>
          <a:lstStyle/>
          <a:p>
            <a:pPr algn="l"/>
            <a:r>
              <a:rPr sz="1400" b="0">
                <a:solidFill>
                  <a:srgbClr val="3D3C38"/>
                </a:solidFill>
                <a:latin typeface="Arial"/>
              </a:rPr>
              <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18288" rIns="18288"/>
          <a:lstStyle/>
          <a:p>
            <a:r>
              <a:rPr sz="2800" b="0">
                <a:solidFill>
                  <a:srgbClr val="3D3C38"/>
                </a:solidFill>
                <a:latin typeface="Arial"/>
              </a:rPr>
              <a:t>Idea / Problem Statement &amp; Solution</a:t>
            </a:r>
          </a:p>
        </p:txBody>
      </p:sp>
      <p:sp>
        <p:nvSpPr>
          <p:cNvPr id="3" name="Text Placeholder 2"/>
          <p:cNvSpPr>
            <a:spLocks noGrp="1"/>
          </p:cNvSpPr>
          <p:nvPr>
            <p:ph type="body"/>
          </p:nvPr>
        </p:nvSpPr>
        <p:spPr/>
        <p:txBody>
          <a:bodyPr/>
          <a:lstStyle/>
          <a:p/>
        </p:txBody>
      </p:sp>
      <p:sp>
        <p:nvSpPr>
          <p:cNvPr id="4" name="TextBox 3"/>
          <p:cNvSpPr txBox="1"/>
          <p:nvPr/>
        </p:nvSpPr>
        <p:spPr>
          <a:xfrm>
            <a:off x="594360" y="932688"/>
            <a:ext cx="2286000" cy="256032"/>
          </a:xfrm>
          <a:prstGeom prst="rect">
            <a:avLst/>
          </a:prstGeom>
          <a:noFill/>
        </p:spPr>
        <p:txBody>
          <a:bodyPr wrap="none" lIns="36576" rIns="36576" tIns="36576" bIns="36576" anchor="t">
            <a:spAutoFit/>
          </a:bodyPr>
          <a:lstStyle/>
          <a:p>
            <a:pPr algn="l"/>
            <a:r>
              <a:rPr sz="1000" b="1">
                <a:solidFill>
                  <a:srgbClr val="FF612B"/>
                </a:solidFill>
                <a:latin typeface="Arial"/>
              </a:rPr>
              <a:t>IDEA</a:t>
            </a:r>
          </a:p>
        </p:txBody>
      </p:sp>
      <p:sp>
        <p:nvSpPr>
          <p:cNvPr id="5" name="TextBox 4"/>
          <p:cNvSpPr txBox="1"/>
          <p:nvPr/>
        </p:nvSpPr>
        <p:spPr>
          <a:xfrm>
            <a:off x="594360" y="1143000"/>
            <a:ext cx="9875520" cy="438912"/>
          </a:xfrm>
          <a:prstGeom prst="rect">
            <a:avLst/>
          </a:prstGeom>
          <a:noFill/>
        </p:spPr>
        <p:txBody>
          <a:bodyPr wrap="square" lIns="36576" rIns="36576" tIns="36576" bIns="36576" anchor="t">
            <a:normAutofit/>
          </a:bodyPr>
          <a:lstStyle/>
          <a:p>
            <a:pPr algn="l"/>
            <a:r>
              <a:rPr sz="1300" b="0">
                <a:solidFill>
                  <a:srgbClr val="8A8780"/>
                </a:solidFill>
                <a:latin typeface="Arial"/>
              </a:rPr>
              <a:t>Turn a fragmented patient-data investigation into a single, guided workflow.</a:t>
            </a:r>
          </a:p>
        </p:txBody>
      </p:sp>
      <p:sp>
        <p:nvSpPr>
          <p:cNvPr id="6" name="Rounded Rectangle 5"/>
          <p:cNvSpPr/>
          <p:nvPr/>
        </p:nvSpPr>
        <p:spPr>
          <a:xfrm>
            <a:off x="640080" y="1828800"/>
            <a:ext cx="4709160" cy="297180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1956816"/>
            <a:ext cx="4379976" cy="320040"/>
          </a:xfrm>
          <a:prstGeom prst="rect">
            <a:avLst/>
          </a:prstGeom>
          <a:noFill/>
        </p:spPr>
        <p:txBody>
          <a:bodyPr wrap="none" lIns="36576" rIns="36576" tIns="36576" bIns="36576" anchor="t">
            <a:spAutoFit/>
          </a:bodyPr>
          <a:lstStyle/>
          <a:p>
            <a:pPr algn="l"/>
            <a:r>
              <a:rPr sz="1600" b="1">
                <a:solidFill>
                  <a:srgbClr val="3D3C38"/>
                </a:solidFill>
                <a:latin typeface="Arial"/>
              </a:rPr>
              <a:t>Problem statement</a:t>
            </a:r>
          </a:p>
        </p:txBody>
      </p:sp>
      <p:sp>
        <p:nvSpPr>
          <p:cNvPr id="8" name="TextBox 7"/>
          <p:cNvSpPr txBox="1"/>
          <p:nvPr/>
        </p:nvSpPr>
        <p:spPr>
          <a:xfrm>
            <a:off x="804671" y="2359152"/>
            <a:ext cx="4379976" cy="2313432"/>
          </a:xfrm>
          <a:prstGeom prst="rect">
            <a:avLst/>
          </a:prstGeom>
          <a:noFill/>
        </p:spPr>
        <p:txBody>
          <a:bodyPr wrap="square" lIns="36576" rIns="36576" tIns="36576" bIns="36576" anchor="t">
            <a:normAutofit/>
          </a:bodyPr>
          <a:lstStyle/>
          <a:p>
            <a:pPr algn="l"/>
            <a:r>
              <a:rPr sz="1200" b="0">
                <a:solidFill>
                  <a:srgbClr val="3D3C38"/>
                </a:solidFill>
                <a:latin typeface="Arial"/>
              </a:rPr>
              <a:t>Patient information is distributed across multiple platforms, identifiers and domains. Investigating one member can require repeated searches and manual reconciliation.
Users must find the member, locate the right data, reconcile context across claims / eligibility / Rx / labs, and translate business questions into technical queries.</a:t>
            </a:r>
          </a:p>
        </p:txBody>
      </p:sp>
      <p:sp>
        <p:nvSpPr>
          <p:cNvPr id="9" name="Rounded Rectangle 8"/>
          <p:cNvSpPr/>
          <p:nvPr/>
        </p:nvSpPr>
        <p:spPr>
          <a:xfrm>
            <a:off x="5532120" y="1828800"/>
            <a:ext cx="4709160" cy="297180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96712" y="1956816"/>
            <a:ext cx="4379976" cy="320040"/>
          </a:xfrm>
          <a:prstGeom prst="rect">
            <a:avLst/>
          </a:prstGeom>
          <a:noFill/>
        </p:spPr>
        <p:txBody>
          <a:bodyPr wrap="none" lIns="36576" rIns="36576" tIns="36576" bIns="36576" anchor="t">
            <a:spAutoFit/>
          </a:bodyPr>
          <a:lstStyle/>
          <a:p>
            <a:pPr algn="l"/>
            <a:r>
              <a:rPr sz="1600" b="1">
                <a:solidFill>
                  <a:srgbClr val="3D3C38"/>
                </a:solidFill>
                <a:latin typeface="Arial"/>
              </a:rPr>
              <a:t>Solution</a:t>
            </a:r>
          </a:p>
        </p:txBody>
      </p:sp>
      <p:sp>
        <p:nvSpPr>
          <p:cNvPr id="11" name="TextBox 10"/>
          <p:cNvSpPr txBox="1"/>
          <p:nvPr/>
        </p:nvSpPr>
        <p:spPr>
          <a:xfrm>
            <a:off x="5696712" y="2359152"/>
            <a:ext cx="4379976" cy="2313432"/>
          </a:xfrm>
          <a:prstGeom prst="rect">
            <a:avLst/>
          </a:prstGeom>
          <a:noFill/>
        </p:spPr>
        <p:txBody>
          <a:bodyPr wrap="square" lIns="36576" rIns="36576" tIns="36576" bIns="36576" anchor="t">
            <a:normAutofit/>
          </a:bodyPr>
          <a:lstStyle/>
          <a:p>
            <a:pPr algn="l"/>
            <a:r>
              <a:rPr sz="1200" b="0">
                <a:solidFill>
                  <a:srgbClr val="3D3C38"/>
                </a:solidFill>
                <a:latin typeface="Arial"/>
              </a:rPr>
              <a:t>Patient Insights brings multiple data sources into one searchable experience, with drill-down views and an AI layer for natural-language questions.
One entry point → patient context → business question → source-aware answer.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18288" rIns="18288"/>
          <a:lstStyle/>
          <a:p>
            <a:r>
              <a:rPr sz="2800" b="0">
                <a:solidFill>
                  <a:srgbClr val="3D3C38"/>
                </a:solidFill>
                <a:latin typeface="Arial"/>
              </a:rPr>
              <a:t>Business Challenges</a:t>
            </a:r>
          </a:p>
        </p:txBody>
      </p:sp>
      <p:sp>
        <p:nvSpPr>
          <p:cNvPr id="3" name="Text Placeholder 2"/>
          <p:cNvSpPr>
            <a:spLocks noGrp="1"/>
          </p:cNvSpPr>
          <p:nvPr>
            <p:ph type="body"/>
          </p:nvPr>
        </p:nvSpPr>
        <p:spPr/>
        <p:txBody>
          <a:bodyPr/>
          <a:lstStyle/>
          <a:p/>
        </p:txBody>
      </p:sp>
      <p:sp>
        <p:nvSpPr>
          <p:cNvPr id="4" name="TextBox 3"/>
          <p:cNvSpPr txBox="1"/>
          <p:nvPr/>
        </p:nvSpPr>
        <p:spPr>
          <a:xfrm>
            <a:off x="594360" y="932688"/>
            <a:ext cx="2286000" cy="256032"/>
          </a:xfrm>
          <a:prstGeom prst="rect">
            <a:avLst/>
          </a:prstGeom>
          <a:noFill/>
        </p:spPr>
        <p:txBody>
          <a:bodyPr wrap="none" lIns="36576" rIns="36576" tIns="36576" bIns="36576" anchor="t">
            <a:spAutoFit/>
          </a:bodyPr>
          <a:lstStyle/>
          <a:p>
            <a:pPr algn="l"/>
            <a:r>
              <a:rPr sz="1000" b="1">
                <a:solidFill>
                  <a:srgbClr val="FF612B"/>
                </a:solidFill>
                <a:latin typeface="Arial"/>
              </a:rPr>
              <a:t>PROBLEM</a:t>
            </a:r>
          </a:p>
        </p:txBody>
      </p:sp>
      <p:sp>
        <p:nvSpPr>
          <p:cNvPr id="5" name="TextBox 4"/>
          <p:cNvSpPr txBox="1"/>
          <p:nvPr/>
        </p:nvSpPr>
        <p:spPr>
          <a:xfrm>
            <a:off x="594360" y="1143000"/>
            <a:ext cx="9875520" cy="438912"/>
          </a:xfrm>
          <a:prstGeom prst="rect">
            <a:avLst/>
          </a:prstGeom>
          <a:noFill/>
        </p:spPr>
        <p:txBody>
          <a:bodyPr wrap="square" lIns="36576" rIns="36576" tIns="36576" bIns="36576" anchor="t">
            <a:normAutofit/>
          </a:bodyPr>
          <a:lstStyle/>
          <a:p>
            <a:pPr algn="l"/>
            <a:r>
              <a:rPr sz="1300" b="0">
                <a:solidFill>
                  <a:srgbClr val="8A8780"/>
                </a:solidFill>
                <a:latin typeface="Arial"/>
              </a:rPr>
              <a:t>The business cost of fragmented patient information.</a:t>
            </a:r>
          </a:p>
        </p:txBody>
      </p:sp>
      <p:sp>
        <p:nvSpPr>
          <p:cNvPr id="6" name="Rounded Rectangle 5"/>
          <p:cNvSpPr/>
          <p:nvPr/>
        </p:nvSpPr>
        <p:spPr>
          <a:xfrm>
            <a:off x="640080" y="1874519"/>
            <a:ext cx="2331720" cy="1828800"/>
          </a:xfrm>
          <a:prstGeom prst="roundRect">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86384" y="2039112"/>
            <a:ext cx="438912" cy="438912"/>
          </a:xfrm>
          <a:prstGeom prst="ellipse">
            <a:avLst/>
          </a:prstGeom>
          <a:solidFill>
            <a:srgbClr val="FF6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2057400"/>
            <a:ext cx="438912" cy="329184"/>
          </a:xfrm>
          <a:prstGeom prst="rect">
            <a:avLst/>
          </a:prstGeom>
          <a:noFill/>
        </p:spPr>
        <p:txBody>
          <a:bodyPr wrap="none" lIns="0" rIns="0" tIns="0" bIns="0" anchor="ctr">
            <a:spAutoFit/>
          </a:bodyPr>
          <a:lstStyle/>
          <a:p>
            <a:pPr algn="ctr"/>
            <a:r>
              <a:rPr sz="1200" b="1">
                <a:solidFill>
                  <a:srgbClr val="FFFFFF"/>
                </a:solidFill>
                <a:latin typeface="Arial"/>
              </a:rPr>
              <a:t>1</a:t>
            </a:r>
          </a:p>
        </p:txBody>
      </p:sp>
      <p:sp>
        <p:nvSpPr>
          <p:cNvPr id="9" name="TextBox 8"/>
          <p:cNvSpPr txBox="1"/>
          <p:nvPr/>
        </p:nvSpPr>
        <p:spPr>
          <a:xfrm>
            <a:off x="1325880" y="2020824"/>
            <a:ext cx="1508760" cy="365760"/>
          </a:xfrm>
          <a:prstGeom prst="rect">
            <a:avLst/>
          </a:prstGeom>
          <a:noFill/>
        </p:spPr>
        <p:txBody>
          <a:bodyPr wrap="none" lIns="36576" rIns="36576" tIns="36576" bIns="36576" anchor="t">
            <a:spAutoFit/>
          </a:bodyPr>
          <a:lstStyle/>
          <a:p>
            <a:pPr algn="l"/>
            <a:r>
              <a:rPr sz="1500" b="1">
                <a:solidFill>
                  <a:srgbClr val="3D3C38"/>
                </a:solidFill>
                <a:latin typeface="Arial"/>
              </a:rPr>
              <a:t>Find the member</a:t>
            </a:r>
          </a:p>
        </p:txBody>
      </p:sp>
      <p:sp>
        <p:nvSpPr>
          <p:cNvPr id="10" name="TextBox 9"/>
          <p:cNvSpPr txBox="1"/>
          <p:nvPr/>
        </p:nvSpPr>
        <p:spPr>
          <a:xfrm>
            <a:off x="804671" y="2587752"/>
            <a:ext cx="2002536" cy="960120"/>
          </a:xfrm>
          <a:prstGeom prst="rect">
            <a:avLst/>
          </a:prstGeom>
          <a:noFill/>
        </p:spPr>
        <p:txBody>
          <a:bodyPr wrap="square" lIns="36576" rIns="36576" tIns="36576" bIns="36576" anchor="t">
            <a:normAutofit/>
          </a:bodyPr>
          <a:lstStyle/>
          <a:p>
            <a:pPr algn="l"/>
            <a:r>
              <a:rPr sz="1100" b="0">
                <a:solidFill>
                  <a:srgbClr val="3D3C38"/>
                </a:solidFill>
                <a:latin typeface="Arial"/>
              </a:rPr>
              <a:t>Identify the patient across enterprise/source identifiers.</a:t>
            </a:r>
          </a:p>
        </p:txBody>
      </p:sp>
      <p:sp>
        <p:nvSpPr>
          <p:cNvPr id="11" name="Rounded Rectangle 10"/>
          <p:cNvSpPr/>
          <p:nvPr/>
        </p:nvSpPr>
        <p:spPr>
          <a:xfrm>
            <a:off x="3337560" y="1874519"/>
            <a:ext cx="2331720" cy="1828800"/>
          </a:xfrm>
          <a:prstGeom prst="roundRect">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483864" y="2039112"/>
            <a:ext cx="438912" cy="438912"/>
          </a:xfrm>
          <a:prstGeom prst="ellipse">
            <a:avLst/>
          </a:prstGeom>
          <a:solidFill>
            <a:srgbClr val="FF6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3864" y="2057400"/>
            <a:ext cx="438912" cy="329184"/>
          </a:xfrm>
          <a:prstGeom prst="rect">
            <a:avLst/>
          </a:prstGeom>
          <a:noFill/>
        </p:spPr>
        <p:txBody>
          <a:bodyPr wrap="none" lIns="0" rIns="0" tIns="0" bIns="0" anchor="ctr">
            <a:spAutoFit/>
          </a:bodyPr>
          <a:lstStyle/>
          <a:p>
            <a:pPr algn="ctr"/>
            <a:r>
              <a:rPr sz="1200" b="1">
                <a:solidFill>
                  <a:srgbClr val="FFFFFF"/>
                </a:solidFill>
                <a:latin typeface="Arial"/>
              </a:rPr>
              <a:t>2</a:t>
            </a:r>
          </a:p>
        </p:txBody>
      </p:sp>
      <p:sp>
        <p:nvSpPr>
          <p:cNvPr id="14" name="TextBox 13"/>
          <p:cNvSpPr txBox="1"/>
          <p:nvPr/>
        </p:nvSpPr>
        <p:spPr>
          <a:xfrm>
            <a:off x="4023360" y="2020824"/>
            <a:ext cx="1508760" cy="365760"/>
          </a:xfrm>
          <a:prstGeom prst="rect">
            <a:avLst/>
          </a:prstGeom>
          <a:noFill/>
        </p:spPr>
        <p:txBody>
          <a:bodyPr wrap="none" lIns="36576" rIns="36576" tIns="36576" bIns="36576" anchor="t">
            <a:spAutoFit/>
          </a:bodyPr>
          <a:lstStyle/>
          <a:p>
            <a:pPr algn="l"/>
            <a:r>
              <a:rPr sz="1500" b="1">
                <a:solidFill>
                  <a:srgbClr val="3D3C38"/>
                </a:solidFill>
                <a:latin typeface="Arial"/>
              </a:rPr>
              <a:t>Locate the data</a:t>
            </a:r>
          </a:p>
        </p:txBody>
      </p:sp>
      <p:sp>
        <p:nvSpPr>
          <p:cNvPr id="15" name="TextBox 14"/>
          <p:cNvSpPr txBox="1"/>
          <p:nvPr/>
        </p:nvSpPr>
        <p:spPr>
          <a:xfrm>
            <a:off x="3502152" y="2587752"/>
            <a:ext cx="2002536" cy="960120"/>
          </a:xfrm>
          <a:prstGeom prst="rect">
            <a:avLst/>
          </a:prstGeom>
          <a:noFill/>
        </p:spPr>
        <p:txBody>
          <a:bodyPr wrap="square" lIns="36576" rIns="36576" tIns="36576" bIns="36576" anchor="t">
            <a:normAutofit/>
          </a:bodyPr>
          <a:lstStyle/>
          <a:p>
            <a:pPr algn="l"/>
            <a:r>
              <a:rPr sz="1100" b="0">
                <a:solidFill>
                  <a:srgbClr val="3D3C38"/>
                </a:solidFill>
                <a:latin typeface="Arial"/>
              </a:rPr>
              <a:t>Determine which system and table contains the relevant information.</a:t>
            </a:r>
          </a:p>
        </p:txBody>
      </p:sp>
      <p:sp>
        <p:nvSpPr>
          <p:cNvPr id="16" name="Rounded Rectangle 15"/>
          <p:cNvSpPr/>
          <p:nvPr/>
        </p:nvSpPr>
        <p:spPr>
          <a:xfrm>
            <a:off x="6035040" y="1874519"/>
            <a:ext cx="2331720" cy="1828800"/>
          </a:xfrm>
          <a:prstGeom prst="roundRect">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181344" y="2039112"/>
            <a:ext cx="438912" cy="438912"/>
          </a:xfrm>
          <a:prstGeom prst="ellipse">
            <a:avLst/>
          </a:prstGeom>
          <a:solidFill>
            <a:srgbClr val="FF6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81344" y="2057400"/>
            <a:ext cx="438912" cy="329184"/>
          </a:xfrm>
          <a:prstGeom prst="rect">
            <a:avLst/>
          </a:prstGeom>
          <a:noFill/>
        </p:spPr>
        <p:txBody>
          <a:bodyPr wrap="none" lIns="0" rIns="0" tIns="0" bIns="0" anchor="ctr">
            <a:spAutoFit/>
          </a:bodyPr>
          <a:lstStyle/>
          <a:p>
            <a:pPr algn="ctr"/>
            <a:r>
              <a:rPr sz="1200" b="1">
                <a:solidFill>
                  <a:srgbClr val="FFFFFF"/>
                </a:solidFill>
                <a:latin typeface="Arial"/>
              </a:rPr>
              <a:t>3</a:t>
            </a:r>
          </a:p>
        </p:txBody>
      </p:sp>
      <p:sp>
        <p:nvSpPr>
          <p:cNvPr id="19" name="TextBox 18"/>
          <p:cNvSpPr txBox="1"/>
          <p:nvPr/>
        </p:nvSpPr>
        <p:spPr>
          <a:xfrm>
            <a:off x="6720840" y="2020824"/>
            <a:ext cx="1508760" cy="365760"/>
          </a:xfrm>
          <a:prstGeom prst="rect">
            <a:avLst/>
          </a:prstGeom>
          <a:noFill/>
        </p:spPr>
        <p:txBody>
          <a:bodyPr wrap="none" lIns="36576" rIns="36576" tIns="36576" bIns="36576" anchor="t">
            <a:spAutoFit/>
          </a:bodyPr>
          <a:lstStyle/>
          <a:p>
            <a:pPr algn="l"/>
            <a:r>
              <a:rPr sz="1500" b="1">
                <a:solidFill>
                  <a:srgbClr val="3D3C38"/>
                </a:solidFill>
                <a:latin typeface="Arial"/>
              </a:rPr>
              <a:t>Reconcile context</a:t>
            </a:r>
          </a:p>
        </p:txBody>
      </p:sp>
      <p:sp>
        <p:nvSpPr>
          <p:cNvPr id="20" name="TextBox 19"/>
          <p:cNvSpPr txBox="1"/>
          <p:nvPr/>
        </p:nvSpPr>
        <p:spPr>
          <a:xfrm>
            <a:off x="6199631" y="2587752"/>
            <a:ext cx="2002536" cy="960120"/>
          </a:xfrm>
          <a:prstGeom prst="rect">
            <a:avLst/>
          </a:prstGeom>
          <a:noFill/>
        </p:spPr>
        <p:txBody>
          <a:bodyPr wrap="square" lIns="36576" rIns="36576" tIns="36576" bIns="36576" anchor="t">
            <a:normAutofit/>
          </a:bodyPr>
          <a:lstStyle/>
          <a:p>
            <a:pPr algn="l"/>
            <a:r>
              <a:rPr sz="1100" b="0">
                <a:solidFill>
                  <a:srgbClr val="3D3C38"/>
                </a:solidFill>
                <a:latin typeface="Arial"/>
              </a:rPr>
              <a:t>Move between claims, eligibility, Rx, labs and history.</a:t>
            </a:r>
          </a:p>
        </p:txBody>
      </p:sp>
      <p:sp>
        <p:nvSpPr>
          <p:cNvPr id="21" name="Rounded Rectangle 20"/>
          <p:cNvSpPr/>
          <p:nvPr/>
        </p:nvSpPr>
        <p:spPr>
          <a:xfrm>
            <a:off x="8732520" y="1874519"/>
            <a:ext cx="2331720" cy="1828800"/>
          </a:xfrm>
          <a:prstGeom prst="roundRect">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878824" y="2039112"/>
            <a:ext cx="438912" cy="438912"/>
          </a:xfrm>
          <a:prstGeom prst="ellipse">
            <a:avLst/>
          </a:prstGeom>
          <a:solidFill>
            <a:srgbClr val="FF6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78824" y="2057400"/>
            <a:ext cx="438912" cy="329184"/>
          </a:xfrm>
          <a:prstGeom prst="rect">
            <a:avLst/>
          </a:prstGeom>
          <a:noFill/>
        </p:spPr>
        <p:txBody>
          <a:bodyPr wrap="none" lIns="0" rIns="0" tIns="0" bIns="0" anchor="ctr">
            <a:spAutoFit/>
          </a:bodyPr>
          <a:lstStyle/>
          <a:p>
            <a:pPr algn="ctr"/>
            <a:r>
              <a:rPr sz="1200" b="1">
                <a:solidFill>
                  <a:srgbClr val="FFFFFF"/>
                </a:solidFill>
                <a:latin typeface="Arial"/>
              </a:rPr>
              <a:t>4</a:t>
            </a:r>
          </a:p>
        </p:txBody>
      </p:sp>
      <p:sp>
        <p:nvSpPr>
          <p:cNvPr id="24" name="TextBox 23"/>
          <p:cNvSpPr txBox="1"/>
          <p:nvPr/>
        </p:nvSpPr>
        <p:spPr>
          <a:xfrm>
            <a:off x="9418320" y="2020824"/>
            <a:ext cx="1508760" cy="365760"/>
          </a:xfrm>
          <a:prstGeom prst="rect">
            <a:avLst/>
          </a:prstGeom>
          <a:noFill/>
        </p:spPr>
        <p:txBody>
          <a:bodyPr wrap="none" lIns="36576" rIns="36576" tIns="36576" bIns="36576" anchor="t">
            <a:spAutoFit/>
          </a:bodyPr>
          <a:lstStyle/>
          <a:p>
            <a:pPr algn="l"/>
            <a:r>
              <a:rPr sz="1500" b="1">
                <a:solidFill>
                  <a:srgbClr val="3D3C38"/>
                </a:solidFill>
                <a:latin typeface="Arial"/>
              </a:rPr>
              <a:t>Analyze the result</a:t>
            </a:r>
          </a:p>
        </p:txBody>
      </p:sp>
      <p:sp>
        <p:nvSpPr>
          <p:cNvPr id="25" name="TextBox 24"/>
          <p:cNvSpPr txBox="1"/>
          <p:nvPr/>
        </p:nvSpPr>
        <p:spPr>
          <a:xfrm>
            <a:off x="8897112" y="2587752"/>
            <a:ext cx="2002536" cy="960120"/>
          </a:xfrm>
          <a:prstGeom prst="rect">
            <a:avLst/>
          </a:prstGeom>
          <a:noFill/>
        </p:spPr>
        <p:txBody>
          <a:bodyPr wrap="square" lIns="36576" rIns="36576" tIns="36576" bIns="36576" anchor="t">
            <a:normAutofit/>
          </a:bodyPr>
          <a:lstStyle/>
          <a:p>
            <a:pPr algn="l"/>
            <a:r>
              <a:rPr sz="1100" b="0">
                <a:solidFill>
                  <a:srgbClr val="3D3C38"/>
                </a:solidFill>
                <a:latin typeface="Arial"/>
              </a:rPr>
              <a:t>Translate a business question into technical queries and calculations.</a:t>
            </a:r>
          </a:p>
        </p:txBody>
      </p:sp>
      <p:sp>
        <p:nvSpPr>
          <p:cNvPr id="26" name="Rounded Rectangle 25"/>
          <p:cNvSpPr/>
          <p:nvPr/>
        </p:nvSpPr>
        <p:spPr>
          <a:xfrm>
            <a:off x="640080" y="4069080"/>
            <a:ext cx="10424160" cy="310896"/>
          </a:xfrm>
          <a:prstGeom prst="roundRect">
            <a:avLst/>
          </a:prstGeom>
          <a:solidFill>
            <a:srgbClr val="EE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087368"/>
            <a:ext cx="10204704" cy="246888"/>
          </a:xfrm>
          <a:prstGeom prst="rect">
            <a:avLst/>
          </a:prstGeom>
          <a:noFill/>
        </p:spPr>
        <p:txBody>
          <a:bodyPr wrap="none" lIns="36576" rIns="36576" tIns="36576" bIns="36576" anchor="ctr">
            <a:spAutoFit/>
          </a:bodyPr>
          <a:lstStyle/>
          <a:p>
            <a:pPr algn="l"/>
            <a:r>
              <a:rPr sz="1000" b="1">
                <a:solidFill>
                  <a:srgbClr val="3D3C38"/>
                </a:solidFill>
                <a:latin typeface="Arial"/>
              </a:rPr>
              <a:t>WHAT THE PLATFORM CHANGES</a:t>
            </a:r>
          </a:p>
        </p:txBody>
      </p:sp>
      <p:sp>
        <p:nvSpPr>
          <p:cNvPr id="28" name="Rounded Rectangle 27"/>
          <p:cNvSpPr/>
          <p:nvPr/>
        </p:nvSpPr>
        <p:spPr>
          <a:xfrm>
            <a:off x="640080" y="4526280"/>
            <a:ext cx="2468880" cy="1143000"/>
          </a:xfrm>
          <a:prstGeom prst="roundRect">
            <a:avLst/>
          </a:prstGeom>
          <a:solidFill>
            <a:srgbClr val="FF612B"/>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1" y="4654296"/>
            <a:ext cx="2139696" cy="320040"/>
          </a:xfrm>
          <a:prstGeom prst="rect">
            <a:avLst/>
          </a:prstGeom>
          <a:noFill/>
        </p:spPr>
        <p:txBody>
          <a:bodyPr wrap="none" lIns="36576" rIns="36576" tIns="36576" bIns="36576" anchor="t">
            <a:spAutoFit/>
          </a:bodyPr>
          <a:lstStyle/>
          <a:p>
            <a:pPr algn="l"/>
            <a:r>
              <a:rPr sz="1300" b="1">
                <a:solidFill>
                  <a:srgbClr val="FFFFFF"/>
                </a:solidFill>
                <a:latin typeface="Arial"/>
              </a:rPr>
              <a:t>One entry point</a:t>
            </a:r>
          </a:p>
        </p:txBody>
      </p:sp>
      <p:sp>
        <p:nvSpPr>
          <p:cNvPr id="30" name="TextBox 29"/>
          <p:cNvSpPr txBox="1"/>
          <p:nvPr/>
        </p:nvSpPr>
        <p:spPr>
          <a:xfrm>
            <a:off x="804671" y="5056632"/>
            <a:ext cx="2139696" cy="484632"/>
          </a:xfrm>
          <a:prstGeom prst="rect">
            <a:avLst/>
          </a:prstGeom>
          <a:noFill/>
        </p:spPr>
        <p:txBody>
          <a:bodyPr wrap="square" lIns="36576" rIns="36576" tIns="36576" bIns="36576" anchor="t">
            <a:normAutofit/>
          </a:bodyPr>
          <a:lstStyle/>
          <a:p>
            <a:pPr algn="l"/>
            <a:r>
              <a:rPr sz="1000" b="0">
                <a:solidFill>
                  <a:srgbClr val="FFFFFF"/>
                </a:solidFill>
                <a:latin typeface="Arial"/>
              </a:rPr>
              <a:t>Search and explore the member from a single interface.</a:t>
            </a:r>
          </a:p>
        </p:txBody>
      </p:sp>
      <p:sp>
        <p:nvSpPr>
          <p:cNvPr id="31" name="Rounded Rectangle 30"/>
          <p:cNvSpPr/>
          <p:nvPr/>
        </p:nvSpPr>
        <p:spPr>
          <a:xfrm>
            <a:off x="3310128" y="4526280"/>
            <a:ext cx="2468880" cy="114300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74720" y="4654296"/>
            <a:ext cx="2139696" cy="320040"/>
          </a:xfrm>
          <a:prstGeom prst="rect">
            <a:avLst/>
          </a:prstGeom>
          <a:noFill/>
        </p:spPr>
        <p:txBody>
          <a:bodyPr wrap="none" lIns="36576" rIns="36576" tIns="36576" bIns="36576" anchor="t">
            <a:spAutoFit/>
          </a:bodyPr>
          <a:lstStyle/>
          <a:p>
            <a:pPr algn="l"/>
            <a:r>
              <a:rPr sz="1300" b="1">
                <a:solidFill>
                  <a:srgbClr val="3D3C38"/>
                </a:solidFill>
                <a:latin typeface="Arial"/>
              </a:rPr>
              <a:t>Less context switching</a:t>
            </a:r>
          </a:p>
        </p:txBody>
      </p:sp>
      <p:sp>
        <p:nvSpPr>
          <p:cNvPr id="33" name="TextBox 32"/>
          <p:cNvSpPr txBox="1"/>
          <p:nvPr/>
        </p:nvSpPr>
        <p:spPr>
          <a:xfrm>
            <a:off x="3474720" y="5056632"/>
            <a:ext cx="2139696" cy="484632"/>
          </a:xfrm>
          <a:prstGeom prst="rect">
            <a:avLst/>
          </a:prstGeom>
          <a:noFill/>
        </p:spPr>
        <p:txBody>
          <a:bodyPr wrap="square" lIns="36576" rIns="36576" tIns="36576" bIns="36576" anchor="t">
            <a:normAutofit/>
          </a:bodyPr>
          <a:lstStyle/>
          <a:p>
            <a:pPr algn="l"/>
            <a:r>
              <a:rPr sz="1000" b="0">
                <a:solidFill>
                  <a:srgbClr val="3D3C38"/>
                </a:solidFill>
                <a:latin typeface="Arial"/>
              </a:rPr>
              <a:t>Keep the analytical session and previous results available.</a:t>
            </a:r>
          </a:p>
        </p:txBody>
      </p:sp>
      <p:sp>
        <p:nvSpPr>
          <p:cNvPr id="34" name="Rounded Rectangle 33"/>
          <p:cNvSpPr/>
          <p:nvPr/>
        </p:nvSpPr>
        <p:spPr>
          <a:xfrm>
            <a:off x="5980176" y="4526280"/>
            <a:ext cx="2468880" cy="114300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44768" y="4654296"/>
            <a:ext cx="2139696" cy="320040"/>
          </a:xfrm>
          <a:prstGeom prst="rect">
            <a:avLst/>
          </a:prstGeom>
          <a:noFill/>
        </p:spPr>
        <p:txBody>
          <a:bodyPr wrap="none" lIns="36576" rIns="36576" tIns="36576" bIns="36576" anchor="t">
            <a:spAutoFit/>
          </a:bodyPr>
          <a:lstStyle/>
          <a:p>
            <a:pPr algn="l"/>
            <a:r>
              <a:rPr sz="1300" b="1">
                <a:solidFill>
                  <a:srgbClr val="3D3C38"/>
                </a:solidFill>
                <a:latin typeface="Arial"/>
              </a:rPr>
              <a:t>Natural-language access</a:t>
            </a:r>
          </a:p>
        </p:txBody>
      </p:sp>
      <p:sp>
        <p:nvSpPr>
          <p:cNvPr id="36" name="TextBox 35"/>
          <p:cNvSpPr txBox="1"/>
          <p:nvPr/>
        </p:nvSpPr>
        <p:spPr>
          <a:xfrm>
            <a:off x="6144768" y="5056632"/>
            <a:ext cx="2139696" cy="484632"/>
          </a:xfrm>
          <a:prstGeom prst="rect">
            <a:avLst/>
          </a:prstGeom>
          <a:noFill/>
        </p:spPr>
        <p:txBody>
          <a:bodyPr wrap="square" lIns="36576" rIns="36576" tIns="36576" bIns="36576" anchor="t">
            <a:normAutofit/>
          </a:bodyPr>
          <a:lstStyle/>
          <a:p>
            <a:pPr algn="l"/>
            <a:r>
              <a:rPr sz="1000" b="0">
                <a:solidFill>
                  <a:srgbClr val="3D3C38"/>
                </a:solidFill>
                <a:latin typeface="Arial"/>
              </a:rPr>
              <a:t>Ask questions without manually constructing every SQL query.</a:t>
            </a:r>
          </a:p>
        </p:txBody>
      </p:sp>
      <p:sp>
        <p:nvSpPr>
          <p:cNvPr id="37" name="Rounded Rectangle 36"/>
          <p:cNvSpPr/>
          <p:nvPr/>
        </p:nvSpPr>
        <p:spPr>
          <a:xfrm>
            <a:off x="8650224" y="4526280"/>
            <a:ext cx="2468880" cy="114300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14816" y="4654296"/>
            <a:ext cx="2139696" cy="320040"/>
          </a:xfrm>
          <a:prstGeom prst="rect">
            <a:avLst/>
          </a:prstGeom>
          <a:noFill/>
        </p:spPr>
        <p:txBody>
          <a:bodyPr wrap="none" lIns="36576" rIns="36576" tIns="36576" bIns="36576" anchor="t">
            <a:spAutoFit/>
          </a:bodyPr>
          <a:lstStyle/>
          <a:p>
            <a:pPr algn="l"/>
            <a:r>
              <a:rPr sz="1300" b="1">
                <a:solidFill>
                  <a:srgbClr val="3D3C38"/>
                </a:solidFill>
                <a:latin typeface="Arial"/>
              </a:rPr>
              <a:t>Faster repeat actions</a:t>
            </a:r>
          </a:p>
        </p:txBody>
      </p:sp>
      <p:sp>
        <p:nvSpPr>
          <p:cNvPr id="39" name="TextBox 38"/>
          <p:cNvSpPr txBox="1"/>
          <p:nvPr/>
        </p:nvSpPr>
        <p:spPr>
          <a:xfrm>
            <a:off x="8814816" y="5056632"/>
            <a:ext cx="2139696" cy="484632"/>
          </a:xfrm>
          <a:prstGeom prst="rect">
            <a:avLst/>
          </a:prstGeom>
          <a:noFill/>
        </p:spPr>
        <p:txBody>
          <a:bodyPr wrap="square" lIns="36576" rIns="36576" tIns="36576" bIns="36576" anchor="t">
            <a:normAutofit/>
          </a:bodyPr>
          <a:lstStyle/>
          <a:p>
            <a:pPr algn="l"/>
            <a:r>
              <a:rPr sz="1000" b="0">
                <a:solidFill>
                  <a:srgbClr val="3D3C38"/>
                </a:solidFill>
                <a:latin typeface="Arial"/>
              </a:rPr>
              <a:t>Caching and prefetching reduce repeated source calls.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18288" rIns="18288"/>
          <a:lstStyle/>
          <a:p>
            <a:r>
              <a:rPr sz="2800" b="0">
                <a:solidFill>
                  <a:srgbClr val="3D3C38"/>
                </a:solidFill>
                <a:latin typeface="Arial"/>
              </a:rPr>
              <a:t>The Solution</a:t>
            </a:r>
          </a:p>
        </p:txBody>
      </p:sp>
      <p:sp>
        <p:nvSpPr>
          <p:cNvPr id="3" name="Text Placeholder 2"/>
          <p:cNvSpPr>
            <a:spLocks noGrp="1"/>
          </p:cNvSpPr>
          <p:nvPr>
            <p:ph type="body"/>
          </p:nvPr>
        </p:nvSpPr>
        <p:spPr/>
        <p:txBody>
          <a:bodyPr/>
          <a:lstStyle/>
          <a:p/>
        </p:txBody>
      </p:sp>
      <p:sp>
        <p:nvSpPr>
          <p:cNvPr id="4" name="TextBox 3"/>
          <p:cNvSpPr txBox="1"/>
          <p:nvPr/>
        </p:nvSpPr>
        <p:spPr>
          <a:xfrm>
            <a:off x="594360" y="932688"/>
            <a:ext cx="2286000" cy="256032"/>
          </a:xfrm>
          <a:prstGeom prst="rect">
            <a:avLst/>
          </a:prstGeom>
          <a:noFill/>
        </p:spPr>
        <p:txBody>
          <a:bodyPr wrap="none" lIns="36576" rIns="36576" tIns="36576" bIns="36576" anchor="t">
            <a:spAutoFit/>
          </a:bodyPr>
          <a:lstStyle/>
          <a:p>
            <a:pPr algn="l"/>
            <a:r>
              <a:rPr sz="1000" b="1">
                <a:solidFill>
                  <a:srgbClr val="FF612B"/>
                </a:solidFill>
                <a:latin typeface="Arial"/>
              </a:rPr>
              <a:t>SOLUTION</a:t>
            </a:r>
          </a:p>
        </p:txBody>
      </p:sp>
      <p:sp>
        <p:nvSpPr>
          <p:cNvPr id="5" name="TextBox 4"/>
          <p:cNvSpPr txBox="1"/>
          <p:nvPr/>
        </p:nvSpPr>
        <p:spPr>
          <a:xfrm>
            <a:off x="594360" y="1143000"/>
            <a:ext cx="9875520" cy="438912"/>
          </a:xfrm>
          <a:prstGeom prst="rect">
            <a:avLst/>
          </a:prstGeom>
          <a:noFill/>
        </p:spPr>
        <p:txBody>
          <a:bodyPr wrap="square" lIns="36576" rIns="36576" tIns="36576" bIns="36576" anchor="t">
            <a:normAutofit/>
          </a:bodyPr>
          <a:lstStyle/>
          <a:p>
            <a:pPr algn="l"/>
            <a:r>
              <a:rPr sz="1300" b="0">
                <a:solidFill>
                  <a:srgbClr val="8A8780"/>
                </a:solidFill>
                <a:latin typeface="Arial"/>
              </a:rPr>
              <a:t>A business-facing view of the end-to-end platform.</a:t>
            </a:r>
          </a:p>
        </p:txBody>
      </p:sp>
      <p:sp>
        <p:nvSpPr>
          <p:cNvPr id="6" name="Rounded Rectangle 5"/>
          <p:cNvSpPr/>
          <p:nvPr/>
        </p:nvSpPr>
        <p:spPr>
          <a:xfrm>
            <a:off x="640080" y="1783080"/>
            <a:ext cx="1920240" cy="141732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1911095"/>
            <a:ext cx="1591056" cy="320040"/>
          </a:xfrm>
          <a:prstGeom prst="rect">
            <a:avLst/>
          </a:prstGeom>
          <a:noFill/>
        </p:spPr>
        <p:txBody>
          <a:bodyPr wrap="none" lIns="36576" rIns="36576" tIns="36576" bIns="36576" anchor="t">
            <a:spAutoFit/>
          </a:bodyPr>
          <a:lstStyle/>
          <a:p>
            <a:pPr algn="l"/>
            <a:r>
              <a:rPr sz="1400" b="1">
                <a:solidFill>
                  <a:srgbClr val="3D3C38"/>
                </a:solidFill>
                <a:latin typeface="Arial"/>
              </a:rPr>
              <a:t>USER</a:t>
            </a:r>
          </a:p>
        </p:txBody>
      </p:sp>
      <p:sp>
        <p:nvSpPr>
          <p:cNvPr id="8" name="TextBox 7"/>
          <p:cNvSpPr txBox="1"/>
          <p:nvPr/>
        </p:nvSpPr>
        <p:spPr>
          <a:xfrm>
            <a:off x="804671" y="2313432"/>
            <a:ext cx="1591056" cy="758952"/>
          </a:xfrm>
          <a:prstGeom prst="rect">
            <a:avLst/>
          </a:prstGeom>
          <a:noFill/>
        </p:spPr>
        <p:txBody>
          <a:bodyPr wrap="square" lIns="36576" rIns="36576" tIns="36576" bIns="36576" anchor="t">
            <a:normAutofit/>
          </a:bodyPr>
          <a:lstStyle/>
          <a:p>
            <a:pPr algn="l"/>
            <a:r>
              <a:rPr sz="1100" b="0">
                <a:solidFill>
                  <a:srgbClr val="3D3C38"/>
                </a:solidFill>
                <a:latin typeface="Arial"/>
              </a:rPr>
              <a:t>Clinical / analytical user</a:t>
            </a:r>
          </a:p>
        </p:txBody>
      </p:sp>
      <p:sp>
        <p:nvSpPr>
          <p:cNvPr id="9" name="Rounded Rectangle 8"/>
          <p:cNvSpPr/>
          <p:nvPr/>
        </p:nvSpPr>
        <p:spPr>
          <a:xfrm>
            <a:off x="2788920" y="1783080"/>
            <a:ext cx="2743200" cy="141732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53512" y="1911095"/>
            <a:ext cx="2414016" cy="320040"/>
          </a:xfrm>
          <a:prstGeom prst="rect">
            <a:avLst/>
          </a:prstGeom>
          <a:noFill/>
        </p:spPr>
        <p:txBody>
          <a:bodyPr wrap="none" lIns="36576" rIns="36576" tIns="36576" bIns="36576" anchor="t">
            <a:spAutoFit/>
          </a:bodyPr>
          <a:lstStyle/>
          <a:p>
            <a:pPr algn="l"/>
            <a:r>
              <a:rPr sz="1400" b="1">
                <a:solidFill>
                  <a:srgbClr val="3D3C38"/>
                </a:solidFill>
                <a:latin typeface="Arial"/>
              </a:rPr>
              <a:t>UNIFIED UI</a:t>
            </a:r>
          </a:p>
        </p:txBody>
      </p:sp>
      <p:sp>
        <p:nvSpPr>
          <p:cNvPr id="11" name="TextBox 10"/>
          <p:cNvSpPr txBox="1"/>
          <p:nvPr/>
        </p:nvSpPr>
        <p:spPr>
          <a:xfrm>
            <a:off x="2953512" y="2313432"/>
            <a:ext cx="2414016" cy="758952"/>
          </a:xfrm>
          <a:prstGeom prst="rect">
            <a:avLst/>
          </a:prstGeom>
          <a:noFill/>
        </p:spPr>
        <p:txBody>
          <a:bodyPr wrap="square" lIns="36576" rIns="36576" tIns="36576" bIns="36576" anchor="t">
            <a:normAutofit/>
          </a:bodyPr>
          <a:lstStyle/>
          <a:p>
            <a:pPr algn="l"/>
            <a:r>
              <a:rPr sz="1100" b="0">
                <a:solidFill>
                  <a:srgbClr val="3D3C38"/>
                </a:solidFill>
                <a:latin typeface="Arial"/>
              </a:rPr>
              <a:t>Search member • View panels • Ask questions</a:t>
            </a:r>
          </a:p>
        </p:txBody>
      </p:sp>
      <p:sp>
        <p:nvSpPr>
          <p:cNvPr id="12" name="Rounded Rectangle 11"/>
          <p:cNvSpPr/>
          <p:nvPr/>
        </p:nvSpPr>
        <p:spPr>
          <a:xfrm>
            <a:off x="5715000" y="1783080"/>
            <a:ext cx="4983480" cy="141732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79592" y="1911095"/>
            <a:ext cx="4654296" cy="320040"/>
          </a:xfrm>
          <a:prstGeom prst="rect">
            <a:avLst/>
          </a:prstGeom>
          <a:noFill/>
        </p:spPr>
        <p:txBody>
          <a:bodyPr wrap="none" lIns="36576" rIns="36576" tIns="36576" bIns="36576" anchor="t">
            <a:spAutoFit/>
          </a:bodyPr>
          <a:lstStyle/>
          <a:p>
            <a:pPr algn="l"/>
            <a:r>
              <a:rPr sz="1400" b="1">
                <a:solidFill>
                  <a:srgbClr val="3D3C38"/>
                </a:solidFill>
                <a:latin typeface="Arial"/>
              </a:rPr>
              <a:t>AI + ANALYTICS</a:t>
            </a:r>
          </a:p>
        </p:txBody>
      </p:sp>
      <p:sp>
        <p:nvSpPr>
          <p:cNvPr id="14" name="TextBox 13"/>
          <p:cNvSpPr txBox="1"/>
          <p:nvPr/>
        </p:nvSpPr>
        <p:spPr>
          <a:xfrm>
            <a:off x="5879592" y="2313432"/>
            <a:ext cx="4654296" cy="758952"/>
          </a:xfrm>
          <a:prstGeom prst="rect">
            <a:avLst/>
          </a:prstGeom>
          <a:noFill/>
        </p:spPr>
        <p:txBody>
          <a:bodyPr wrap="square" lIns="36576" rIns="36576" tIns="36576" bIns="36576" anchor="t">
            <a:normAutofit/>
          </a:bodyPr>
          <a:lstStyle/>
          <a:p>
            <a:pPr algn="l"/>
            <a:r>
              <a:rPr sz="1100" b="0">
                <a:solidFill>
                  <a:srgbClr val="3D3C38"/>
                </a:solidFill>
                <a:latin typeface="Arial"/>
              </a:rPr>
              <a:t>Intent • RAG • NL→SQL • Filters • Aggregations • Profiling • Visualizations</a:t>
            </a:r>
          </a:p>
        </p:txBody>
      </p:sp>
      <p:cxnSp>
        <p:nvCxnSpPr>
          <p:cNvPr id="15" name="Connector 14"/>
          <p:cNvCxnSpPr/>
          <p:nvPr/>
        </p:nvCxnSpPr>
        <p:spPr>
          <a:xfrm>
            <a:off x="2578608" y="2487168"/>
            <a:ext cx="182880" cy="0"/>
          </a:xfrm>
          <a:prstGeom prst="line">
            <a:avLst/>
          </a:prstGeom>
          <a:ln w="25400">
            <a:solidFill>
              <a:srgbClr val="FF612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532120" y="2487168"/>
            <a:ext cx="155448" cy="0"/>
          </a:xfrm>
          <a:prstGeom prst="line">
            <a:avLst/>
          </a:prstGeom>
          <a:ln w="25400">
            <a:solidFill>
              <a:srgbClr val="FF612B"/>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40080" y="3520440"/>
            <a:ext cx="4983480" cy="155448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 y="3648456"/>
            <a:ext cx="4654296" cy="320040"/>
          </a:xfrm>
          <a:prstGeom prst="rect">
            <a:avLst/>
          </a:prstGeom>
          <a:noFill/>
        </p:spPr>
        <p:txBody>
          <a:bodyPr wrap="none" lIns="36576" rIns="36576" tIns="36576" bIns="36576" anchor="t">
            <a:spAutoFit/>
          </a:bodyPr>
          <a:lstStyle/>
          <a:p>
            <a:pPr algn="l"/>
            <a:r>
              <a:rPr sz="1500" b="1">
                <a:solidFill>
                  <a:srgbClr val="3D3C38"/>
                </a:solidFill>
                <a:latin typeface="Arial"/>
              </a:rPr>
              <a:t>Enterprise data</a:t>
            </a:r>
          </a:p>
        </p:txBody>
      </p:sp>
      <p:sp>
        <p:nvSpPr>
          <p:cNvPr id="19" name="TextBox 18"/>
          <p:cNvSpPr txBox="1"/>
          <p:nvPr/>
        </p:nvSpPr>
        <p:spPr>
          <a:xfrm>
            <a:off x="804671" y="4050791"/>
            <a:ext cx="4654296" cy="896112"/>
          </a:xfrm>
          <a:prstGeom prst="rect">
            <a:avLst/>
          </a:prstGeom>
          <a:noFill/>
        </p:spPr>
        <p:txBody>
          <a:bodyPr wrap="square" lIns="36576" rIns="36576" tIns="36576" bIns="36576" anchor="t">
            <a:normAutofit/>
          </a:bodyPr>
          <a:lstStyle/>
          <a:p>
            <a:pPr algn="l"/>
            <a:r>
              <a:rPr sz="1100" b="0">
                <a:solidFill>
                  <a:srgbClr val="3D3C38"/>
                </a:solidFill>
                <a:latin typeface="Arial"/>
              </a:rPr>
              <a:t>Snowflake: CDCM, Refined, CDOS / COZEVA, DATACORE
Databricks: CURO, Unity Catalog</a:t>
            </a:r>
          </a:p>
        </p:txBody>
      </p:sp>
      <p:sp>
        <p:nvSpPr>
          <p:cNvPr id="20" name="Rounded Rectangle 19"/>
          <p:cNvSpPr/>
          <p:nvPr/>
        </p:nvSpPr>
        <p:spPr>
          <a:xfrm>
            <a:off x="5806440" y="3520440"/>
            <a:ext cx="4892040" cy="155448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71031" y="3648456"/>
            <a:ext cx="4562855" cy="320040"/>
          </a:xfrm>
          <a:prstGeom prst="rect">
            <a:avLst/>
          </a:prstGeom>
          <a:noFill/>
        </p:spPr>
        <p:txBody>
          <a:bodyPr wrap="none" lIns="36576" rIns="36576" tIns="36576" bIns="36576" anchor="t">
            <a:spAutoFit/>
          </a:bodyPr>
          <a:lstStyle/>
          <a:p>
            <a:pPr algn="l"/>
            <a:r>
              <a:rPr sz="1500" b="1">
                <a:solidFill>
                  <a:srgbClr val="3D3C38"/>
                </a:solidFill>
                <a:latin typeface="Arial"/>
              </a:rPr>
              <a:t>Performance layer</a:t>
            </a:r>
          </a:p>
        </p:txBody>
      </p:sp>
      <p:sp>
        <p:nvSpPr>
          <p:cNvPr id="22" name="TextBox 21"/>
          <p:cNvSpPr txBox="1"/>
          <p:nvPr/>
        </p:nvSpPr>
        <p:spPr>
          <a:xfrm>
            <a:off x="5971031" y="4050791"/>
            <a:ext cx="4562855" cy="896112"/>
          </a:xfrm>
          <a:prstGeom prst="rect">
            <a:avLst/>
          </a:prstGeom>
          <a:noFill/>
        </p:spPr>
        <p:txBody>
          <a:bodyPr wrap="square" lIns="36576" rIns="36576" tIns="36576" bIns="36576" anchor="t">
            <a:normAutofit/>
          </a:bodyPr>
          <a:lstStyle/>
          <a:p>
            <a:pPr algn="l"/>
            <a:r>
              <a:rPr sz="1100" b="0">
                <a:solidFill>
                  <a:srgbClr val="3D3C38"/>
                </a:solidFill>
                <a:latin typeface="Arial"/>
              </a:rPr>
              <a:t>Redis cache • in-memory fallback • background prefetch</a:t>
            </a:r>
          </a:p>
        </p:txBody>
      </p:sp>
      <p:sp>
        <p:nvSpPr>
          <p:cNvPr id="23" name="TextBox 22"/>
          <p:cNvSpPr txBox="1"/>
          <p:nvPr/>
        </p:nvSpPr>
        <p:spPr>
          <a:xfrm>
            <a:off x="640080" y="5349240"/>
            <a:ext cx="10058400" cy="502920"/>
          </a:xfrm>
          <a:prstGeom prst="rect">
            <a:avLst/>
          </a:prstGeom>
          <a:noFill/>
        </p:spPr>
        <p:txBody>
          <a:bodyPr wrap="none" lIns="36576" rIns="36576" tIns="36576" bIns="36576" anchor="t">
            <a:spAutoFit/>
          </a:bodyPr>
          <a:lstStyle/>
          <a:p>
            <a:pPr algn="l"/>
            <a:r>
              <a:rPr sz="1600" b="1">
                <a:solidFill>
                  <a:srgbClr val="FF612B"/>
                </a:solidFill>
                <a:latin typeface="Arial"/>
              </a:rPr>
              <a:t>The goal is not another data store; it is a single investigation experience.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18288" rIns="18288"/>
          <a:lstStyle/>
          <a:p>
            <a:r>
              <a:rPr sz="2800" b="0">
                <a:solidFill>
                  <a:srgbClr val="3D3C38"/>
                </a:solidFill>
                <a:latin typeface="Arial"/>
              </a:rPr>
              <a:t>The Flow</a:t>
            </a:r>
          </a:p>
        </p:txBody>
      </p:sp>
      <p:sp>
        <p:nvSpPr>
          <p:cNvPr id="3" name="Text Placeholder 2"/>
          <p:cNvSpPr>
            <a:spLocks noGrp="1"/>
          </p:cNvSpPr>
          <p:nvPr>
            <p:ph type="body"/>
          </p:nvPr>
        </p:nvSpPr>
        <p:spPr/>
        <p:txBody>
          <a:bodyPr/>
          <a:lstStyle/>
          <a:p/>
        </p:txBody>
      </p:sp>
      <p:sp>
        <p:nvSpPr>
          <p:cNvPr id="4" name="TextBox 3"/>
          <p:cNvSpPr txBox="1"/>
          <p:nvPr/>
        </p:nvSpPr>
        <p:spPr>
          <a:xfrm>
            <a:off x="594360" y="932688"/>
            <a:ext cx="2286000" cy="256032"/>
          </a:xfrm>
          <a:prstGeom prst="rect">
            <a:avLst/>
          </a:prstGeom>
          <a:noFill/>
        </p:spPr>
        <p:txBody>
          <a:bodyPr wrap="none" lIns="36576" rIns="36576" tIns="36576" bIns="36576" anchor="t">
            <a:spAutoFit/>
          </a:bodyPr>
          <a:lstStyle/>
          <a:p>
            <a:pPr algn="l"/>
            <a:r>
              <a:rPr sz="1000" b="1">
                <a:solidFill>
                  <a:srgbClr val="FF612B"/>
                </a:solidFill>
                <a:latin typeface="Arial"/>
              </a:rPr>
              <a:t>JOURNEY</a:t>
            </a:r>
          </a:p>
        </p:txBody>
      </p:sp>
      <p:sp>
        <p:nvSpPr>
          <p:cNvPr id="5" name="TextBox 4"/>
          <p:cNvSpPr txBox="1"/>
          <p:nvPr/>
        </p:nvSpPr>
        <p:spPr>
          <a:xfrm>
            <a:off x="594360" y="1143000"/>
            <a:ext cx="9875520" cy="438912"/>
          </a:xfrm>
          <a:prstGeom prst="rect">
            <a:avLst/>
          </a:prstGeom>
          <a:noFill/>
        </p:spPr>
        <p:txBody>
          <a:bodyPr wrap="square" lIns="36576" rIns="36576" tIns="36576" bIns="36576" anchor="t">
            <a:normAutofit/>
          </a:bodyPr>
          <a:lstStyle/>
          <a:p>
            <a:pPr algn="l"/>
            <a:r>
              <a:rPr sz="1300" b="0">
                <a:solidFill>
                  <a:srgbClr val="8A8780"/>
                </a:solidFill>
                <a:latin typeface="Arial"/>
              </a:rPr>
              <a:t>From patient search to insight.</a:t>
            </a:r>
          </a:p>
        </p:txBody>
      </p:sp>
      <p:sp>
        <p:nvSpPr>
          <p:cNvPr id="6" name="Rounded Rectangle 5"/>
          <p:cNvSpPr/>
          <p:nvPr/>
        </p:nvSpPr>
        <p:spPr>
          <a:xfrm>
            <a:off x="594360" y="1874519"/>
            <a:ext cx="1874519" cy="1828800"/>
          </a:xfrm>
          <a:prstGeom prst="roundRect">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0664" y="2039112"/>
            <a:ext cx="438912" cy="438912"/>
          </a:xfrm>
          <a:prstGeom prst="ellipse">
            <a:avLst/>
          </a:prstGeom>
          <a:solidFill>
            <a:srgbClr val="FF6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2057400"/>
            <a:ext cx="438912" cy="329184"/>
          </a:xfrm>
          <a:prstGeom prst="rect">
            <a:avLst/>
          </a:prstGeom>
          <a:noFill/>
        </p:spPr>
        <p:txBody>
          <a:bodyPr wrap="none" lIns="0" rIns="0" tIns="0" bIns="0" anchor="ctr">
            <a:spAutoFit/>
          </a:bodyPr>
          <a:lstStyle/>
          <a:p>
            <a:pPr algn="ctr"/>
            <a:r>
              <a:rPr sz="1200" b="1">
                <a:solidFill>
                  <a:srgbClr val="FFFFFF"/>
                </a:solidFill>
                <a:latin typeface="Arial"/>
              </a:rPr>
              <a:t>1</a:t>
            </a:r>
          </a:p>
        </p:txBody>
      </p:sp>
      <p:sp>
        <p:nvSpPr>
          <p:cNvPr id="9" name="TextBox 8"/>
          <p:cNvSpPr txBox="1"/>
          <p:nvPr/>
        </p:nvSpPr>
        <p:spPr>
          <a:xfrm>
            <a:off x="1280160" y="2020824"/>
            <a:ext cx="1051560" cy="365760"/>
          </a:xfrm>
          <a:prstGeom prst="rect">
            <a:avLst/>
          </a:prstGeom>
          <a:noFill/>
        </p:spPr>
        <p:txBody>
          <a:bodyPr wrap="none" lIns="36576" rIns="36576" tIns="36576" bIns="36576" anchor="t">
            <a:spAutoFit/>
          </a:bodyPr>
          <a:lstStyle/>
          <a:p>
            <a:pPr algn="l"/>
            <a:r>
              <a:rPr sz="1500" b="1">
                <a:solidFill>
                  <a:srgbClr val="3D3C38"/>
                </a:solidFill>
                <a:latin typeface="Arial"/>
              </a:rPr>
              <a:t>Search</a:t>
            </a:r>
          </a:p>
        </p:txBody>
      </p:sp>
      <p:sp>
        <p:nvSpPr>
          <p:cNvPr id="10" name="TextBox 9"/>
          <p:cNvSpPr txBox="1"/>
          <p:nvPr/>
        </p:nvSpPr>
        <p:spPr>
          <a:xfrm>
            <a:off x="758952" y="2587752"/>
            <a:ext cx="1545336" cy="960120"/>
          </a:xfrm>
          <a:prstGeom prst="rect">
            <a:avLst/>
          </a:prstGeom>
          <a:noFill/>
        </p:spPr>
        <p:txBody>
          <a:bodyPr wrap="square" lIns="36576" rIns="36576" tIns="36576" bIns="36576" anchor="t">
            <a:normAutofit/>
          </a:bodyPr>
          <a:lstStyle/>
          <a:p>
            <a:pPr algn="l"/>
            <a:r>
              <a:rPr sz="1100" b="0">
                <a:solidFill>
                  <a:srgbClr val="3D3C38"/>
                </a:solidFill>
                <a:latin typeface="Arial"/>
              </a:rPr>
              <a:t>Patient ID / Enterprise ID</a:t>
            </a:r>
          </a:p>
        </p:txBody>
      </p:sp>
      <p:cxnSp>
        <p:nvCxnSpPr>
          <p:cNvPr id="11" name="Connector 10"/>
          <p:cNvCxnSpPr/>
          <p:nvPr/>
        </p:nvCxnSpPr>
        <p:spPr>
          <a:xfrm>
            <a:off x="2468879" y="2788920"/>
            <a:ext cx="201169" cy="0"/>
          </a:xfrm>
          <a:prstGeom prst="line">
            <a:avLst/>
          </a:prstGeom>
          <a:ln w="25400">
            <a:solidFill>
              <a:srgbClr val="FF612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743200" y="1874519"/>
            <a:ext cx="1874519" cy="1828800"/>
          </a:xfrm>
          <a:prstGeom prst="roundRect">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889504" y="2039112"/>
            <a:ext cx="438912" cy="438912"/>
          </a:xfrm>
          <a:prstGeom prst="ellipse">
            <a:avLst/>
          </a:prstGeom>
          <a:solidFill>
            <a:srgbClr val="FF6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89504" y="2057400"/>
            <a:ext cx="438912" cy="329184"/>
          </a:xfrm>
          <a:prstGeom prst="rect">
            <a:avLst/>
          </a:prstGeom>
          <a:noFill/>
        </p:spPr>
        <p:txBody>
          <a:bodyPr wrap="none" lIns="0" rIns="0" tIns="0" bIns="0" anchor="ctr">
            <a:spAutoFit/>
          </a:bodyPr>
          <a:lstStyle/>
          <a:p>
            <a:pPr algn="ctr"/>
            <a:r>
              <a:rPr sz="1200" b="1">
                <a:solidFill>
                  <a:srgbClr val="FFFFFF"/>
                </a:solidFill>
                <a:latin typeface="Arial"/>
              </a:rPr>
              <a:t>2</a:t>
            </a:r>
          </a:p>
        </p:txBody>
      </p:sp>
      <p:sp>
        <p:nvSpPr>
          <p:cNvPr id="15" name="TextBox 14"/>
          <p:cNvSpPr txBox="1"/>
          <p:nvPr/>
        </p:nvSpPr>
        <p:spPr>
          <a:xfrm>
            <a:off x="3429000" y="2020824"/>
            <a:ext cx="1051560" cy="365760"/>
          </a:xfrm>
          <a:prstGeom prst="rect">
            <a:avLst/>
          </a:prstGeom>
          <a:noFill/>
        </p:spPr>
        <p:txBody>
          <a:bodyPr wrap="none" lIns="36576" rIns="36576" tIns="36576" bIns="36576" anchor="t">
            <a:spAutoFit/>
          </a:bodyPr>
          <a:lstStyle/>
          <a:p>
            <a:pPr algn="l"/>
            <a:r>
              <a:rPr sz="1500" b="1">
                <a:solidFill>
                  <a:srgbClr val="3D3C38"/>
                </a:solidFill>
                <a:latin typeface="Arial"/>
              </a:rPr>
              <a:t>Aggregate</a:t>
            </a:r>
          </a:p>
        </p:txBody>
      </p:sp>
      <p:sp>
        <p:nvSpPr>
          <p:cNvPr id="16" name="TextBox 15"/>
          <p:cNvSpPr txBox="1"/>
          <p:nvPr/>
        </p:nvSpPr>
        <p:spPr>
          <a:xfrm>
            <a:off x="2907792" y="2587752"/>
            <a:ext cx="1545336" cy="960120"/>
          </a:xfrm>
          <a:prstGeom prst="rect">
            <a:avLst/>
          </a:prstGeom>
          <a:noFill/>
        </p:spPr>
        <p:txBody>
          <a:bodyPr wrap="square" lIns="36576" rIns="36576" tIns="36576" bIns="36576" anchor="t">
            <a:normAutofit/>
          </a:bodyPr>
          <a:lstStyle/>
          <a:p>
            <a:pPr algn="l"/>
            <a:r>
              <a:rPr sz="1100" b="0">
                <a:solidFill>
                  <a:srgbClr val="3D3C38"/>
                </a:solidFill>
                <a:latin typeface="Arial"/>
              </a:rPr>
              <a:t>Six source panels in parallel</a:t>
            </a:r>
          </a:p>
        </p:txBody>
      </p:sp>
      <p:cxnSp>
        <p:nvCxnSpPr>
          <p:cNvPr id="17" name="Connector 16"/>
          <p:cNvCxnSpPr/>
          <p:nvPr/>
        </p:nvCxnSpPr>
        <p:spPr>
          <a:xfrm>
            <a:off x="4617720" y="2788920"/>
            <a:ext cx="201168" cy="0"/>
          </a:xfrm>
          <a:prstGeom prst="line">
            <a:avLst/>
          </a:prstGeom>
          <a:ln w="25400">
            <a:solidFill>
              <a:srgbClr val="FF612B"/>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892040" y="1874519"/>
            <a:ext cx="1874519" cy="1828800"/>
          </a:xfrm>
          <a:prstGeom prst="roundRect">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038344" y="2039112"/>
            <a:ext cx="438912" cy="438912"/>
          </a:xfrm>
          <a:prstGeom prst="ellipse">
            <a:avLst/>
          </a:prstGeom>
          <a:solidFill>
            <a:srgbClr val="FF6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8344" y="2057400"/>
            <a:ext cx="438912" cy="329184"/>
          </a:xfrm>
          <a:prstGeom prst="rect">
            <a:avLst/>
          </a:prstGeom>
          <a:noFill/>
        </p:spPr>
        <p:txBody>
          <a:bodyPr wrap="none" lIns="0" rIns="0" tIns="0" bIns="0" anchor="ctr">
            <a:spAutoFit/>
          </a:bodyPr>
          <a:lstStyle/>
          <a:p>
            <a:pPr algn="ctr"/>
            <a:r>
              <a:rPr sz="1200" b="1">
                <a:solidFill>
                  <a:srgbClr val="FFFFFF"/>
                </a:solidFill>
                <a:latin typeface="Arial"/>
              </a:rPr>
              <a:t>3</a:t>
            </a:r>
          </a:p>
        </p:txBody>
      </p:sp>
      <p:sp>
        <p:nvSpPr>
          <p:cNvPr id="21" name="TextBox 20"/>
          <p:cNvSpPr txBox="1"/>
          <p:nvPr/>
        </p:nvSpPr>
        <p:spPr>
          <a:xfrm>
            <a:off x="5577840" y="2020824"/>
            <a:ext cx="1051560" cy="365760"/>
          </a:xfrm>
          <a:prstGeom prst="rect">
            <a:avLst/>
          </a:prstGeom>
          <a:noFill/>
        </p:spPr>
        <p:txBody>
          <a:bodyPr wrap="none" lIns="36576" rIns="36576" tIns="36576" bIns="36576" anchor="t">
            <a:spAutoFit/>
          </a:bodyPr>
          <a:lstStyle/>
          <a:p>
            <a:pPr algn="l"/>
            <a:r>
              <a:rPr sz="1500" b="1">
                <a:solidFill>
                  <a:srgbClr val="3D3C38"/>
                </a:solidFill>
                <a:latin typeface="Arial"/>
              </a:rPr>
              <a:t>Explore</a:t>
            </a:r>
          </a:p>
        </p:txBody>
      </p:sp>
      <p:sp>
        <p:nvSpPr>
          <p:cNvPr id="22" name="TextBox 21"/>
          <p:cNvSpPr txBox="1"/>
          <p:nvPr/>
        </p:nvSpPr>
        <p:spPr>
          <a:xfrm>
            <a:off x="5056632" y="2587752"/>
            <a:ext cx="1545336" cy="960120"/>
          </a:xfrm>
          <a:prstGeom prst="rect">
            <a:avLst/>
          </a:prstGeom>
          <a:noFill/>
        </p:spPr>
        <p:txBody>
          <a:bodyPr wrap="square" lIns="36576" rIns="36576" tIns="36576" bIns="36576" anchor="t">
            <a:normAutofit/>
          </a:bodyPr>
          <a:lstStyle/>
          <a:p>
            <a:pPr algn="l"/>
            <a:r>
              <a:rPr sz="1100" b="0">
                <a:solidFill>
                  <a:srgbClr val="3D3C38"/>
                </a:solidFill>
                <a:latin typeface="Arial"/>
              </a:rPr>
              <a:t>Eligibility • claims • Rx • labs • history</a:t>
            </a:r>
          </a:p>
        </p:txBody>
      </p:sp>
      <p:cxnSp>
        <p:nvCxnSpPr>
          <p:cNvPr id="23" name="Connector 22"/>
          <p:cNvCxnSpPr/>
          <p:nvPr/>
        </p:nvCxnSpPr>
        <p:spPr>
          <a:xfrm>
            <a:off x="6766560" y="2788920"/>
            <a:ext cx="201168" cy="0"/>
          </a:xfrm>
          <a:prstGeom prst="line">
            <a:avLst/>
          </a:prstGeom>
          <a:ln w="25400">
            <a:solidFill>
              <a:srgbClr val="FF612B"/>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040880" y="1874519"/>
            <a:ext cx="1874519" cy="1828800"/>
          </a:xfrm>
          <a:prstGeom prst="roundRect">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187184" y="2039112"/>
            <a:ext cx="438912" cy="438912"/>
          </a:xfrm>
          <a:prstGeom prst="ellipse">
            <a:avLst/>
          </a:prstGeom>
          <a:solidFill>
            <a:srgbClr val="FF6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87184" y="2057400"/>
            <a:ext cx="438912" cy="329184"/>
          </a:xfrm>
          <a:prstGeom prst="rect">
            <a:avLst/>
          </a:prstGeom>
          <a:noFill/>
        </p:spPr>
        <p:txBody>
          <a:bodyPr wrap="none" lIns="0" rIns="0" tIns="0" bIns="0" anchor="ctr">
            <a:spAutoFit/>
          </a:bodyPr>
          <a:lstStyle/>
          <a:p>
            <a:pPr algn="ctr"/>
            <a:r>
              <a:rPr sz="1200" b="1">
                <a:solidFill>
                  <a:srgbClr val="FFFFFF"/>
                </a:solidFill>
                <a:latin typeface="Arial"/>
              </a:rPr>
              <a:t>4</a:t>
            </a:r>
          </a:p>
        </p:txBody>
      </p:sp>
      <p:sp>
        <p:nvSpPr>
          <p:cNvPr id="27" name="TextBox 26"/>
          <p:cNvSpPr txBox="1"/>
          <p:nvPr/>
        </p:nvSpPr>
        <p:spPr>
          <a:xfrm>
            <a:off x="7726680" y="2020824"/>
            <a:ext cx="1051560" cy="365760"/>
          </a:xfrm>
          <a:prstGeom prst="rect">
            <a:avLst/>
          </a:prstGeom>
          <a:noFill/>
        </p:spPr>
        <p:txBody>
          <a:bodyPr wrap="none" lIns="36576" rIns="36576" tIns="36576" bIns="36576" anchor="t">
            <a:spAutoFit/>
          </a:bodyPr>
          <a:lstStyle/>
          <a:p>
            <a:pPr algn="l"/>
            <a:r>
              <a:rPr sz="1500" b="1">
                <a:solidFill>
                  <a:srgbClr val="3D3C38"/>
                </a:solidFill>
                <a:latin typeface="Arial"/>
              </a:rPr>
              <a:t>Ask</a:t>
            </a:r>
          </a:p>
        </p:txBody>
      </p:sp>
      <p:sp>
        <p:nvSpPr>
          <p:cNvPr id="28" name="TextBox 27"/>
          <p:cNvSpPr txBox="1"/>
          <p:nvPr/>
        </p:nvSpPr>
        <p:spPr>
          <a:xfrm>
            <a:off x="7205472" y="2587752"/>
            <a:ext cx="1545336" cy="960120"/>
          </a:xfrm>
          <a:prstGeom prst="rect">
            <a:avLst/>
          </a:prstGeom>
          <a:noFill/>
        </p:spPr>
        <p:txBody>
          <a:bodyPr wrap="square" lIns="36576" rIns="36576" tIns="36576" bIns="36576" anchor="t">
            <a:normAutofit/>
          </a:bodyPr>
          <a:lstStyle/>
          <a:p>
            <a:pPr algn="l"/>
            <a:r>
              <a:rPr sz="1100" b="0">
                <a:solidFill>
                  <a:srgbClr val="3D3C38"/>
                </a:solidFill>
                <a:latin typeface="Arial"/>
              </a:rPr>
              <a:t>Natural-language business question</a:t>
            </a:r>
          </a:p>
        </p:txBody>
      </p:sp>
      <p:cxnSp>
        <p:nvCxnSpPr>
          <p:cNvPr id="29" name="Connector 28"/>
          <p:cNvCxnSpPr/>
          <p:nvPr/>
        </p:nvCxnSpPr>
        <p:spPr>
          <a:xfrm>
            <a:off x="8915400" y="2788920"/>
            <a:ext cx="201168" cy="0"/>
          </a:xfrm>
          <a:prstGeom prst="line">
            <a:avLst/>
          </a:prstGeom>
          <a:ln w="25400">
            <a:solidFill>
              <a:srgbClr val="FF612B"/>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189720" y="1874519"/>
            <a:ext cx="1874519" cy="1828800"/>
          </a:xfrm>
          <a:prstGeom prst="roundRect">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336024" y="2039112"/>
            <a:ext cx="438912" cy="438912"/>
          </a:xfrm>
          <a:prstGeom prst="ellipse">
            <a:avLst/>
          </a:prstGeom>
          <a:solidFill>
            <a:srgbClr val="FF6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36024" y="2057400"/>
            <a:ext cx="438912" cy="329184"/>
          </a:xfrm>
          <a:prstGeom prst="rect">
            <a:avLst/>
          </a:prstGeom>
          <a:noFill/>
        </p:spPr>
        <p:txBody>
          <a:bodyPr wrap="none" lIns="0" rIns="0" tIns="0" bIns="0" anchor="ctr">
            <a:spAutoFit/>
          </a:bodyPr>
          <a:lstStyle/>
          <a:p>
            <a:pPr algn="ctr"/>
            <a:r>
              <a:rPr sz="1200" b="1">
                <a:solidFill>
                  <a:srgbClr val="FFFFFF"/>
                </a:solidFill>
                <a:latin typeface="Arial"/>
              </a:rPr>
              <a:t>5</a:t>
            </a:r>
          </a:p>
        </p:txBody>
      </p:sp>
      <p:sp>
        <p:nvSpPr>
          <p:cNvPr id="33" name="TextBox 32"/>
          <p:cNvSpPr txBox="1"/>
          <p:nvPr/>
        </p:nvSpPr>
        <p:spPr>
          <a:xfrm>
            <a:off x="9875520" y="2020824"/>
            <a:ext cx="1051560" cy="365760"/>
          </a:xfrm>
          <a:prstGeom prst="rect">
            <a:avLst/>
          </a:prstGeom>
          <a:noFill/>
        </p:spPr>
        <p:txBody>
          <a:bodyPr wrap="none" lIns="36576" rIns="36576" tIns="36576" bIns="36576" anchor="t">
            <a:spAutoFit/>
          </a:bodyPr>
          <a:lstStyle/>
          <a:p>
            <a:pPr algn="l"/>
            <a:r>
              <a:rPr sz="1500" b="1">
                <a:solidFill>
                  <a:srgbClr val="3D3C38"/>
                </a:solidFill>
                <a:latin typeface="Arial"/>
              </a:rPr>
              <a:t>Analyze</a:t>
            </a:r>
          </a:p>
        </p:txBody>
      </p:sp>
      <p:sp>
        <p:nvSpPr>
          <p:cNvPr id="34" name="TextBox 33"/>
          <p:cNvSpPr txBox="1"/>
          <p:nvPr/>
        </p:nvSpPr>
        <p:spPr>
          <a:xfrm>
            <a:off x="9354312" y="2587752"/>
            <a:ext cx="1545336" cy="960120"/>
          </a:xfrm>
          <a:prstGeom prst="rect">
            <a:avLst/>
          </a:prstGeom>
          <a:noFill/>
        </p:spPr>
        <p:txBody>
          <a:bodyPr wrap="square" lIns="36576" rIns="36576" tIns="36576" bIns="36576" anchor="t">
            <a:normAutofit/>
          </a:bodyPr>
          <a:lstStyle/>
          <a:p>
            <a:pPr algn="l"/>
            <a:r>
              <a:rPr sz="1100" b="0">
                <a:solidFill>
                  <a:srgbClr val="3D3C38"/>
                </a:solidFill>
                <a:latin typeface="Arial"/>
              </a:rPr>
              <a:t>SQL • filters • aggregates • profiles • charts</a:t>
            </a:r>
          </a:p>
        </p:txBody>
      </p:sp>
      <p:sp>
        <p:nvSpPr>
          <p:cNvPr id="35" name="TextBox 34"/>
          <p:cNvSpPr txBox="1"/>
          <p:nvPr/>
        </p:nvSpPr>
        <p:spPr>
          <a:xfrm>
            <a:off x="822960" y="4251960"/>
            <a:ext cx="9966960" cy="822960"/>
          </a:xfrm>
          <a:prstGeom prst="rect">
            <a:avLst/>
          </a:prstGeom>
          <a:noFill/>
        </p:spPr>
        <p:txBody>
          <a:bodyPr wrap="none" lIns="36576" rIns="36576" tIns="36576" bIns="36576" anchor="t">
            <a:spAutoFit/>
          </a:bodyPr>
          <a:lstStyle/>
          <a:p>
            <a:pPr algn="ctr"/>
            <a:r>
              <a:rPr sz="1500" b="0">
                <a:solidFill>
                  <a:srgbClr val="3D3C38"/>
                </a:solidFill>
                <a:latin typeface="Arial"/>
              </a:rPr>
              <a:t>Business principle: keep the user in one analytical context while the platform handles source selection, retrieval and computation.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18288" rIns="18288"/>
          <a:lstStyle/>
          <a:p>
            <a:r>
              <a:rPr sz="2800" b="0">
                <a:solidFill>
                  <a:srgbClr val="3D3C38"/>
                </a:solidFill>
                <a:latin typeface="Arial"/>
              </a:rPr>
              <a:t>How a User Utilizes the Application</a:t>
            </a:r>
          </a:p>
        </p:txBody>
      </p:sp>
      <p:sp>
        <p:nvSpPr>
          <p:cNvPr id="3" name="Text Placeholder 2"/>
          <p:cNvSpPr>
            <a:spLocks noGrp="1"/>
          </p:cNvSpPr>
          <p:nvPr>
            <p:ph type="body"/>
          </p:nvPr>
        </p:nvSpPr>
        <p:spPr/>
        <p:txBody>
          <a:bodyPr/>
          <a:lstStyle/>
          <a:p/>
        </p:txBody>
      </p:sp>
      <p:sp>
        <p:nvSpPr>
          <p:cNvPr id="4" name="TextBox 3"/>
          <p:cNvSpPr txBox="1"/>
          <p:nvPr/>
        </p:nvSpPr>
        <p:spPr>
          <a:xfrm>
            <a:off x="594360" y="932688"/>
            <a:ext cx="2286000" cy="256032"/>
          </a:xfrm>
          <a:prstGeom prst="rect">
            <a:avLst/>
          </a:prstGeom>
          <a:noFill/>
        </p:spPr>
        <p:txBody>
          <a:bodyPr wrap="none" lIns="36576" rIns="36576" tIns="36576" bIns="36576" anchor="t">
            <a:spAutoFit/>
          </a:bodyPr>
          <a:lstStyle/>
          <a:p>
            <a:pPr algn="l"/>
            <a:r>
              <a:rPr sz="1000" b="1">
                <a:solidFill>
                  <a:srgbClr val="FF612B"/>
                </a:solidFill>
                <a:latin typeface="Arial"/>
              </a:rPr>
              <a:t>USER EXPERIENCE</a:t>
            </a:r>
          </a:p>
        </p:txBody>
      </p:sp>
      <p:sp>
        <p:nvSpPr>
          <p:cNvPr id="5" name="TextBox 4"/>
          <p:cNvSpPr txBox="1"/>
          <p:nvPr/>
        </p:nvSpPr>
        <p:spPr>
          <a:xfrm>
            <a:off x="594360" y="1143000"/>
            <a:ext cx="9875520" cy="438912"/>
          </a:xfrm>
          <a:prstGeom prst="rect">
            <a:avLst/>
          </a:prstGeom>
          <a:noFill/>
        </p:spPr>
        <p:txBody>
          <a:bodyPr wrap="square" lIns="36576" rIns="36576" tIns="36576" bIns="36576" anchor="t">
            <a:normAutofit/>
          </a:bodyPr>
          <a:lstStyle/>
          <a:p>
            <a:pPr algn="l"/>
            <a:r>
              <a:rPr sz="1300" b="0">
                <a:solidFill>
                  <a:srgbClr val="8A8780"/>
                </a:solidFill>
                <a:latin typeface="Arial"/>
              </a:rPr>
              <a:t>A simple workflow from member lookup to actionable analytical context.</a:t>
            </a:r>
          </a:p>
        </p:txBody>
      </p:sp>
      <p:sp>
        <p:nvSpPr>
          <p:cNvPr id="6" name="Rounded Rectangle 5"/>
          <p:cNvSpPr/>
          <p:nvPr/>
        </p:nvSpPr>
        <p:spPr>
          <a:xfrm>
            <a:off x="594360" y="1783080"/>
            <a:ext cx="1874519" cy="1828800"/>
          </a:xfrm>
          <a:prstGeom prst="roundRect">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0664" y="1947672"/>
            <a:ext cx="438912" cy="438912"/>
          </a:xfrm>
          <a:prstGeom prst="ellipse">
            <a:avLst/>
          </a:prstGeom>
          <a:solidFill>
            <a:srgbClr val="FF6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1965960"/>
            <a:ext cx="438912" cy="329184"/>
          </a:xfrm>
          <a:prstGeom prst="rect">
            <a:avLst/>
          </a:prstGeom>
          <a:noFill/>
        </p:spPr>
        <p:txBody>
          <a:bodyPr wrap="none" lIns="0" rIns="0" tIns="0" bIns="0" anchor="ctr">
            <a:spAutoFit/>
          </a:bodyPr>
          <a:lstStyle/>
          <a:p>
            <a:pPr algn="ctr"/>
            <a:r>
              <a:rPr sz="1200" b="1">
                <a:solidFill>
                  <a:srgbClr val="FFFFFF"/>
                </a:solidFill>
                <a:latin typeface="Arial"/>
              </a:rPr>
              <a:t>1</a:t>
            </a:r>
          </a:p>
        </p:txBody>
      </p:sp>
      <p:sp>
        <p:nvSpPr>
          <p:cNvPr id="9" name="TextBox 8"/>
          <p:cNvSpPr txBox="1"/>
          <p:nvPr/>
        </p:nvSpPr>
        <p:spPr>
          <a:xfrm>
            <a:off x="1280160" y="1929384"/>
            <a:ext cx="1051560" cy="365760"/>
          </a:xfrm>
          <a:prstGeom prst="rect">
            <a:avLst/>
          </a:prstGeom>
          <a:noFill/>
        </p:spPr>
        <p:txBody>
          <a:bodyPr wrap="none" lIns="36576" rIns="36576" tIns="36576" bIns="36576" anchor="t">
            <a:spAutoFit/>
          </a:bodyPr>
          <a:lstStyle/>
          <a:p>
            <a:pPr algn="l"/>
            <a:r>
              <a:rPr sz="1500" b="1">
                <a:solidFill>
                  <a:srgbClr val="3D3C38"/>
                </a:solidFill>
                <a:latin typeface="Arial"/>
              </a:rPr>
              <a:t>SEARCH</a:t>
            </a:r>
          </a:p>
        </p:txBody>
      </p:sp>
      <p:sp>
        <p:nvSpPr>
          <p:cNvPr id="10" name="TextBox 9"/>
          <p:cNvSpPr txBox="1"/>
          <p:nvPr/>
        </p:nvSpPr>
        <p:spPr>
          <a:xfrm>
            <a:off x="758952" y="2496312"/>
            <a:ext cx="1545336" cy="960120"/>
          </a:xfrm>
          <a:prstGeom prst="rect">
            <a:avLst/>
          </a:prstGeom>
          <a:noFill/>
        </p:spPr>
        <p:txBody>
          <a:bodyPr wrap="square" lIns="36576" rIns="36576" tIns="36576" bIns="36576" anchor="t">
            <a:normAutofit/>
          </a:bodyPr>
          <a:lstStyle/>
          <a:p>
            <a:pPr algn="l"/>
            <a:r>
              <a:rPr sz="1100" b="0">
                <a:solidFill>
                  <a:srgbClr val="3D3C38"/>
                </a:solidFill>
                <a:latin typeface="Arial"/>
              </a:rPr>
              <a:t>Patient ID / Enterprise ID</a:t>
            </a:r>
          </a:p>
        </p:txBody>
      </p:sp>
      <p:cxnSp>
        <p:nvCxnSpPr>
          <p:cNvPr id="11" name="Connector 10"/>
          <p:cNvCxnSpPr/>
          <p:nvPr/>
        </p:nvCxnSpPr>
        <p:spPr>
          <a:xfrm>
            <a:off x="2468879" y="2697480"/>
            <a:ext cx="201169" cy="0"/>
          </a:xfrm>
          <a:prstGeom prst="line">
            <a:avLst/>
          </a:prstGeom>
          <a:ln w="25400">
            <a:solidFill>
              <a:srgbClr val="FF612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743200" y="1783080"/>
            <a:ext cx="1874519" cy="1828800"/>
          </a:xfrm>
          <a:prstGeom prst="roundRect">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889504" y="1947672"/>
            <a:ext cx="438912" cy="438912"/>
          </a:xfrm>
          <a:prstGeom prst="ellipse">
            <a:avLst/>
          </a:prstGeom>
          <a:solidFill>
            <a:srgbClr val="FF6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89504" y="1965960"/>
            <a:ext cx="438912" cy="329184"/>
          </a:xfrm>
          <a:prstGeom prst="rect">
            <a:avLst/>
          </a:prstGeom>
          <a:noFill/>
        </p:spPr>
        <p:txBody>
          <a:bodyPr wrap="none" lIns="0" rIns="0" tIns="0" bIns="0" anchor="ctr">
            <a:spAutoFit/>
          </a:bodyPr>
          <a:lstStyle/>
          <a:p>
            <a:pPr algn="ctr"/>
            <a:r>
              <a:rPr sz="1200" b="1">
                <a:solidFill>
                  <a:srgbClr val="FFFFFF"/>
                </a:solidFill>
                <a:latin typeface="Arial"/>
              </a:rPr>
              <a:t>2</a:t>
            </a:r>
          </a:p>
        </p:txBody>
      </p:sp>
      <p:sp>
        <p:nvSpPr>
          <p:cNvPr id="15" name="TextBox 14"/>
          <p:cNvSpPr txBox="1"/>
          <p:nvPr/>
        </p:nvSpPr>
        <p:spPr>
          <a:xfrm>
            <a:off x="3429000" y="1929384"/>
            <a:ext cx="1051560" cy="365760"/>
          </a:xfrm>
          <a:prstGeom prst="rect">
            <a:avLst/>
          </a:prstGeom>
          <a:noFill/>
        </p:spPr>
        <p:txBody>
          <a:bodyPr wrap="none" lIns="36576" rIns="36576" tIns="36576" bIns="36576" anchor="t">
            <a:spAutoFit/>
          </a:bodyPr>
          <a:lstStyle/>
          <a:p>
            <a:pPr algn="l"/>
            <a:r>
              <a:rPr sz="1500" b="1">
                <a:solidFill>
                  <a:srgbClr val="3D3C38"/>
                </a:solidFill>
                <a:latin typeface="Arial"/>
              </a:rPr>
              <a:t>VIEW</a:t>
            </a:r>
          </a:p>
        </p:txBody>
      </p:sp>
      <p:sp>
        <p:nvSpPr>
          <p:cNvPr id="16" name="TextBox 15"/>
          <p:cNvSpPr txBox="1"/>
          <p:nvPr/>
        </p:nvSpPr>
        <p:spPr>
          <a:xfrm>
            <a:off x="2907792" y="2496312"/>
            <a:ext cx="1545336" cy="960120"/>
          </a:xfrm>
          <a:prstGeom prst="rect">
            <a:avLst/>
          </a:prstGeom>
          <a:noFill/>
        </p:spPr>
        <p:txBody>
          <a:bodyPr wrap="square" lIns="36576" rIns="36576" tIns="36576" bIns="36576" anchor="t">
            <a:normAutofit/>
          </a:bodyPr>
          <a:lstStyle/>
          <a:p>
            <a:pPr algn="l"/>
            <a:r>
              <a:rPr sz="1100" b="0">
                <a:solidFill>
                  <a:srgbClr val="3D3C38"/>
                </a:solidFill>
                <a:latin typeface="Arial"/>
              </a:rPr>
              <a:t>Multi-source patient summary</a:t>
            </a:r>
          </a:p>
        </p:txBody>
      </p:sp>
      <p:cxnSp>
        <p:nvCxnSpPr>
          <p:cNvPr id="17" name="Connector 16"/>
          <p:cNvCxnSpPr/>
          <p:nvPr/>
        </p:nvCxnSpPr>
        <p:spPr>
          <a:xfrm>
            <a:off x="4617720" y="2697480"/>
            <a:ext cx="201168" cy="0"/>
          </a:xfrm>
          <a:prstGeom prst="line">
            <a:avLst/>
          </a:prstGeom>
          <a:ln w="25400">
            <a:solidFill>
              <a:srgbClr val="FF612B"/>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892040" y="1783080"/>
            <a:ext cx="1874519" cy="1828800"/>
          </a:xfrm>
          <a:prstGeom prst="roundRect">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038344" y="1947672"/>
            <a:ext cx="438912" cy="438912"/>
          </a:xfrm>
          <a:prstGeom prst="ellipse">
            <a:avLst/>
          </a:prstGeom>
          <a:solidFill>
            <a:srgbClr val="FF6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8344" y="1965960"/>
            <a:ext cx="438912" cy="329184"/>
          </a:xfrm>
          <a:prstGeom prst="rect">
            <a:avLst/>
          </a:prstGeom>
          <a:noFill/>
        </p:spPr>
        <p:txBody>
          <a:bodyPr wrap="none" lIns="0" rIns="0" tIns="0" bIns="0" anchor="ctr">
            <a:spAutoFit/>
          </a:bodyPr>
          <a:lstStyle/>
          <a:p>
            <a:pPr algn="ctr"/>
            <a:r>
              <a:rPr sz="1200" b="1">
                <a:solidFill>
                  <a:srgbClr val="FFFFFF"/>
                </a:solidFill>
                <a:latin typeface="Arial"/>
              </a:rPr>
              <a:t>3</a:t>
            </a:r>
          </a:p>
        </p:txBody>
      </p:sp>
      <p:sp>
        <p:nvSpPr>
          <p:cNvPr id="21" name="TextBox 20"/>
          <p:cNvSpPr txBox="1"/>
          <p:nvPr/>
        </p:nvSpPr>
        <p:spPr>
          <a:xfrm>
            <a:off x="5577840" y="1929384"/>
            <a:ext cx="1051560" cy="365760"/>
          </a:xfrm>
          <a:prstGeom prst="rect">
            <a:avLst/>
          </a:prstGeom>
          <a:noFill/>
        </p:spPr>
        <p:txBody>
          <a:bodyPr wrap="none" lIns="36576" rIns="36576" tIns="36576" bIns="36576" anchor="t">
            <a:spAutoFit/>
          </a:bodyPr>
          <a:lstStyle/>
          <a:p>
            <a:pPr algn="l"/>
            <a:r>
              <a:rPr sz="1500" b="1">
                <a:solidFill>
                  <a:srgbClr val="3D3C38"/>
                </a:solidFill>
                <a:latin typeface="Arial"/>
              </a:rPr>
              <a:t>DRILL DOWN</a:t>
            </a:r>
          </a:p>
        </p:txBody>
      </p:sp>
      <p:sp>
        <p:nvSpPr>
          <p:cNvPr id="22" name="TextBox 21"/>
          <p:cNvSpPr txBox="1"/>
          <p:nvPr/>
        </p:nvSpPr>
        <p:spPr>
          <a:xfrm>
            <a:off x="5056632" y="2496312"/>
            <a:ext cx="1545336" cy="960120"/>
          </a:xfrm>
          <a:prstGeom prst="rect">
            <a:avLst/>
          </a:prstGeom>
          <a:noFill/>
        </p:spPr>
        <p:txBody>
          <a:bodyPr wrap="square" lIns="36576" rIns="36576" tIns="36576" bIns="36576" anchor="t">
            <a:normAutofit/>
          </a:bodyPr>
          <a:lstStyle/>
          <a:p>
            <a:pPr algn="l"/>
            <a:r>
              <a:rPr sz="1100" b="0">
                <a:solidFill>
                  <a:srgbClr val="3D3C38"/>
                </a:solidFill>
                <a:latin typeface="Arial"/>
              </a:rPr>
              <a:t>Eligibility • claims • Rx • labs • providers</a:t>
            </a:r>
          </a:p>
        </p:txBody>
      </p:sp>
      <p:cxnSp>
        <p:nvCxnSpPr>
          <p:cNvPr id="23" name="Connector 22"/>
          <p:cNvCxnSpPr/>
          <p:nvPr/>
        </p:nvCxnSpPr>
        <p:spPr>
          <a:xfrm>
            <a:off x="6766560" y="2697480"/>
            <a:ext cx="201168" cy="0"/>
          </a:xfrm>
          <a:prstGeom prst="line">
            <a:avLst/>
          </a:prstGeom>
          <a:ln w="25400">
            <a:solidFill>
              <a:srgbClr val="FF612B"/>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040880" y="1783080"/>
            <a:ext cx="1874519" cy="1828800"/>
          </a:xfrm>
          <a:prstGeom prst="roundRect">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187184" y="1947672"/>
            <a:ext cx="438912" cy="438912"/>
          </a:xfrm>
          <a:prstGeom prst="ellipse">
            <a:avLst/>
          </a:prstGeom>
          <a:solidFill>
            <a:srgbClr val="FF6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87184" y="1965960"/>
            <a:ext cx="438912" cy="329184"/>
          </a:xfrm>
          <a:prstGeom prst="rect">
            <a:avLst/>
          </a:prstGeom>
          <a:noFill/>
        </p:spPr>
        <p:txBody>
          <a:bodyPr wrap="none" lIns="0" rIns="0" tIns="0" bIns="0" anchor="ctr">
            <a:spAutoFit/>
          </a:bodyPr>
          <a:lstStyle/>
          <a:p>
            <a:pPr algn="ctr"/>
            <a:r>
              <a:rPr sz="1200" b="1">
                <a:solidFill>
                  <a:srgbClr val="FFFFFF"/>
                </a:solidFill>
                <a:latin typeface="Arial"/>
              </a:rPr>
              <a:t>4</a:t>
            </a:r>
          </a:p>
        </p:txBody>
      </p:sp>
      <p:sp>
        <p:nvSpPr>
          <p:cNvPr id="27" name="TextBox 26"/>
          <p:cNvSpPr txBox="1"/>
          <p:nvPr/>
        </p:nvSpPr>
        <p:spPr>
          <a:xfrm>
            <a:off x="7726680" y="1929384"/>
            <a:ext cx="1051560" cy="365760"/>
          </a:xfrm>
          <a:prstGeom prst="rect">
            <a:avLst/>
          </a:prstGeom>
          <a:noFill/>
        </p:spPr>
        <p:txBody>
          <a:bodyPr wrap="none" lIns="36576" rIns="36576" tIns="36576" bIns="36576" anchor="t">
            <a:spAutoFit/>
          </a:bodyPr>
          <a:lstStyle/>
          <a:p>
            <a:pPr algn="l"/>
            <a:r>
              <a:rPr sz="1500" b="1">
                <a:solidFill>
                  <a:srgbClr val="3D3C38"/>
                </a:solidFill>
                <a:latin typeface="Arial"/>
              </a:rPr>
              <a:t>ASK</a:t>
            </a:r>
          </a:p>
        </p:txBody>
      </p:sp>
      <p:sp>
        <p:nvSpPr>
          <p:cNvPr id="28" name="TextBox 27"/>
          <p:cNvSpPr txBox="1"/>
          <p:nvPr/>
        </p:nvSpPr>
        <p:spPr>
          <a:xfrm>
            <a:off x="7205472" y="2496312"/>
            <a:ext cx="1545336" cy="960120"/>
          </a:xfrm>
          <a:prstGeom prst="rect">
            <a:avLst/>
          </a:prstGeom>
          <a:noFill/>
        </p:spPr>
        <p:txBody>
          <a:bodyPr wrap="square" lIns="36576" rIns="36576" tIns="36576" bIns="36576" anchor="t">
            <a:normAutofit/>
          </a:bodyPr>
          <a:lstStyle/>
          <a:p>
            <a:pPr algn="l"/>
            <a:r>
              <a:rPr sz="1100" b="0">
                <a:solidFill>
                  <a:srgbClr val="3D3C38"/>
                </a:solidFill>
                <a:latin typeface="Arial"/>
              </a:rPr>
              <a:t>Business question in plain English</a:t>
            </a:r>
          </a:p>
        </p:txBody>
      </p:sp>
      <p:cxnSp>
        <p:nvCxnSpPr>
          <p:cNvPr id="29" name="Connector 28"/>
          <p:cNvCxnSpPr/>
          <p:nvPr/>
        </p:nvCxnSpPr>
        <p:spPr>
          <a:xfrm>
            <a:off x="8915400" y="2697480"/>
            <a:ext cx="201168" cy="0"/>
          </a:xfrm>
          <a:prstGeom prst="line">
            <a:avLst/>
          </a:prstGeom>
          <a:ln w="25400">
            <a:solidFill>
              <a:srgbClr val="FF612B"/>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189720" y="1783080"/>
            <a:ext cx="1874519" cy="1828800"/>
          </a:xfrm>
          <a:prstGeom prst="roundRect">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336024" y="1947672"/>
            <a:ext cx="438912" cy="438912"/>
          </a:xfrm>
          <a:prstGeom prst="ellipse">
            <a:avLst/>
          </a:prstGeom>
          <a:solidFill>
            <a:srgbClr val="FF61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36024" y="1965960"/>
            <a:ext cx="438912" cy="329184"/>
          </a:xfrm>
          <a:prstGeom prst="rect">
            <a:avLst/>
          </a:prstGeom>
          <a:noFill/>
        </p:spPr>
        <p:txBody>
          <a:bodyPr wrap="none" lIns="0" rIns="0" tIns="0" bIns="0" anchor="ctr">
            <a:spAutoFit/>
          </a:bodyPr>
          <a:lstStyle/>
          <a:p>
            <a:pPr algn="ctr"/>
            <a:r>
              <a:rPr sz="1200" b="1">
                <a:solidFill>
                  <a:srgbClr val="FFFFFF"/>
                </a:solidFill>
                <a:latin typeface="Arial"/>
              </a:rPr>
              <a:t>5</a:t>
            </a:r>
          </a:p>
        </p:txBody>
      </p:sp>
      <p:sp>
        <p:nvSpPr>
          <p:cNvPr id="33" name="TextBox 32"/>
          <p:cNvSpPr txBox="1"/>
          <p:nvPr/>
        </p:nvSpPr>
        <p:spPr>
          <a:xfrm>
            <a:off x="9875520" y="1929384"/>
            <a:ext cx="1051560" cy="365760"/>
          </a:xfrm>
          <a:prstGeom prst="rect">
            <a:avLst/>
          </a:prstGeom>
          <a:noFill/>
        </p:spPr>
        <p:txBody>
          <a:bodyPr wrap="none" lIns="36576" rIns="36576" tIns="36576" bIns="36576" anchor="t">
            <a:spAutoFit/>
          </a:bodyPr>
          <a:lstStyle/>
          <a:p>
            <a:pPr algn="l"/>
            <a:r>
              <a:rPr sz="1500" b="1">
                <a:solidFill>
                  <a:srgbClr val="3D3C38"/>
                </a:solidFill>
                <a:latin typeface="Arial"/>
              </a:rPr>
              <a:t>ANALYZE</a:t>
            </a:r>
          </a:p>
        </p:txBody>
      </p:sp>
      <p:sp>
        <p:nvSpPr>
          <p:cNvPr id="34" name="TextBox 33"/>
          <p:cNvSpPr txBox="1"/>
          <p:nvPr/>
        </p:nvSpPr>
        <p:spPr>
          <a:xfrm>
            <a:off x="9354312" y="2496312"/>
            <a:ext cx="1545336" cy="960120"/>
          </a:xfrm>
          <a:prstGeom prst="rect">
            <a:avLst/>
          </a:prstGeom>
          <a:noFill/>
        </p:spPr>
        <p:txBody>
          <a:bodyPr wrap="square" lIns="36576" rIns="36576" tIns="36576" bIns="36576" anchor="t">
            <a:normAutofit/>
          </a:bodyPr>
          <a:lstStyle/>
          <a:p>
            <a:pPr algn="l"/>
            <a:r>
              <a:rPr sz="1100" b="0">
                <a:solidFill>
                  <a:srgbClr val="3D3C38"/>
                </a:solidFill>
                <a:latin typeface="Arial"/>
              </a:rPr>
              <a:t>SQL • filters • aggregates • profiles • charts</a:t>
            </a:r>
          </a:p>
        </p:txBody>
      </p:sp>
      <p:sp>
        <p:nvSpPr>
          <p:cNvPr id="35" name="Rounded Rectangle 34"/>
          <p:cNvSpPr/>
          <p:nvPr/>
        </p:nvSpPr>
        <p:spPr>
          <a:xfrm>
            <a:off x="640080" y="4160520"/>
            <a:ext cx="10424160" cy="310896"/>
          </a:xfrm>
          <a:prstGeom prst="roundRect">
            <a:avLst/>
          </a:prstGeom>
          <a:solidFill>
            <a:srgbClr val="EE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9808" y="4178807"/>
            <a:ext cx="10204704" cy="246888"/>
          </a:xfrm>
          <a:prstGeom prst="rect">
            <a:avLst/>
          </a:prstGeom>
          <a:noFill/>
        </p:spPr>
        <p:txBody>
          <a:bodyPr wrap="none" lIns="36576" rIns="36576" tIns="36576" bIns="36576" anchor="ctr">
            <a:spAutoFit/>
          </a:bodyPr>
          <a:lstStyle/>
          <a:p>
            <a:pPr algn="l"/>
            <a:r>
              <a:rPr sz="1000" b="1">
                <a:solidFill>
                  <a:srgbClr val="3D3C38"/>
                </a:solidFill>
                <a:latin typeface="Arial"/>
              </a:rPr>
              <a:t>EXAMPLE QUESTIONS</a:t>
            </a:r>
          </a:p>
        </p:txBody>
      </p:sp>
      <p:sp>
        <p:nvSpPr>
          <p:cNvPr id="37" name="Rounded Rectangle 36"/>
          <p:cNvSpPr/>
          <p:nvPr/>
        </p:nvSpPr>
        <p:spPr>
          <a:xfrm>
            <a:off x="640080" y="4572000"/>
            <a:ext cx="3246120" cy="105156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4671" y="4700016"/>
            <a:ext cx="2916936" cy="320040"/>
          </a:xfrm>
          <a:prstGeom prst="rect">
            <a:avLst/>
          </a:prstGeom>
          <a:noFill/>
        </p:spPr>
        <p:txBody>
          <a:bodyPr wrap="none" lIns="36576" rIns="36576" tIns="36576" bIns="36576" anchor="t">
            <a:spAutoFit/>
          </a:bodyPr>
          <a:lstStyle/>
          <a:p>
            <a:pPr algn="l"/>
            <a:r>
              <a:rPr sz="1300" b="1">
                <a:solidFill>
                  <a:srgbClr val="3D3C38"/>
                </a:solidFill>
                <a:latin typeface="Arial"/>
              </a:rPr>
              <a:t>Claims</a:t>
            </a:r>
          </a:p>
        </p:txBody>
      </p:sp>
      <p:sp>
        <p:nvSpPr>
          <p:cNvPr id="39" name="TextBox 38"/>
          <p:cNvSpPr txBox="1"/>
          <p:nvPr/>
        </p:nvSpPr>
        <p:spPr>
          <a:xfrm>
            <a:off x="804671" y="5102352"/>
            <a:ext cx="2916936" cy="393191"/>
          </a:xfrm>
          <a:prstGeom prst="rect">
            <a:avLst/>
          </a:prstGeom>
          <a:noFill/>
        </p:spPr>
        <p:txBody>
          <a:bodyPr wrap="square" lIns="36576" rIns="36576" tIns="36576" bIns="36576" anchor="t">
            <a:normAutofit/>
          </a:bodyPr>
          <a:lstStyle/>
          <a:p>
            <a:pPr algn="l"/>
            <a:r>
              <a:rPr sz="1000" b="0">
                <a:solidFill>
                  <a:srgbClr val="3D3C38"/>
                </a:solidFill>
                <a:latin typeface="Arial"/>
              </a:rPr>
              <a:t>“Show the latest claims and average amount.”</a:t>
            </a:r>
          </a:p>
        </p:txBody>
      </p:sp>
      <p:sp>
        <p:nvSpPr>
          <p:cNvPr id="40" name="Rounded Rectangle 39"/>
          <p:cNvSpPr/>
          <p:nvPr/>
        </p:nvSpPr>
        <p:spPr>
          <a:xfrm>
            <a:off x="4050791" y="4572000"/>
            <a:ext cx="3246120" cy="105156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215383" y="4700016"/>
            <a:ext cx="2916936" cy="320040"/>
          </a:xfrm>
          <a:prstGeom prst="rect">
            <a:avLst/>
          </a:prstGeom>
          <a:noFill/>
        </p:spPr>
        <p:txBody>
          <a:bodyPr wrap="none" lIns="36576" rIns="36576" tIns="36576" bIns="36576" anchor="t">
            <a:spAutoFit/>
          </a:bodyPr>
          <a:lstStyle/>
          <a:p>
            <a:pPr algn="l"/>
            <a:r>
              <a:rPr sz="1300" b="1">
                <a:solidFill>
                  <a:srgbClr val="3D3C38"/>
                </a:solidFill>
                <a:latin typeface="Arial"/>
              </a:rPr>
              <a:t>Journey context</a:t>
            </a:r>
          </a:p>
        </p:txBody>
      </p:sp>
      <p:sp>
        <p:nvSpPr>
          <p:cNvPr id="42" name="TextBox 41"/>
          <p:cNvSpPr txBox="1"/>
          <p:nvPr/>
        </p:nvSpPr>
        <p:spPr>
          <a:xfrm>
            <a:off x="4215383" y="5102352"/>
            <a:ext cx="2916936" cy="393191"/>
          </a:xfrm>
          <a:prstGeom prst="rect">
            <a:avLst/>
          </a:prstGeom>
          <a:noFill/>
        </p:spPr>
        <p:txBody>
          <a:bodyPr wrap="square" lIns="36576" rIns="36576" tIns="36576" bIns="36576" anchor="t">
            <a:normAutofit/>
          </a:bodyPr>
          <a:lstStyle/>
          <a:p>
            <a:pPr algn="l"/>
            <a:r>
              <a:rPr sz="1000" b="0">
                <a:solidFill>
                  <a:srgbClr val="3D3C38"/>
                </a:solidFill>
                <a:latin typeface="Arial"/>
              </a:rPr>
              <a:t>“What is the patient's recent activity?”</a:t>
            </a:r>
          </a:p>
        </p:txBody>
      </p:sp>
      <p:sp>
        <p:nvSpPr>
          <p:cNvPr id="43" name="Rounded Rectangle 42"/>
          <p:cNvSpPr/>
          <p:nvPr/>
        </p:nvSpPr>
        <p:spPr>
          <a:xfrm>
            <a:off x="7461504" y="4572000"/>
            <a:ext cx="3246120" cy="105156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26096" y="4700016"/>
            <a:ext cx="2916936" cy="320040"/>
          </a:xfrm>
          <a:prstGeom prst="rect">
            <a:avLst/>
          </a:prstGeom>
          <a:noFill/>
        </p:spPr>
        <p:txBody>
          <a:bodyPr wrap="none" lIns="36576" rIns="36576" tIns="36576" bIns="36576" anchor="t">
            <a:spAutoFit/>
          </a:bodyPr>
          <a:lstStyle/>
          <a:p>
            <a:pPr algn="l"/>
            <a:r>
              <a:rPr sz="1300" b="1">
                <a:solidFill>
                  <a:srgbClr val="3D3C38"/>
                </a:solidFill>
                <a:latin typeface="Arial"/>
              </a:rPr>
              <a:t>Investigation</a:t>
            </a:r>
          </a:p>
        </p:txBody>
      </p:sp>
      <p:sp>
        <p:nvSpPr>
          <p:cNvPr id="45" name="TextBox 44"/>
          <p:cNvSpPr txBox="1"/>
          <p:nvPr/>
        </p:nvSpPr>
        <p:spPr>
          <a:xfrm>
            <a:off x="7626096" y="5102352"/>
            <a:ext cx="2916936" cy="393191"/>
          </a:xfrm>
          <a:prstGeom prst="rect">
            <a:avLst/>
          </a:prstGeom>
          <a:noFill/>
        </p:spPr>
        <p:txBody>
          <a:bodyPr wrap="square" lIns="36576" rIns="36576" tIns="36576" bIns="36576" anchor="t">
            <a:normAutofit/>
          </a:bodyPr>
          <a:lstStyle/>
          <a:p>
            <a:pPr algn="l"/>
            <a:r>
              <a:rPr sz="1000" b="0">
                <a:solidFill>
                  <a:srgbClr val="3D3C38"/>
                </a:solidFill>
                <a:latin typeface="Arial"/>
              </a:rPr>
              <a:t>“Compare the relevant patient events.”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18288" rIns="18288"/>
          <a:lstStyle/>
          <a:p>
            <a:r>
              <a:rPr sz="2800" b="0">
                <a:solidFill>
                  <a:srgbClr val="3D3C38"/>
                </a:solidFill>
                <a:latin typeface="Arial"/>
              </a:rPr>
              <a:t>Data Foundation</a:t>
            </a:r>
          </a:p>
        </p:txBody>
      </p:sp>
      <p:sp>
        <p:nvSpPr>
          <p:cNvPr id="3" name="Text Placeholder 2"/>
          <p:cNvSpPr>
            <a:spLocks noGrp="1"/>
          </p:cNvSpPr>
          <p:nvPr>
            <p:ph type="body"/>
          </p:nvPr>
        </p:nvSpPr>
        <p:spPr/>
        <p:txBody>
          <a:bodyPr/>
          <a:lstStyle/>
          <a:p/>
        </p:txBody>
      </p:sp>
      <p:sp>
        <p:nvSpPr>
          <p:cNvPr id="4" name="TextBox 3"/>
          <p:cNvSpPr txBox="1"/>
          <p:nvPr/>
        </p:nvSpPr>
        <p:spPr>
          <a:xfrm>
            <a:off x="594360" y="932688"/>
            <a:ext cx="2286000" cy="256032"/>
          </a:xfrm>
          <a:prstGeom prst="rect">
            <a:avLst/>
          </a:prstGeom>
          <a:noFill/>
        </p:spPr>
        <p:txBody>
          <a:bodyPr wrap="none" lIns="36576" rIns="36576" tIns="36576" bIns="36576" anchor="t">
            <a:spAutoFit/>
          </a:bodyPr>
          <a:lstStyle/>
          <a:p>
            <a:pPr algn="l"/>
            <a:r>
              <a:rPr sz="1000" b="1">
                <a:solidFill>
                  <a:srgbClr val="FF612B"/>
                </a:solidFill>
                <a:latin typeface="Arial"/>
              </a:rPr>
              <a:t>DATA</a:t>
            </a:r>
          </a:p>
        </p:txBody>
      </p:sp>
      <p:sp>
        <p:nvSpPr>
          <p:cNvPr id="5" name="TextBox 4"/>
          <p:cNvSpPr txBox="1"/>
          <p:nvPr/>
        </p:nvSpPr>
        <p:spPr>
          <a:xfrm>
            <a:off x="594360" y="1143000"/>
            <a:ext cx="9875520" cy="438912"/>
          </a:xfrm>
          <a:prstGeom prst="rect">
            <a:avLst/>
          </a:prstGeom>
          <a:noFill/>
        </p:spPr>
        <p:txBody>
          <a:bodyPr wrap="square" lIns="36576" rIns="36576" tIns="36576" bIns="36576" anchor="t">
            <a:normAutofit/>
          </a:bodyPr>
          <a:lstStyle/>
          <a:p>
            <a:pPr algn="l"/>
            <a:r>
              <a:rPr sz="1300" b="0">
                <a:solidFill>
                  <a:srgbClr val="8A8780"/>
                </a:solidFill>
                <a:latin typeface="Arial"/>
              </a:rPr>
              <a:t>Multiple healthcare data domains are brought together behind one experience.</a:t>
            </a:r>
          </a:p>
        </p:txBody>
      </p:sp>
      <p:sp>
        <p:nvSpPr>
          <p:cNvPr id="6" name="Rounded Rectangle 5"/>
          <p:cNvSpPr/>
          <p:nvPr/>
        </p:nvSpPr>
        <p:spPr>
          <a:xfrm>
            <a:off x="640080" y="1737360"/>
            <a:ext cx="4983480" cy="123444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1865376"/>
            <a:ext cx="4654296" cy="320040"/>
          </a:xfrm>
          <a:prstGeom prst="rect">
            <a:avLst/>
          </a:prstGeom>
          <a:noFill/>
        </p:spPr>
        <p:txBody>
          <a:bodyPr wrap="none" lIns="36576" rIns="36576" tIns="36576" bIns="36576" anchor="t">
            <a:spAutoFit/>
          </a:bodyPr>
          <a:lstStyle/>
          <a:p>
            <a:pPr algn="l"/>
            <a:r>
              <a:rPr sz="1400" b="1">
                <a:solidFill>
                  <a:srgbClr val="3D3C38"/>
                </a:solidFill>
                <a:latin typeface="Arial"/>
              </a:rPr>
              <a:t>Snowflake — OCDP_PRD_CDCM_DB</a:t>
            </a:r>
          </a:p>
        </p:txBody>
      </p:sp>
      <p:sp>
        <p:nvSpPr>
          <p:cNvPr id="8" name="TextBox 7"/>
          <p:cNvSpPr txBox="1"/>
          <p:nvPr/>
        </p:nvSpPr>
        <p:spPr>
          <a:xfrm>
            <a:off x="804671" y="2267712"/>
            <a:ext cx="4654296" cy="576072"/>
          </a:xfrm>
          <a:prstGeom prst="rect">
            <a:avLst/>
          </a:prstGeom>
          <a:noFill/>
        </p:spPr>
        <p:txBody>
          <a:bodyPr wrap="square" lIns="36576" rIns="36576" tIns="36576" bIns="36576" anchor="t">
            <a:normAutofit/>
          </a:bodyPr>
          <a:lstStyle/>
          <a:p>
            <a:pPr algn="l"/>
            <a:r>
              <a:rPr sz="1000" b="0">
                <a:solidFill>
                  <a:srgbClr val="3D3C38"/>
                </a:solidFill>
                <a:latin typeface="Arial"/>
              </a:rPr>
              <a:t>CDCM: Patient • eligibility • claims • Rx • labs • provider
CDCM_REFINED: Refined patient, eligibility, claims, Rx and provider views</a:t>
            </a:r>
          </a:p>
        </p:txBody>
      </p:sp>
      <p:sp>
        <p:nvSpPr>
          <p:cNvPr id="9" name="Rounded Rectangle 8"/>
          <p:cNvSpPr/>
          <p:nvPr/>
        </p:nvSpPr>
        <p:spPr>
          <a:xfrm>
            <a:off x="640080" y="3154680"/>
            <a:ext cx="4983480" cy="123444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1" y="3282696"/>
            <a:ext cx="4654296" cy="320040"/>
          </a:xfrm>
          <a:prstGeom prst="rect">
            <a:avLst/>
          </a:prstGeom>
          <a:noFill/>
        </p:spPr>
        <p:txBody>
          <a:bodyPr wrap="none" lIns="36576" rIns="36576" tIns="36576" bIns="36576" anchor="t">
            <a:spAutoFit/>
          </a:bodyPr>
          <a:lstStyle/>
          <a:p>
            <a:pPr algn="l"/>
            <a:r>
              <a:rPr sz="1400" b="1">
                <a:solidFill>
                  <a:srgbClr val="3D3C38"/>
                </a:solidFill>
                <a:latin typeface="Arial"/>
              </a:rPr>
              <a:t>Snowflake — caredata_extract_elt</a:t>
            </a:r>
          </a:p>
        </p:txBody>
      </p:sp>
      <p:sp>
        <p:nvSpPr>
          <p:cNvPr id="11" name="TextBox 10"/>
          <p:cNvSpPr txBox="1"/>
          <p:nvPr/>
        </p:nvSpPr>
        <p:spPr>
          <a:xfrm>
            <a:off x="804671" y="3685032"/>
            <a:ext cx="4654296" cy="576072"/>
          </a:xfrm>
          <a:prstGeom prst="rect">
            <a:avLst/>
          </a:prstGeom>
          <a:noFill/>
        </p:spPr>
        <p:txBody>
          <a:bodyPr wrap="square" lIns="36576" rIns="36576" tIns="36576" bIns="36576" anchor="t">
            <a:normAutofit/>
          </a:bodyPr>
          <a:lstStyle/>
          <a:p>
            <a:pPr algn="l"/>
            <a:r>
              <a:rPr sz="1000" b="0">
                <a:solidFill>
                  <a:srgbClr val="3D3C38"/>
                </a:solidFill>
                <a:latin typeface="Arial"/>
              </a:rPr>
              <a:t>DATACORE history plus CDOS / COZEVA tenant data</a:t>
            </a:r>
          </a:p>
        </p:txBody>
      </p:sp>
      <p:sp>
        <p:nvSpPr>
          <p:cNvPr id="12" name="Rounded Rectangle 11"/>
          <p:cNvSpPr/>
          <p:nvPr/>
        </p:nvSpPr>
        <p:spPr>
          <a:xfrm>
            <a:off x="5806440" y="1737360"/>
            <a:ext cx="4892040" cy="123444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71031" y="1865376"/>
            <a:ext cx="4562855" cy="320040"/>
          </a:xfrm>
          <a:prstGeom prst="rect">
            <a:avLst/>
          </a:prstGeom>
          <a:noFill/>
        </p:spPr>
        <p:txBody>
          <a:bodyPr wrap="none" lIns="36576" rIns="36576" tIns="36576" bIns="36576" anchor="t">
            <a:spAutoFit/>
          </a:bodyPr>
          <a:lstStyle/>
          <a:p>
            <a:pPr algn="l"/>
            <a:r>
              <a:rPr sz="1400" b="1">
                <a:solidFill>
                  <a:srgbClr val="3D3C38"/>
                </a:solidFill>
                <a:latin typeface="Arial"/>
              </a:rPr>
              <a:t>Databricks — prod_ocdp_optumcare / Unity Catalog</a:t>
            </a:r>
          </a:p>
        </p:txBody>
      </p:sp>
      <p:sp>
        <p:nvSpPr>
          <p:cNvPr id="14" name="TextBox 13"/>
          <p:cNvSpPr txBox="1"/>
          <p:nvPr/>
        </p:nvSpPr>
        <p:spPr>
          <a:xfrm>
            <a:off x="5971031" y="2267712"/>
            <a:ext cx="4562855" cy="576072"/>
          </a:xfrm>
          <a:prstGeom prst="rect">
            <a:avLst/>
          </a:prstGeom>
          <a:noFill/>
        </p:spPr>
        <p:txBody>
          <a:bodyPr wrap="square" lIns="36576" rIns="36576" tIns="36576" bIns="36576" anchor="t">
            <a:normAutofit/>
          </a:bodyPr>
          <a:lstStyle/>
          <a:p>
            <a:pPr algn="l"/>
            <a:r>
              <a:rPr sz="1000" b="0">
                <a:solidFill>
                  <a:srgbClr val="3D3C38"/>
                </a:solidFill>
                <a:latin typeface="Arial"/>
              </a:rPr>
              <a:t>CURO: patient, regional and provider history tables selected using the source-system key.</a:t>
            </a:r>
          </a:p>
        </p:txBody>
      </p:sp>
      <p:sp>
        <p:nvSpPr>
          <p:cNvPr id="15" name="Rounded Rectangle 14"/>
          <p:cNvSpPr/>
          <p:nvPr/>
        </p:nvSpPr>
        <p:spPr>
          <a:xfrm>
            <a:off x="5806440" y="3154680"/>
            <a:ext cx="4892040" cy="123444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71031" y="3282696"/>
            <a:ext cx="4562855" cy="320040"/>
          </a:xfrm>
          <a:prstGeom prst="rect">
            <a:avLst/>
          </a:prstGeom>
          <a:noFill/>
        </p:spPr>
        <p:txBody>
          <a:bodyPr wrap="none" lIns="36576" rIns="36576" tIns="36576" bIns="36576" anchor="t">
            <a:spAutoFit/>
          </a:bodyPr>
          <a:lstStyle/>
          <a:p>
            <a:pPr algn="l"/>
            <a:r>
              <a:rPr sz="1400" b="1">
                <a:solidFill>
                  <a:srgbClr val="3D3C38"/>
                </a:solidFill>
                <a:latin typeface="Arial"/>
              </a:rPr>
              <a:t>Identifier model</a:t>
            </a:r>
          </a:p>
        </p:txBody>
      </p:sp>
      <p:sp>
        <p:nvSpPr>
          <p:cNvPr id="17" name="TextBox 16"/>
          <p:cNvSpPr txBox="1"/>
          <p:nvPr/>
        </p:nvSpPr>
        <p:spPr>
          <a:xfrm>
            <a:off x="5971031" y="3685032"/>
            <a:ext cx="4562855" cy="576072"/>
          </a:xfrm>
          <a:prstGeom prst="rect">
            <a:avLst/>
          </a:prstGeom>
          <a:noFill/>
        </p:spPr>
        <p:txBody>
          <a:bodyPr wrap="square" lIns="36576" rIns="36576" tIns="36576" bIns="36576" anchor="t">
            <a:normAutofit/>
          </a:bodyPr>
          <a:lstStyle/>
          <a:p>
            <a:pPr algn="l"/>
            <a:r>
              <a:rPr sz="1000" b="0">
                <a:solidFill>
                  <a:srgbClr val="3D3C38"/>
                </a:solidFill>
                <a:latin typeface="Arial"/>
              </a:rPr>
              <a:t>Supports SOURCE_SYSTEM_SK-SOURCE_PATIENT_ID and enterprise/member lookup patterns.</a:t>
            </a:r>
          </a:p>
        </p:txBody>
      </p:sp>
      <p:sp>
        <p:nvSpPr>
          <p:cNvPr id="18" name="TextBox 17"/>
          <p:cNvSpPr txBox="1"/>
          <p:nvPr/>
        </p:nvSpPr>
        <p:spPr>
          <a:xfrm>
            <a:off x="640080" y="4892040"/>
            <a:ext cx="10058400" cy="640080"/>
          </a:xfrm>
          <a:prstGeom prst="rect">
            <a:avLst/>
          </a:prstGeom>
          <a:noFill/>
        </p:spPr>
        <p:txBody>
          <a:bodyPr wrap="none" lIns="36576" rIns="36576" tIns="36576" bIns="36576" anchor="t">
            <a:spAutoFit/>
          </a:bodyPr>
          <a:lstStyle/>
          <a:p>
            <a:pPr algn="l"/>
            <a:r>
              <a:rPr sz="1500" b="1">
                <a:solidFill>
                  <a:srgbClr val="FF612B"/>
                </a:solidFill>
                <a:latin typeface="Arial"/>
              </a:rPr>
              <a:t>Business implication: Users do not need to know which platform owns the underlying record.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18288" rIns="18288"/>
          <a:lstStyle/>
          <a:p>
            <a:r>
              <a:rPr sz="2800" b="0">
                <a:solidFill>
                  <a:srgbClr val="3D3C38"/>
                </a:solidFill>
                <a:latin typeface="Arial"/>
              </a:rPr>
              <a:t>AI-Powered Question Answering</a:t>
            </a:r>
          </a:p>
        </p:txBody>
      </p:sp>
      <p:sp>
        <p:nvSpPr>
          <p:cNvPr id="3" name="Text Placeholder 2"/>
          <p:cNvSpPr>
            <a:spLocks noGrp="1"/>
          </p:cNvSpPr>
          <p:nvPr>
            <p:ph type="body"/>
          </p:nvPr>
        </p:nvSpPr>
        <p:spPr/>
        <p:txBody>
          <a:bodyPr/>
          <a:lstStyle/>
          <a:p/>
        </p:txBody>
      </p:sp>
      <p:sp>
        <p:nvSpPr>
          <p:cNvPr id="4" name="TextBox 3"/>
          <p:cNvSpPr txBox="1"/>
          <p:nvPr/>
        </p:nvSpPr>
        <p:spPr>
          <a:xfrm>
            <a:off x="594360" y="932688"/>
            <a:ext cx="2286000" cy="256032"/>
          </a:xfrm>
          <a:prstGeom prst="rect">
            <a:avLst/>
          </a:prstGeom>
          <a:noFill/>
        </p:spPr>
        <p:txBody>
          <a:bodyPr wrap="none" lIns="36576" rIns="36576" tIns="36576" bIns="36576" anchor="t">
            <a:spAutoFit/>
          </a:bodyPr>
          <a:lstStyle/>
          <a:p>
            <a:pPr algn="l"/>
            <a:r>
              <a:rPr sz="1000" b="1">
                <a:solidFill>
                  <a:srgbClr val="FF612B"/>
                </a:solidFill>
                <a:latin typeface="Arial"/>
              </a:rPr>
              <a:t>AI</a:t>
            </a:r>
          </a:p>
        </p:txBody>
      </p:sp>
      <p:sp>
        <p:nvSpPr>
          <p:cNvPr id="5" name="TextBox 4"/>
          <p:cNvSpPr txBox="1"/>
          <p:nvPr/>
        </p:nvSpPr>
        <p:spPr>
          <a:xfrm>
            <a:off x="594360" y="1143000"/>
            <a:ext cx="9875520" cy="438912"/>
          </a:xfrm>
          <a:prstGeom prst="rect">
            <a:avLst/>
          </a:prstGeom>
          <a:noFill/>
        </p:spPr>
        <p:txBody>
          <a:bodyPr wrap="square" lIns="36576" rIns="36576" tIns="36576" bIns="36576" anchor="t">
            <a:normAutofit/>
          </a:bodyPr>
          <a:lstStyle/>
          <a:p>
            <a:pPr algn="l"/>
            <a:r>
              <a:rPr sz="1300" b="0">
                <a:solidFill>
                  <a:srgbClr val="8A8780"/>
                </a:solidFill>
                <a:latin typeface="Arial"/>
              </a:rPr>
              <a:t>Business language is converted into data operations and grounded in relevant schema context.</a:t>
            </a:r>
          </a:p>
        </p:txBody>
      </p:sp>
      <p:sp>
        <p:nvSpPr>
          <p:cNvPr id="6" name="Rounded Rectangle 5"/>
          <p:cNvSpPr/>
          <p:nvPr/>
        </p:nvSpPr>
        <p:spPr>
          <a:xfrm>
            <a:off x="640080" y="1691640"/>
            <a:ext cx="3154680" cy="141732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1819656"/>
            <a:ext cx="2825496" cy="320040"/>
          </a:xfrm>
          <a:prstGeom prst="rect">
            <a:avLst/>
          </a:prstGeom>
          <a:noFill/>
        </p:spPr>
        <p:txBody>
          <a:bodyPr wrap="none" lIns="36576" rIns="36576" tIns="36576" bIns="36576" anchor="t">
            <a:spAutoFit/>
          </a:bodyPr>
          <a:lstStyle/>
          <a:p>
            <a:pPr algn="l"/>
            <a:r>
              <a:rPr sz="1300" b="1">
                <a:solidFill>
                  <a:srgbClr val="3D3C38"/>
                </a:solidFill>
                <a:latin typeface="Arial"/>
              </a:rPr>
              <a:t>1  Business question</a:t>
            </a:r>
          </a:p>
        </p:txBody>
      </p:sp>
      <p:sp>
        <p:nvSpPr>
          <p:cNvPr id="8" name="TextBox 7"/>
          <p:cNvSpPr txBox="1"/>
          <p:nvPr/>
        </p:nvSpPr>
        <p:spPr>
          <a:xfrm>
            <a:off x="804671" y="2221992"/>
            <a:ext cx="2825496" cy="758952"/>
          </a:xfrm>
          <a:prstGeom prst="rect">
            <a:avLst/>
          </a:prstGeom>
          <a:noFill/>
        </p:spPr>
        <p:txBody>
          <a:bodyPr wrap="square" lIns="36576" rIns="36576" tIns="36576" bIns="36576" anchor="t">
            <a:normAutofit/>
          </a:bodyPr>
          <a:lstStyle/>
          <a:p>
            <a:pPr algn="l"/>
            <a:r>
              <a:rPr sz="1000" b="0">
                <a:solidFill>
                  <a:srgbClr val="3D3C38"/>
                </a:solidFill>
                <a:latin typeface="Arial"/>
              </a:rPr>
              <a:t>“Show the latest claims and average amount”</a:t>
            </a:r>
          </a:p>
        </p:txBody>
      </p:sp>
      <p:sp>
        <p:nvSpPr>
          <p:cNvPr id="9" name="Rounded Rectangle 8"/>
          <p:cNvSpPr/>
          <p:nvPr/>
        </p:nvSpPr>
        <p:spPr>
          <a:xfrm>
            <a:off x="4096511" y="1691640"/>
            <a:ext cx="3154680" cy="141732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61103" y="1819656"/>
            <a:ext cx="2825496" cy="320040"/>
          </a:xfrm>
          <a:prstGeom prst="rect">
            <a:avLst/>
          </a:prstGeom>
          <a:noFill/>
        </p:spPr>
        <p:txBody>
          <a:bodyPr wrap="none" lIns="36576" rIns="36576" tIns="36576" bIns="36576" anchor="t">
            <a:spAutoFit/>
          </a:bodyPr>
          <a:lstStyle/>
          <a:p>
            <a:pPr algn="l"/>
            <a:r>
              <a:rPr sz="1300" b="1">
                <a:solidFill>
                  <a:srgbClr val="3D3C38"/>
                </a:solidFill>
                <a:latin typeface="Arial"/>
              </a:rPr>
              <a:t>2  Intent + context</a:t>
            </a:r>
          </a:p>
        </p:txBody>
      </p:sp>
      <p:sp>
        <p:nvSpPr>
          <p:cNvPr id="11" name="TextBox 10"/>
          <p:cNvSpPr txBox="1"/>
          <p:nvPr/>
        </p:nvSpPr>
        <p:spPr>
          <a:xfrm>
            <a:off x="4261103" y="2221992"/>
            <a:ext cx="2825496" cy="758952"/>
          </a:xfrm>
          <a:prstGeom prst="rect">
            <a:avLst/>
          </a:prstGeom>
          <a:noFill/>
        </p:spPr>
        <p:txBody>
          <a:bodyPr wrap="square" lIns="36576" rIns="36576" tIns="36576" bIns="36576" anchor="t">
            <a:normAutofit/>
          </a:bodyPr>
          <a:lstStyle/>
          <a:p>
            <a:pPr algn="l"/>
            <a:r>
              <a:rPr sz="1000" b="0">
                <a:solidFill>
                  <a:srgbClr val="3D3C38"/>
                </a:solidFill>
                <a:latin typeface="Arial"/>
              </a:rPr>
              <a:t>Router identifies data / analysis intent</a:t>
            </a:r>
          </a:p>
        </p:txBody>
      </p:sp>
      <p:sp>
        <p:nvSpPr>
          <p:cNvPr id="12" name="Rounded Rectangle 11"/>
          <p:cNvSpPr/>
          <p:nvPr/>
        </p:nvSpPr>
        <p:spPr>
          <a:xfrm>
            <a:off x="7552944" y="1691640"/>
            <a:ext cx="3154680" cy="141732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17536" y="1819656"/>
            <a:ext cx="2825496" cy="320040"/>
          </a:xfrm>
          <a:prstGeom prst="rect">
            <a:avLst/>
          </a:prstGeom>
          <a:noFill/>
        </p:spPr>
        <p:txBody>
          <a:bodyPr wrap="none" lIns="36576" rIns="36576" tIns="36576" bIns="36576" anchor="t">
            <a:spAutoFit/>
          </a:bodyPr>
          <a:lstStyle/>
          <a:p>
            <a:pPr algn="l"/>
            <a:r>
              <a:rPr sz="1300" b="1">
                <a:solidFill>
                  <a:srgbClr val="3D3C38"/>
                </a:solidFill>
                <a:latin typeface="Arial"/>
              </a:rPr>
              <a:t>3  RAG metadata</a:t>
            </a:r>
          </a:p>
        </p:txBody>
      </p:sp>
      <p:sp>
        <p:nvSpPr>
          <p:cNvPr id="14" name="TextBox 13"/>
          <p:cNvSpPr txBox="1"/>
          <p:nvPr/>
        </p:nvSpPr>
        <p:spPr>
          <a:xfrm>
            <a:off x="7717536" y="2221992"/>
            <a:ext cx="2825496" cy="758952"/>
          </a:xfrm>
          <a:prstGeom prst="rect">
            <a:avLst/>
          </a:prstGeom>
          <a:noFill/>
        </p:spPr>
        <p:txBody>
          <a:bodyPr wrap="square" lIns="36576" rIns="36576" tIns="36576" bIns="36576" anchor="t">
            <a:normAutofit/>
          </a:bodyPr>
          <a:lstStyle/>
          <a:p>
            <a:pPr algn="l"/>
            <a:r>
              <a:rPr sz="1000" b="0">
                <a:solidFill>
                  <a:srgbClr val="3D3C38"/>
                </a:solidFill>
                <a:latin typeface="Arial"/>
              </a:rPr>
              <a:t>FAISS retrieves relevant schema / rules context</a:t>
            </a:r>
          </a:p>
        </p:txBody>
      </p:sp>
      <p:sp>
        <p:nvSpPr>
          <p:cNvPr id="15" name="Rounded Rectangle 14"/>
          <p:cNvSpPr/>
          <p:nvPr/>
        </p:nvSpPr>
        <p:spPr>
          <a:xfrm>
            <a:off x="640080" y="3429000"/>
            <a:ext cx="3154680" cy="141732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1" y="3557016"/>
            <a:ext cx="2825496" cy="320040"/>
          </a:xfrm>
          <a:prstGeom prst="rect">
            <a:avLst/>
          </a:prstGeom>
          <a:noFill/>
        </p:spPr>
        <p:txBody>
          <a:bodyPr wrap="none" lIns="36576" rIns="36576" tIns="36576" bIns="36576" anchor="t">
            <a:spAutoFit/>
          </a:bodyPr>
          <a:lstStyle/>
          <a:p>
            <a:pPr algn="l"/>
            <a:r>
              <a:rPr sz="1300" b="1">
                <a:solidFill>
                  <a:srgbClr val="3D3C38"/>
                </a:solidFill>
                <a:latin typeface="Arial"/>
              </a:rPr>
              <a:t>4  SQL generation</a:t>
            </a:r>
          </a:p>
        </p:txBody>
      </p:sp>
      <p:sp>
        <p:nvSpPr>
          <p:cNvPr id="17" name="TextBox 16"/>
          <p:cNvSpPr txBox="1"/>
          <p:nvPr/>
        </p:nvSpPr>
        <p:spPr>
          <a:xfrm>
            <a:off x="804671" y="3959352"/>
            <a:ext cx="2825496" cy="758952"/>
          </a:xfrm>
          <a:prstGeom prst="rect">
            <a:avLst/>
          </a:prstGeom>
          <a:noFill/>
        </p:spPr>
        <p:txBody>
          <a:bodyPr wrap="square" lIns="36576" rIns="36576" tIns="36576" bIns="36576" anchor="t">
            <a:normAutofit/>
          </a:bodyPr>
          <a:lstStyle/>
          <a:p>
            <a:pPr algn="l"/>
            <a:r>
              <a:rPr sz="1000" b="0">
                <a:solidFill>
                  <a:srgbClr val="3D3C38"/>
                </a:solidFill>
                <a:latin typeface="Arial"/>
              </a:rPr>
              <a:t>Azure OpenAI generates source-aware SQL</a:t>
            </a:r>
          </a:p>
        </p:txBody>
      </p:sp>
      <p:sp>
        <p:nvSpPr>
          <p:cNvPr id="18" name="Rounded Rectangle 17"/>
          <p:cNvSpPr/>
          <p:nvPr/>
        </p:nvSpPr>
        <p:spPr>
          <a:xfrm>
            <a:off x="4096511" y="3429000"/>
            <a:ext cx="3154680" cy="141732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61103" y="3557016"/>
            <a:ext cx="2825496" cy="320040"/>
          </a:xfrm>
          <a:prstGeom prst="rect">
            <a:avLst/>
          </a:prstGeom>
          <a:noFill/>
        </p:spPr>
        <p:txBody>
          <a:bodyPr wrap="none" lIns="36576" rIns="36576" tIns="36576" bIns="36576" anchor="t">
            <a:spAutoFit/>
          </a:bodyPr>
          <a:lstStyle/>
          <a:p>
            <a:pPr algn="l"/>
            <a:r>
              <a:rPr sz="1300" b="1">
                <a:solidFill>
                  <a:srgbClr val="3D3C38"/>
                </a:solidFill>
                <a:latin typeface="Arial"/>
              </a:rPr>
              <a:t>5  Execution</a:t>
            </a:r>
          </a:p>
        </p:txBody>
      </p:sp>
      <p:sp>
        <p:nvSpPr>
          <p:cNvPr id="20" name="TextBox 19"/>
          <p:cNvSpPr txBox="1"/>
          <p:nvPr/>
        </p:nvSpPr>
        <p:spPr>
          <a:xfrm>
            <a:off x="4261103" y="3959352"/>
            <a:ext cx="2825496" cy="758952"/>
          </a:xfrm>
          <a:prstGeom prst="rect">
            <a:avLst/>
          </a:prstGeom>
          <a:noFill/>
        </p:spPr>
        <p:txBody>
          <a:bodyPr wrap="square" lIns="36576" rIns="36576" tIns="36576" bIns="36576" anchor="t">
            <a:normAutofit/>
          </a:bodyPr>
          <a:lstStyle/>
          <a:p>
            <a:pPr algn="l"/>
            <a:r>
              <a:rPr sz="1000" b="0">
                <a:solidFill>
                  <a:srgbClr val="3D3C38"/>
                </a:solidFill>
                <a:latin typeface="Arial"/>
              </a:rPr>
              <a:t>Snowflake / Databricks executes the query</a:t>
            </a:r>
          </a:p>
        </p:txBody>
      </p:sp>
      <p:sp>
        <p:nvSpPr>
          <p:cNvPr id="21" name="Rounded Rectangle 20"/>
          <p:cNvSpPr/>
          <p:nvPr/>
        </p:nvSpPr>
        <p:spPr>
          <a:xfrm>
            <a:off x="7552944" y="3429000"/>
            <a:ext cx="3154680" cy="141732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17536" y="3557016"/>
            <a:ext cx="2825496" cy="320040"/>
          </a:xfrm>
          <a:prstGeom prst="rect">
            <a:avLst/>
          </a:prstGeom>
          <a:noFill/>
        </p:spPr>
        <p:txBody>
          <a:bodyPr wrap="none" lIns="36576" rIns="36576" tIns="36576" bIns="36576" anchor="t">
            <a:spAutoFit/>
          </a:bodyPr>
          <a:lstStyle/>
          <a:p>
            <a:pPr algn="l"/>
            <a:r>
              <a:rPr sz="1300" b="1">
                <a:solidFill>
                  <a:srgbClr val="3D3C38"/>
                </a:solidFill>
                <a:latin typeface="Arial"/>
              </a:rPr>
              <a:t>6  Answer</a:t>
            </a:r>
          </a:p>
        </p:txBody>
      </p:sp>
      <p:sp>
        <p:nvSpPr>
          <p:cNvPr id="23" name="TextBox 22"/>
          <p:cNvSpPr txBox="1"/>
          <p:nvPr/>
        </p:nvSpPr>
        <p:spPr>
          <a:xfrm>
            <a:off x="7717536" y="3959352"/>
            <a:ext cx="2825496" cy="758952"/>
          </a:xfrm>
          <a:prstGeom prst="rect">
            <a:avLst/>
          </a:prstGeom>
          <a:noFill/>
        </p:spPr>
        <p:txBody>
          <a:bodyPr wrap="square" lIns="36576" rIns="36576" tIns="36576" bIns="36576" anchor="t">
            <a:normAutofit/>
          </a:bodyPr>
          <a:lstStyle/>
          <a:p>
            <a:pPr algn="l"/>
            <a:r>
              <a:rPr sz="1000" b="0">
                <a:solidFill>
                  <a:srgbClr val="3D3C38"/>
                </a:solidFill>
                <a:latin typeface="Arial"/>
              </a:rPr>
              <a:t>Results are formatted back into the chat experience</a:t>
            </a:r>
          </a:p>
        </p:txBody>
      </p:sp>
      <p:sp>
        <p:nvSpPr>
          <p:cNvPr id="24" name="TextBox 23"/>
          <p:cNvSpPr txBox="1"/>
          <p:nvPr/>
        </p:nvSpPr>
        <p:spPr>
          <a:xfrm>
            <a:off x="777240" y="5349240"/>
            <a:ext cx="9966960" cy="548640"/>
          </a:xfrm>
          <a:prstGeom prst="rect">
            <a:avLst/>
          </a:prstGeom>
          <a:noFill/>
        </p:spPr>
        <p:txBody>
          <a:bodyPr wrap="none" lIns="36576" rIns="36576" tIns="36576" bIns="36576" anchor="t">
            <a:spAutoFit/>
          </a:bodyPr>
          <a:lstStyle/>
          <a:p>
            <a:pPr algn="ctr"/>
            <a:r>
              <a:rPr sz="1300" b="0">
                <a:solidFill>
                  <a:srgbClr val="3D3C38"/>
                </a:solidFill>
                <a:latin typeface="Arial"/>
              </a:rPr>
              <a:t>Why this matters: users can phrase questions in familiar business language while the platform handles schema selection, SQL generation and execution.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18288" rIns="18288"/>
          <a:lstStyle/>
          <a:p>
            <a:r>
              <a:rPr sz="2800" b="0">
                <a:solidFill>
                  <a:srgbClr val="3D3C38"/>
                </a:solidFill>
                <a:latin typeface="Arial"/>
              </a:rPr>
              <a:t>Implementation Details</a:t>
            </a:r>
          </a:p>
        </p:txBody>
      </p:sp>
      <p:sp>
        <p:nvSpPr>
          <p:cNvPr id="3" name="Text Placeholder 2"/>
          <p:cNvSpPr>
            <a:spLocks noGrp="1"/>
          </p:cNvSpPr>
          <p:nvPr>
            <p:ph type="body"/>
          </p:nvPr>
        </p:nvSpPr>
        <p:spPr/>
        <p:txBody>
          <a:bodyPr/>
          <a:lstStyle/>
          <a:p/>
        </p:txBody>
      </p:sp>
      <p:sp>
        <p:nvSpPr>
          <p:cNvPr id="4" name="TextBox 3"/>
          <p:cNvSpPr txBox="1"/>
          <p:nvPr/>
        </p:nvSpPr>
        <p:spPr>
          <a:xfrm>
            <a:off x="594360" y="932688"/>
            <a:ext cx="2286000" cy="256032"/>
          </a:xfrm>
          <a:prstGeom prst="rect">
            <a:avLst/>
          </a:prstGeom>
          <a:noFill/>
        </p:spPr>
        <p:txBody>
          <a:bodyPr wrap="none" lIns="36576" rIns="36576" tIns="36576" bIns="36576" anchor="t">
            <a:spAutoFit/>
          </a:bodyPr>
          <a:lstStyle/>
          <a:p>
            <a:pPr algn="l"/>
            <a:r>
              <a:rPr sz="1000" b="1">
                <a:solidFill>
                  <a:srgbClr val="FF612B"/>
                </a:solidFill>
                <a:latin typeface="Arial"/>
              </a:rPr>
              <a:t>IMPLEMENTATION</a:t>
            </a:r>
          </a:p>
        </p:txBody>
      </p:sp>
      <p:sp>
        <p:nvSpPr>
          <p:cNvPr id="5" name="TextBox 4"/>
          <p:cNvSpPr txBox="1"/>
          <p:nvPr/>
        </p:nvSpPr>
        <p:spPr>
          <a:xfrm>
            <a:off x="594360" y="1143000"/>
            <a:ext cx="9875520" cy="438912"/>
          </a:xfrm>
          <a:prstGeom prst="rect">
            <a:avLst/>
          </a:prstGeom>
          <a:noFill/>
        </p:spPr>
        <p:txBody>
          <a:bodyPr wrap="square" lIns="36576" rIns="36576" tIns="36576" bIns="36576" anchor="t">
            <a:normAutofit/>
          </a:bodyPr>
          <a:lstStyle/>
          <a:p>
            <a:pPr algn="l"/>
            <a:r>
              <a:rPr sz="1300" b="0">
                <a:solidFill>
                  <a:srgbClr val="8A8780"/>
                </a:solidFill>
                <a:latin typeface="Arial"/>
              </a:rPr>
              <a:t>Technology components represented in the current platform design.</a:t>
            </a:r>
          </a:p>
        </p:txBody>
      </p:sp>
      <p:sp>
        <p:nvSpPr>
          <p:cNvPr id="6" name="Rounded Rectangle 5"/>
          <p:cNvSpPr/>
          <p:nvPr/>
        </p:nvSpPr>
        <p:spPr>
          <a:xfrm>
            <a:off x="640080" y="1691640"/>
            <a:ext cx="4892040" cy="1078992"/>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1819656"/>
            <a:ext cx="4562855" cy="320040"/>
          </a:xfrm>
          <a:prstGeom prst="rect">
            <a:avLst/>
          </a:prstGeom>
          <a:noFill/>
        </p:spPr>
        <p:txBody>
          <a:bodyPr wrap="none" lIns="36576" rIns="36576" tIns="36576" bIns="36576" anchor="t">
            <a:spAutoFit/>
          </a:bodyPr>
          <a:lstStyle/>
          <a:p>
            <a:pPr algn="l"/>
            <a:r>
              <a:rPr sz="1300" b="1">
                <a:solidFill>
                  <a:srgbClr val="3D3C38"/>
                </a:solidFill>
                <a:latin typeface="Arial"/>
              </a:rPr>
              <a:t>Experience</a:t>
            </a:r>
          </a:p>
        </p:txBody>
      </p:sp>
      <p:sp>
        <p:nvSpPr>
          <p:cNvPr id="8" name="TextBox 7"/>
          <p:cNvSpPr txBox="1"/>
          <p:nvPr/>
        </p:nvSpPr>
        <p:spPr>
          <a:xfrm>
            <a:off x="804671" y="2221992"/>
            <a:ext cx="4562855" cy="420623"/>
          </a:xfrm>
          <a:prstGeom prst="rect">
            <a:avLst/>
          </a:prstGeom>
          <a:noFill/>
        </p:spPr>
        <p:txBody>
          <a:bodyPr wrap="square" lIns="36576" rIns="36576" tIns="36576" bIns="36576" anchor="t">
            <a:normAutofit/>
          </a:bodyPr>
          <a:lstStyle/>
          <a:p>
            <a:pPr algn="l"/>
            <a:r>
              <a:rPr sz="1000" b="0">
                <a:solidFill>
                  <a:srgbClr val="3D3C38"/>
                </a:solidFill>
                <a:latin typeface="Arial"/>
              </a:rPr>
              <a:t>Browser UI • Flask proxy • Session handling</a:t>
            </a:r>
          </a:p>
        </p:txBody>
      </p:sp>
      <p:sp>
        <p:nvSpPr>
          <p:cNvPr id="9" name="Rounded Rectangle 8"/>
          <p:cNvSpPr/>
          <p:nvPr/>
        </p:nvSpPr>
        <p:spPr>
          <a:xfrm>
            <a:off x="5897880" y="1691640"/>
            <a:ext cx="4892040" cy="1078992"/>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62472" y="1819656"/>
            <a:ext cx="4562855" cy="320040"/>
          </a:xfrm>
          <a:prstGeom prst="rect">
            <a:avLst/>
          </a:prstGeom>
          <a:noFill/>
        </p:spPr>
        <p:txBody>
          <a:bodyPr wrap="none" lIns="36576" rIns="36576" tIns="36576" bIns="36576" anchor="t">
            <a:spAutoFit/>
          </a:bodyPr>
          <a:lstStyle/>
          <a:p>
            <a:pPr algn="l"/>
            <a:r>
              <a:rPr sz="1300" b="1">
                <a:solidFill>
                  <a:srgbClr val="3D3C38"/>
                </a:solidFill>
                <a:latin typeface="Arial"/>
              </a:rPr>
              <a:t>Application services</a:t>
            </a:r>
          </a:p>
        </p:txBody>
      </p:sp>
      <p:sp>
        <p:nvSpPr>
          <p:cNvPr id="11" name="TextBox 10"/>
          <p:cNvSpPr txBox="1"/>
          <p:nvPr/>
        </p:nvSpPr>
        <p:spPr>
          <a:xfrm>
            <a:off x="6062472" y="2221992"/>
            <a:ext cx="4562855" cy="420623"/>
          </a:xfrm>
          <a:prstGeom prst="rect">
            <a:avLst/>
          </a:prstGeom>
          <a:noFill/>
        </p:spPr>
        <p:txBody>
          <a:bodyPr wrap="square" lIns="36576" rIns="36576" tIns="36576" bIns="36576" anchor="t">
            <a:normAutofit/>
          </a:bodyPr>
          <a:lstStyle/>
          <a:p>
            <a:pPr algn="l"/>
            <a:r>
              <a:rPr sz="1000" b="0">
                <a:solidFill>
                  <a:srgbClr val="3D3C38"/>
                </a:solidFill>
                <a:latin typeface="Arial"/>
              </a:rPr>
              <a:t>REST API • AI / query handlers • Background workers</a:t>
            </a:r>
          </a:p>
        </p:txBody>
      </p:sp>
      <p:sp>
        <p:nvSpPr>
          <p:cNvPr id="12" name="Rounded Rectangle 11"/>
          <p:cNvSpPr/>
          <p:nvPr/>
        </p:nvSpPr>
        <p:spPr>
          <a:xfrm>
            <a:off x="640080" y="3017520"/>
            <a:ext cx="4892040" cy="1078992"/>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 y="3145536"/>
            <a:ext cx="4562855" cy="320040"/>
          </a:xfrm>
          <a:prstGeom prst="rect">
            <a:avLst/>
          </a:prstGeom>
          <a:noFill/>
        </p:spPr>
        <p:txBody>
          <a:bodyPr wrap="none" lIns="36576" rIns="36576" tIns="36576" bIns="36576" anchor="t">
            <a:spAutoFit/>
          </a:bodyPr>
          <a:lstStyle/>
          <a:p>
            <a:pPr algn="l"/>
            <a:r>
              <a:rPr sz="1300" b="1">
                <a:solidFill>
                  <a:srgbClr val="3D3C38"/>
                </a:solidFill>
                <a:latin typeface="Arial"/>
              </a:rPr>
              <a:t>AI / retrieval</a:t>
            </a:r>
          </a:p>
        </p:txBody>
      </p:sp>
      <p:sp>
        <p:nvSpPr>
          <p:cNvPr id="14" name="TextBox 13"/>
          <p:cNvSpPr txBox="1"/>
          <p:nvPr/>
        </p:nvSpPr>
        <p:spPr>
          <a:xfrm>
            <a:off x="804671" y="3547872"/>
            <a:ext cx="4562855" cy="420623"/>
          </a:xfrm>
          <a:prstGeom prst="rect">
            <a:avLst/>
          </a:prstGeom>
          <a:noFill/>
        </p:spPr>
        <p:txBody>
          <a:bodyPr wrap="square" lIns="36576" rIns="36576" tIns="36576" bIns="36576" anchor="t">
            <a:normAutofit/>
          </a:bodyPr>
          <a:lstStyle/>
          <a:p>
            <a:pPr algn="l"/>
            <a:r>
              <a:rPr sz="1000" b="0">
                <a:solidFill>
                  <a:srgbClr val="3D3C38"/>
                </a:solidFill>
                <a:latin typeface="Arial"/>
              </a:rPr>
              <a:t>FAISS / RAG • Azure OpenAI • schema-aware SQL generation</a:t>
            </a:r>
          </a:p>
        </p:txBody>
      </p:sp>
      <p:sp>
        <p:nvSpPr>
          <p:cNvPr id="15" name="Rounded Rectangle 14"/>
          <p:cNvSpPr/>
          <p:nvPr/>
        </p:nvSpPr>
        <p:spPr>
          <a:xfrm>
            <a:off x="5897880" y="3017520"/>
            <a:ext cx="4892040" cy="1078992"/>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62472" y="3145536"/>
            <a:ext cx="4562855" cy="320040"/>
          </a:xfrm>
          <a:prstGeom prst="rect">
            <a:avLst/>
          </a:prstGeom>
          <a:noFill/>
        </p:spPr>
        <p:txBody>
          <a:bodyPr wrap="none" lIns="36576" rIns="36576" tIns="36576" bIns="36576" anchor="t">
            <a:spAutoFit/>
          </a:bodyPr>
          <a:lstStyle/>
          <a:p>
            <a:pPr algn="l"/>
            <a:r>
              <a:rPr sz="1300" b="1">
                <a:solidFill>
                  <a:srgbClr val="3D3C38"/>
                </a:solidFill>
                <a:latin typeface="Arial"/>
              </a:rPr>
              <a:t>Analytics</a:t>
            </a:r>
          </a:p>
        </p:txBody>
      </p:sp>
      <p:sp>
        <p:nvSpPr>
          <p:cNvPr id="17" name="TextBox 16"/>
          <p:cNvSpPr txBox="1"/>
          <p:nvPr/>
        </p:nvSpPr>
        <p:spPr>
          <a:xfrm>
            <a:off x="6062472" y="3547872"/>
            <a:ext cx="4562855" cy="420623"/>
          </a:xfrm>
          <a:prstGeom prst="rect">
            <a:avLst/>
          </a:prstGeom>
          <a:noFill/>
        </p:spPr>
        <p:txBody>
          <a:bodyPr wrap="square" lIns="36576" rIns="36576" tIns="36576" bIns="36576" anchor="t">
            <a:normAutofit/>
          </a:bodyPr>
          <a:lstStyle/>
          <a:p>
            <a:pPr algn="l"/>
            <a:r>
              <a:rPr sz="1000" b="0">
                <a:solidFill>
                  <a:srgbClr val="3D3C38"/>
                </a:solidFill>
                <a:latin typeface="Arial"/>
              </a:rPr>
              <a:t>Polars • DuckDB • Filters • Aggregations • Profiling • Visualizations</a:t>
            </a:r>
          </a:p>
        </p:txBody>
      </p:sp>
      <p:sp>
        <p:nvSpPr>
          <p:cNvPr id="18" name="Rounded Rectangle 17"/>
          <p:cNvSpPr/>
          <p:nvPr/>
        </p:nvSpPr>
        <p:spPr>
          <a:xfrm>
            <a:off x="640080" y="4343400"/>
            <a:ext cx="4892040" cy="1078992"/>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1" y="4471416"/>
            <a:ext cx="4562855" cy="320040"/>
          </a:xfrm>
          <a:prstGeom prst="rect">
            <a:avLst/>
          </a:prstGeom>
          <a:noFill/>
        </p:spPr>
        <p:txBody>
          <a:bodyPr wrap="none" lIns="36576" rIns="36576" tIns="36576" bIns="36576" anchor="t">
            <a:spAutoFit/>
          </a:bodyPr>
          <a:lstStyle/>
          <a:p>
            <a:pPr algn="l"/>
            <a:r>
              <a:rPr sz="1300" b="1">
                <a:solidFill>
                  <a:srgbClr val="3D3C38"/>
                </a:solidFill>
                <a:latin typeface="Arial"/>
              </a:rPr>
              <a:t>Data platforms</a:t>
            </a:r>
          </a:p>
        </p:txBody>
      </p:sp>
      <p:sp>
        <p:nvSpPr>
          <p:cNvPr id="20" name="TextBox 19"/>
          <p:cNvSpPr txBox="1"/>
          <p:nvPr/>
        </p:nvSpPr>
        <p:spPr>
          <a:xfrm>
            <a:off x="804671" y="4873752"/>
            <a:ext cx="4562855" cy="420623"/>
          </a:xfrm>
          <a:prstGeom prst="rect">
            <a:avLst/>
          </a:prstGeom>
          <a:noFill/>
        </p:spPr>
        <p:txBody>
          <a:bodyPr wrap="square" lIns="36576" rIns="36576" tIns="36576" bIns="36576" anchor="t">
            <a:normAutofit/>
          </a:bodyPr>
          <a:lstStyle/>
          <a:p>
            <a:pPr algn="l"/>
            <a:r>
              <a:rPr sz="1000" b="0">
                <a:solidFill>
                  <a:srgbClr val="3D3C38"/>
                </a:solidFill>
                <a:latin typeface="Arial"/>
              </a:rPr>
              <a:t>Snowflake • Databricks / Unity Catalog • Redis</a:t>
            </a:r>
          </a:p>
        </p:txBody>
      </p:sp>
      <p:sp>
        <p:nvSpPr>
          <p:cNvPr id="21" name="Rounded Rectangle 20"/>
          <p:cNvSpPr/>
          <p:nvPr/>
        </p:nvSpPr>
        <p:spPr>
          <a:xfrm>
            <a:off x="5897880" y="4343400"/>
            <a:ext cx="4892040" cy="1078992"/>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2472" y="4471416"/>
            <a:ext cx="4562855" cy="320040"/>
          </a:xfrm>
          <a:prstGeom prst="rect">
            <a:avLst/>
          </a:prstGeom>
          <a:noFill/>
        </p:spPr>
        <p:txBody>
          <a:bodyPr wrap="none" lIns="36576" rIns="36576" tIns="36576" bIns="36576" anchor="t">
            <a:spAutoFit/>
          </a:bodyPr>
          <a:lstStyle/>
          <a:p>
            <a:pPr algn="l"/>
            <a:r>
              <a:rPr sz="1300" b="1">
                <a:solidFill>
                  <a:srgbClr val="3D3C38"/>
                </a:solidFill>
                <a:latin typeface="Arial"/>
              </a:rPr>
              <a:t>Deployment</a:t>
            </a:r>
          </a:p>
        </p:txBody>
      </p:sp>
      <p:sp>
        <p:nvSpPr>
          <p:cNvPr id="23" name="TextBox 22"/>
          <p:cNvSpPr txBox="1"/>
          <p:nvPr/>
        </p:nvSpPr>
        <p:spPr>
          <a:xfrm>
            <a:off x="6062472" y="4873752"/>
            <a:ext cx="4562855" cy="420623"/>
          </a:xfrm>
          <a:prstGeom prst="rect">
            <a:avLst/>
          </a:prstGeom>
          <a:noFill/>
        </p:spPr>
        <p:txBody>
          <a:bodyPr wrap="square" lIns="36576" rIns="36576" tIns="36576" bIns="36576" anchor="t">
            <a:normAutofit/>
          </a:bodyPr>
          <a:lstStyle/>
          <a:p>
            <a:pPr algn="l"/>
            <a:r>
              <a:rPr sz="1000" b="0">
                <a:solidFill>
                  <a:srgbClr val="3D3C38"/>
                </a:solidFill>
                <a:latin typeface="Arial"/>
              </a:rPr>
              <a:t>Docker Compose • Gunicorn • AKS pattern • Azure App Service path</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18288" rIns="18288"/>
          <a:lstStyle/>
          <a:p>
            <a:r>
              <a:rPr sz="2800" b="0">
                <a:solidFill>
                  <a:srgbClr val="3D3C38"/>
                </a:solidFill>
                <a:latin typeface="Arial"/>
              </a:rPr>
              <a:t>Performance &amp; Scalability</a:t>
            </a:r>
          </a:p>
        </p:txBody>
      </p:sp>
      <p:sp>
        <p:nvSpPr>
          <p:cNvPr id="3" name="Text Placeholder 2"/>
          <p:cNvSpPr>
            <a:spLocks noGrp="1"/>
          </p:cNvSpPr>
          <p:nvPr>
            <p:ph type="body"/>
          </p:nvPr>
        </p:nvSpPr>
        <p:spPr/>
        <p:txBody>
          <a:bodyPr/>
          <a:lstStyle/>
          <a:p/>
        </p:txBody>
      </p:sp>
      <p:sp>
        <p:nvSpPr>
          <p:cNvPr id="4" name="TextBox 3"/>
          <p:cNvSpPr txBox="1"/>
          <p:nvPr/>
        </p:nvSpPr>
        <p:spPr>
          <a:xfrm>
            <a:off x="594360" y="932688"/>
            <a:ext cx="2286000" cy="256032"/>
          </a:xfrm>
          <a:prstGeom prst="rect">
            <a:avLst/>
          </a:prstGeom>
          <a:noFill/>
        </p:spPr>
        <p:txBody>
          <a:bodyPr wrap="none" lIns="36576" rIns="36576" tIns="36576" bIns="36576" anchor="t">
            <a:spAutoFit/>
          </a:bodyPr>
          <a:lstStyle/>
          <a:p>
            <a:pPr algn="l"/>
            <a:r>
              <a:rPr sz="1000" b="1">
                <a:solidFill>
                  <a:srgbClr val="FF612B"/>
                </a:solidFill>
                <a:latin typeface="Arial"/>
              </a:rPr>
              <a:t>PERFORMANCE</a:t>
            </a:r>
          </a:p>
        </p:txBody>
      </p:sp>
      <p:sp>
        <p:nvSpPr>
          <p:cNvPr id="5" name="TextBox 4"/>
          <p:cNvSpPr txBox="1"/>
          <p:nvPr/>
        </p:nvSpPr>
        <p:spPr>
          <a:xfrm>
            <a:off x="594360" y="1143000"/>
            <a:ext cx="9875520" cy="438912"/>
          </a:xfrm>
          <a:prstGeom prst="rect">
            <a:avLst/>
          </a:prstGeom>
          <a:noFill/>
        </p:spPr>
        <p:txBody>
          <a:bodyPr wrap="square" lIns="36576" rIns="36576" tIns="36576" bIns="36576" anchor="t">
            <a:normAutofit/>
          </a:bodyPr>
          <a:lstStyle/>
          <a:p>
            <a:pPr algn="l"/>
            <a:r>
              <a:rPr sz="1300" b="0">
                <a:solidFill>
                  <a:srgbClr val="8A8780"/>
                </a:solidFill>
                <a:latin typeface="Arial"/>
              </a:rPr>
              <a:t>The platform uses several layers to avoid unnecessary source-system work.</a:t>
            </a:r>
          </a:p>
        </p:txBody>
      </p:sp>
      <p:sp>
        <p:nvSpPr>
          <p:cNvPr id="6" name="Rounded Rectangle 5"/>
          <p:cNvSpPr/>
          <p:nvPr/>
        </p:nvSpPr>
        <p:spPr>
          <a:xfrm>
            <a:off x="640080" y="1783080"/>
            <a:ext cx="4892040" cy="1353312"/>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1911095"/>
            <a:ext cx="4562855" cy="320040"/>
          </a:xfrm>
          <a:prstGeom prst="rect">
            <a:avLst/>
          </a:prstGeom>
          <a:noFill/>
        </p:spPr>
        <p:txBody>
          <a:bodyPr wrap="none" lIns="36576" rIns="36576" tIns="36576" bIns="36576" anchor="t">
            <a:spAutoFit/>
          </a:bodyPr>
          <a:lstStyle/>
          <a:p>
            <a:pPr algn="l"/>
            <a:r>
              <a:rPr sz="1400" b="1">
                <a:solidFill>
                  <a:srgbClr val="3D3C38"/>
                </a:solidFill>
                <a:latin typeface="Arial"/>
              </a:rPr>
              <a:t>Parallel retrieval</a:t>
            </a:r>
          </a:p>
        </p:txBody>
      </p:sp>
      <p:sp>
        <p:nvSpPr>
          <p:cNvPr id="8" name="TextBox 7"/>
          <p:cNvSpPr txBox="1"/>
          <p:nvPr/>
        </p:nvSpPr>
        <p:spPr>
          <a:xfrm>
            <a:off x="804671" y="2313432"/>
            <a:ext cx="4562855" cy="694944"/>
          </a:xfrm>
          <a:prstGeom prst="rect">
            <a:avLst/>
          </a:prstGeom>
          <a:noFill/>
        </p:spPr>
        <p:txBody>
          <a:bodyPr wrap="square" lIns="36576" rIns="36576" tIns="36576" bIns="36576" anchor="t">
            <a:normAutofit/>
          </a:bodyPr>
          <a:lstStyle/>
          <a:p>
            <a:pPr algn="l"/>
            <a:r>
              <a:rPr sz="1100" b="0">
                <a:solidFill>
                  <a:srgbClr val="3D3C38"/>
                </a:solidFill>
                <a:latin typeface="Arial"/>
              </a:rPr>
              <a:t>Six panels launch concurrently; overall wait is driven by the slowest panel.</a:t>
            </a:r>
          </a:p>
        </p:txBody>
      </p:sp>
      <p:sp>
        <p:nvSpPr>
          <p:cNvPr id="9" name="Rounded Rectangle 8"/>
          <p:cNvSpPr/>
          <p:nvPr/>
        </p:nvSpPr>
        <p:spPr>
          <a:xfrm>
            <a:off x="5897880" y="1783080"/>
            <a:ext cx="4892040" cy="1353312"/>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62472" y="1911095"/>
            <a:ext cx="4562855" cy="320040"/>
          </a:xfrm>
          <a:prstGeom prst="rect">
            <a:avLst/>
          </a:prstGeom>
          <a:noFill/>
        </p:spPr>
        <p:txBody>
          <a:bodyPr wrap="none" lIns="36576" rIns="36576" tIns="36576" bIns="36576" anchor="t">
            <a:spAutoFit/>
          </a:bodyPr>
          <a:lstStyle/>
          <a:p>
            <a:pPr algn="l"/>
            <a:r>
              <a:rPr sz="1400" b="1">
                <a:solidFill>
                  <a:srgbClr val="3D3C38"/>
                </a:solidFill>
                <a:latin typeface="Arial"/>
              </a:rPr>
              <a:t>Two-tier caching</a:t>
            </a:r>
          </a:p>
        </p:txBody>
      </p:sp>
      <p:sp>
        <p:nvSpPr>
          <p:cNvPr id="11" name="TextBox 10"/>
          <p:cNvSpPr txBox="1"/>
          <p:nvPr/>
        </p:nvSpPr>
        <p:spPr>
          <a:xfrm>
            <a:off x="6062472" y="2313432"/>
            <a:ext cx="4562855" cy="694944"/>
          </a:xfrm>
          <a:prstGeom prst="rect">
            <a:avLst/>
          </a:prstGeom>
          <a:noFill/>
        </p:spPr>
        <p:txBody>
          <a:bodyPr wrap="square" lIns="36576" rIns="36576" tIns="36576" bIns="36576" anchor="t">
            <a:normAutofit/>
          </a:bodyPr>
          <a:lstStyle/>
          <a:p>
            <a:pPr algn="l"/>
            <a:r>
              <a:rPr sz="1100" b="0">
                <a:solidFill>
                  <a:srgbClr val="3D3C38"/>
                </a:solidFill>
                <a:latin typeface="Arial"/>
              </a:rPr>
              <a:t>Redis with 1-hour TTL plus in-process memory fallback.</a:t>
            </a:r>
          </a:p>
        </p:txBody>
      </p:sp>
      <p:sp>
        <p:nvSpPr>
          <p:cNvPr id="12" name="Rounded Rectangle 11"/>
          <p:cNvSpPr/>
          <p:nvPr/>
        </p:nvSpPr>
        <p:spPr>
          <a:xfrm>
            <a:off x="640080" y="3383280"/>
            <a:ext cx="4892040" cy="1353312"/>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 y="3511296"/>
            <a:ext cx="4562855" cy="320040"/>
          </a:xfrm>
          <a:prstGeom prst="rect">
            <a:avLst/>
          </a:prstGeom>
          <a:noFill/>
        </p:spPr>
        <p:txBody>
          <a:bodyPr wrap="none" lIns="36576" rIns="36576" tIns="36576" bIns="36576" anchor="t">
            <a:spAutoFit/>
          </a:bodyPr>
          <a:lstStyle/>
          <a:p>
            <a:pPr algn="l"/>
            <a:r>
              <a:rPr sz="1400" b="1">
                <a:solidFill>
                  <a:srgbClr val="3D3C38"/>
                </a:solidFill>
                <a:latin typeface="Arial"/>
              </a:rPr>
              <a:t>Background prefetch</a:t>
            </a:r>
          </a:p>
        </p:txBody>
      </p:sp>
      <p:sp>
        <p:nvSpPr>
          <p:cNvPr id="14" name="TextBox 13"/>
          <p:cNvSpPr txBox="1"/>
          <p:nvPr/>
        </p:nvSpPr>
        <p:spPr>
          <a:xfrm>
            <a:off x="804671" y="3913632"/>
            <a:ext cx="4562855" cy="694944"/>
          </a:xfrm>
          <a:prstGeom prst="rect">
            <a:avLst/>
          </a:prstGeom>
          <a:noFill/>
        </p:spPr>
        <p:txBody>
          <a:bodyPr wrap="square" lIns="36576" rIns="36576" tIns="36576" bIns="36576" anchor="t">
            <a:normAutofit/>
          </a:bodyPr>
          <a:lstStyle/>
          <a:p>
            <a:pPr algn="l"/>
            <a:r>
              <a:rPr sz="1100" b="0">
                <a:solidFill>
                  <a:srgbClr val="3D3C38"/>
                </a:solidFill>
                <a:latin typeface="Arial"/>
              </a:rPr>
              <a:t>Drill-down data is prepared after search so tab switches can be immediate.</a:t>
            </a:r>
          </a:p>
        </p:txBody>
      </p:sp>
      <p:sp>
        <p:nvSpPr>
          <p:cNvPr id="15" name="Rounded Rectangle 14"/>
          <p:cNvSpPr/>
          <p:nvPr/>
        </p:nvSpPr>
        <p:spPr>
          <a:xfrm>
            <a:off x="5897880" y="3383280"/>
            <a:ext cx="4892040" cy="1353312"/>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62472" y="3511296"/>
            <a:ext cx="4562855" cy="320040"/>
          </a:xfrm>
          <a:prstGeom prst="rect">
            <a:avLst/>
          </a:prstGeom>
          <a:noFill/>
        </p:spPr>
        <p:txBody>
          <a:bodyPr wrap="none" lIns="36576" rIns="36576" tIns="36576" bIns="36576" anchor="t">
            <a:spAutoFit/>
          </a:bodyPr>
          <a:lstStyle/>
          <a:p>
            <a:pPr algn="l"/>
            <a:r>
              <a:rPr sz="1400" b="1">
                <a:solidFill>
                  <a:srgbClr val="3D3C38"/>
                </a:solidFill>
                <a:latin typeface="Arial"/>
              </a:rPr>
              <a:t>Local analytics</a:t>
            </a:r>
          </a:p>
        </p:txBody>
      </p:sp>
      <p:sp>
        <p:nvSpPr>
          <p:cNvPr id="17" name="TextBox 16"/>
          <p:cNvSpPr txBox="1"/>
          <p:nvPr/>
        </p:nvSpPr>
        <p:spPr>
          <a:xfrm>
            <a:off x="6062472" y="3913632"/>
            <a:ext cx="4562855" cy="694944"/>
          </a:xfrm>
          <a:prstGeom prst="rect">
            <a:avLst/>
          </a:prstGeom>
          <a:noFill/>
        </p:spPr>
        <p:txBody>
          <a:bodyPr wrap="square" lIns="36576" rIns="36576" tIns="36576" bIns="36576" anchor="t">
            <a:normAutofit/>
          </a:bodyPr>
          <a:lstStyle/>
          <a:p>
            <a:pPr algn="l"/>
            <a:r>
              <a:rPr sz="1100" b="0">
                <a:solidFill>
                  <a:srgbClr val="3D3C38"/>
                </a:solidFill>
                <a:latin typeface="Arial"/>
              </a:rPr>
              <a:t>Polars for smaller datasets and DuckDB for larger in-memory analytical work.</a:t>
            </a:r>
          </a:p>
        </p:txBody>
      </p:sp>
      <p:sp>
        <p:nvSpPr>
          <p:cNvPr id="18" name="TextBox 17"/>
          <p:cNvSpPr txBox="1"/>
          <p:nvPr/>
        </p:nvSpPr>
        <p:spPr>
          <a:xfrm>
            <a:off x="731520" y="5166360"/>
            <a:ext cx="9966960" cy="594360"/>
          </a:xfrm>
          <a:prstGeom prst="rect">
            <a:avLst/>
          </a:prstGeom>
          <a:noFill/>
        </p:spPr>
        <p:txBody>
          <a:bodyPr wrap="none" lIns="36576" rIns="36576" tIns="36576" bIns="36576" anchor="t">
            <a:spAutoFit/>
          </a:bodyPr>
          <a:lstStyle/>
          <a:p>
            <a:pPr algn="ctr"/>
            <a:r>
              <a:rPr sz="1500" b="1">
                <a:solidFill>
                  <a:srgbClr val="FF612B"/>
                </a:solidFill>
                <a:latin typeface="Arial"/>
              </a:rPr>
              <a:t>Design goal: shift repeated work away from expensive remote systems and keep the user experience responsive.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18288" rIns="18288"/>
          <a:lstStyle/>
          <a:p>
            <a:r>
              <a:rPr sz="2800" b="0">
                <a:solidFill>
                  <a:srgbClr val="3D3C38"/>
                </a:solidFill>
                <a:latin typeface="Arial"/>
              </a:rPr>
              <a:t>Benefits</a:t>
            </a:r>
          </a:p>
        </p:txBody>
      </p:sp>
      <p:sp>
        <p:nvSpPr>
          <p:cNvPr id="3" name="Text Placeholder 2"/>
          <p:cNvSpPr>
            <a:spLocks noGrp="1"/>
          </p:cNvSpPr>
          <p:nvPr>
            <p:ph type="body"/>
          </p:nvPr>
        </p:nvSpPr>
        <p:spPr/>
        <p:txBody>
          <a:bodyPr/>
          <a:lstStyle/>
          <a:p/>
        </p:txBody>
      </p:sp>
      <p:sp>
        <p:nvSpPr>
          <p:cNvPr id="4" name="TextBox 3"/>
          <p:cNvSpPr txBox="1"/>
          <p:nvPr/>
        </p:nvSpPr>
        <p:spPr>
          <a:xfrm>
            <a:off x="594360" y="932688"/>
            <a:ext cx="2286000" cy="256032"/>
          </a:xfrm>
          <a:prstGeom prst="rect">
            <a:avLst/>
          </a:prstGeom>
          <a:noFill/>
        </p:spPr>
        <p:txBody>
          <a:bodyPr wrap="none" lIns="36576" rIns="36576" tIns="36576" bIns="36576" anchor="t">
            <a:spAutoFit/>
          </a:bodyPr>
          <a:lstStyle/>
          <a:p>
            <a:pPr algn="l"/>
            <a:r>
              <a:rPr sz="1000" b="1">
                <a:solidFill>
                  <a:srgbClr val="FF612B"/>
                </a:solidFill>
                <a:latin typeface="Arial"/>
              </a:rPr>
              <a:t>BENEFITS</a:t>
            </a:r>
          </a:p>
        </p:txBody>
      </p:sp>
      <p:sp>
        <p:nvSpPr>
          <p:cNvPr id="5" name="TextBox 4"/>
          <p:cNvSpPr txBox="1"/>
          <p:nvPr/>
        </p:nvSpPr>
        <p:spPr>
          <a:xfrm>
            <a:off x="594360" y="1143000"/>
            <a:ext cx="9875520" cy="438912"/>
          </a:xfrm>
          <a:prstGeom prst="rect">
            <a:avLst/>
          </a:prstGeom>
          <a:noFill/>
        </p:spPr>
        <p:txBody>
          <a:bodyPr wrap="square" lIns="36576" rIns="36576" tIns="36576" bIns="36576" anchor="t">
            <a:normAutofit/>
          </a:bodyPr>
          <a:lstStyle/>
          <a:p>
            <a:pPr algn="l"/>
            <a:r>
              <a:rPr sz="1300" b="0">
                <a:solidFill>
                  <a:srgbClr val="8A8780"/>
                </a:solidFill>
                <a:latin typeface="Arial"/>
              </a:rPr>
              <a:t>Where the platform can create operational value for clinical and analytical teams.</a:t>
            </a:r>
          </a:p>
        </p:txBody>
      </p:sp>
      <p:sp>
        <p:nvSpPr>
          <p:cNvPr id="6" name="Rounded Rectangle 5"/>
          <p:cNvSpPr/>
          <p:nvPr/>
        </p:nvSpPr>
        <p:spPr>
          <a:xfrm>
            <a:off x="640080" y="1737360"/>
            <a:ext cx="3154680" cy="1298448"/>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1865376"/>
            <a:ext cx="2825496" cy="320040"/>
          </a:xfrm>
          <a:prstGeom prst="rect">
            <a:avLst/>
          </a:prstGeom>
          <a:noFill/>
        </p:spPr>
        <p:txBody>
          <a:bodyPr wrap="none" lIns="36576" rIns="36576" tIns="36576" bIns="36576" anchor="t">
            <a:spAutoFit/>
          </a:bodyPr>
          <a:lstStyle/>
          <a:p>
            <a:pPr algn="l"/>
            <a:r>
              <a:rPr sz="1300" b="1">
                <a:solidFill>
                  <a:srgbClr val="3D3C38"/>
                </a:solidFill>
                <a:latin typeface="Arial"/>
              </a:rPr>
              <a:t>Faster time to insight</a:t>
            </a:r>
          </a:p>
        </p:txBody>
      </p:sp>
      <p:sp>
        <p:nvSpPr>
          <p:cNvPr id="8" name="TextBox 7"/>
          <p:cNvSpPr txBox="1"/>
          <p:nvPr/>
        </p:nvSpPr>
        <p:spPr>
          <a:xfrm>
            <a:off x="804671" y="2267712"/>
            <a:ext cx="2825496" cy="640080"/>
          </a:xfrm>
          <a:prstGeom prst="rect">
            <a:avLst/>
          </a:prstGeom>
          <a:noFill/>
        </p:spPr>
        <p:txBody>
          <a:bodyPr wrap="square" lIns="36576" rIns="36576" tIns="36576" bIns="36576" anchor="t">
            <a:normAutofit/>
          </a:bodyPr>
          <a:lstStyle/>
          <a:p>
            <a:pPr algn="l"/>
            <a:r>
              <a:rPr sz="1000" b="0">
                <a:solidFill>
                  <a:srgbClr val="3D3C38"/>
                </a:solidFill>
                <a:latin typeface="Arial"/>
              </a:rPr>
              <a:t>Reduce the number of steps between a member search and an answer.</a:t>
            </a:r>
          </a:p>
        </p:txBody>
      </p:sp>
      <p:sp>
        <p:nvSpPr>
          <p:cNvPr id="9" name="Rounded Rectangle 8"/>
          <p:cNvSpPr/>
          <p:nvPr/>
        </p:nvSpPr>
        <p:spPr>
          <a:xfrm>
            <a:off x="4096511" y="1737360"/>
            <a:ext cx="3154680" cy="1298448"/>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61103" y="1865376"/>
            <a:ext cx="2825496" cy="320040"/>
          </a:xfrm>
          <a:prstGeom prst="rect">
            <a:avLst/>
          </a:prstGeom>
          <a:noFill/>
        </p:spPr>
        <p:txBody>
          <a:bodyPr wrap="none" lIns="36576" rIns="36576" tIns="36576" bIns="36576" anchor="t">
            <a:spAutoFit/>
          </a:bodyPr>
          <a:lstStyle/>
          <a:p>
            <a:pPr algn="l"/>
            <a:r>
              <a:rPr sz="1300" b="1">
                <a:solidFill>
                  <a:srgbClr val="3D3C38"/>
                </a:solidFill>
                <a:latin typeface="Arial"/>
              </a:rPr>
              <a:t>Lower context switching</a:t>
            </a:r>
          </a:p>
        </p:txBody>
      </p:sp>
      <p:sp>
        <p:nvSpPr>
          <p:cNvPr id="11" name="TextBox 10"/>
          <p:cNvSpPr txBox="1"/>
          <p:nvPr/>
        </p:nvSpPr>
        <p:spPr>
          <a:xfrm>
            <a:off x="4261103" y="2267712"/>
            <a:ext cx="2825496" cy="640080"/>
          </a:xfrm>
          <a:prstGeom prst="rect">
            <a:avLst/>
          </a:prstGeom>
          <a:noFill/>
        </p:spPr>
        <p:txBody>
          <a:bodyPr wrap="square" lIns="36576" rIns="36576" tIns="36576" bIns="36576" anchor="t">
            <a:normAutofit/>
          </a:bodyPr>
          <a:lstStyle/>
          <a:p>
            <a:pPr algn="l"/>
            <a:r>
              <a:rPr sz="1000" b="0">
                <a:solidFill>
                  <a:srgbClr val="3D3C38"/>
                </a:solidFill>
                <a:latin typeface="Arial"/>
              </a:rPr>
              <a:t>One interface spans multiple data domains and analytical follow-ups.</a:t>
            </a:r>
          </a:p>
        </p:txBody>
      </p:sp>
      <p:sp>
        <p:nvSpPr>
          <p:cNvPr id="12" name="Rounded Rectangle 11"/>
          <p:cNvSpPr/>
          <p:nvPr/>
        </p:nvSpPr>
        <p:spPr>
          <a:xfrm>
            <a:off x="7552944" y="1737360"/>
            <a:ext cx="3154680" cy="1298448"/>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17536" y="1865376"/>
            <a:ext cx="2825496" cy="320040"/>
          </a:xfrm>
          <a:prstGeom prst="rect">
            <a:avLst/>
          </a:prstGeom>
          <a:noFill/>
        </p:spPr>
        <p:txBody>
          <a:bodyPr wrap="none" lIns="36576" rIns="36576" tIns="36576" bIns="36576" anchor="t">
            <a:spAutoFit/>
          </a:bodyPr>
          <a:lstStyle/>
          <a:p>
            <a:pPr algn="l"/>
            <a:r>
              <a:rPr sz="1300" b="1">
                <a:solidFill>
                  <a:srgbClr val="3D3C38"/>
                </a:solidFill>
                <a:latin typeface="Arial"/>
              </a:rPr>
              <a:t>Self-service exploration</a:t>
            </a:r>
          </a:p>
        </p:txBody>
      </p:sp>
      <p:sp>
        <p:nvSpPr>
          <p:cNvPr id="14" name="TextBox 13"/>
          <p:cNvSpPr txBox="1"/>
          <p:nvPr/>
        </p:nvSpPr>
        <p:spPr>
          <a:xfrm>
            <a:off x="7717536" y="2267712"/>
            <a:ext cx="2825496" cy="640080"/>
          </a:xfrm>
          <a:prstGeom prst="rect">
            <a:avLst/>
          </a:prstGeom>
          <a:noFill/>
        </p:spPr>
        <p:txBody>
          <a:bodyPr wrap="square" lIns="36576" rIns="36576" tIns="36576" bIns="36576" anchor="t">
            <a:normAutofit/>
          </a:bodyPr>
          <a:lstStyle/>
          <a:p>
            <a:pPr algn="l"/>
            <a:r>
              <a:rPr sz="1000" b="0">
                <a:solidFill>
                  <a:srgbClr val="3D3C38"/>
                </a:solidFill>
                <a:latin typeface="Arial"/>
              </a:rPr>
              <a:t>Natural-language interaction lowers the barrier to asking data questions.</a:t>
            </a:r>
          </a:p>
        </p:txBody>
      </p:sp>
      <p:sp>
        <p:nvSpPr>
          <p:cNvPr id="15" name="Rounded Rectangle 14"/>
          <p:cNvSpPr/>
          <p:nvPr/>
        </p:nvSpPr>
        <p:spPr>
          <a:xfrm>
            <a:off x="640080" y="3291839"/>
            <a:ext cx="3154680" cy="1298448"/>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1" y="3419856"/>
            <a:ext cx="2825496" cy="320040"/>
          </a:xfrm>
          <a:prstGeom prst="rect">
            <a:avLst/>
          </a:prstGeom>
          <a:noFill/>
        </p:spPr>
        <p:txBody>
          <a:bodyPr wrap="none" lIns="36576" rIns="36576" tIns="36576" bIns="36576" anchor="t">
            <a:spAutoFit/>
          </a:bodyPr>
          <a:lstStyle/>
          <a:p>
            <a:pPr algn="l"/>
            <a:r>
              <a:rPr sz="1300" b="1">
                <a:solidFill>
                  <a:srgbClr val="3D3C38"/>
                </a:solidFill>
                <a:latin typeface="Arial"/>
              </a:rPr>
              <a:t>Reusable analytical context</a:t>
            </a:r>
          </a:p>
        </p:txBody>
      </p:sp>
      <p:sp>
        <p:nvSpPr>
          <p:cNvPr id="17" name="TextBox 16"/>
          <p:cNvSpPr txBox="1"/>
          <p:nvPr/>
        </p:nvSpPr>
        <p:spPr>
          <a:xfrm>
            <a:off x="804671" y="3822191"/>
            <a:ext cx="2825496" cy="640080"/>
          </a:xfrm>
          <a:prstGeom prst="rect">
            <a:avLst/>
          </a:prstGeom>
          <a:noFill/>
        </p:spPr>
        <p:txBody>
          <a:bodyPr wrap="square" lIns="36576" rIns="36576" tIns="36576" bIns="36576" anchor="t">
            <a:normAutofit/>
          </a:bodyPr>
          <a:lstStyle/>
          <a:p>
            <a:pPr algn="l"/>
            <a:r>
              <a:rPr sz="1000" b="0">
                <a:solidFill>
                  <a:srgbClr val="3D3C38"/>
                </a:solidFill>
                <a:latin typeface="Arial"/>
              </a:rPr>
              <a:t>Session state and lineage preserve the user's current analytical path.</a:t>
            </a:r>
          </a:p>
        </p:txBody>
      </p:sp>
      <p:sp>
        <p:nvSpPr>
          <p:cNvPr id="18" name="Rounded Rectangle 17"/>
          <p:cNvSpPr/>
          <p:nvPr/>
        </p:nvSpPr>
        <p:spPr>
          <a:xfrm>
            <a:off x="4096511" y="3291839"/>
            <a:ext cx="3154680" cy="1298448"/>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61103" y="3419856"/>
            <a:ext cx="2825496" cy="320040"/>
          </a:xfrm>
          <a:prstGeom prst="rect">
            <a:avLst/>
          </a:prstGeom>
          <a:noFill/>
        </p:spPr>
        <p:txBody>
          <a:bodyPr wrap="none" lIns="36576" rIns="36576" tIns="36576" bIns="36576" anchor="t">
            <a:spAutoFit/>
          </a:bodyPr>
          <a:lstStyle/>
          <a:p>
            <a:pPr algn="l"/>
            <a:r>
              <a:rPr sz="1300" b="1">
                <a:solidFill>
                  <a:srgbClr val="3D3C38"/>
                </a:solidFill>
                <a:latin typeface="Arial"/>
              </a:rPr>
              <a:t>Efficient platform usage</a:t>
            </a:r>
          </a:p>
        </p:txBody>
      </p:sp>
      <p:sp>
        <p:nvSpPr>
          <p:cNvPr id="20" name="TextBox 19"/>
          <p:cNvSpPr txBox="1"/>
          <p:nvPr/>
        </p:nvSpPr>
        <p:spPr>
          <a:xfrm>
            <a:off x="4261103" y="3822191"/>
            <a:ext cx="2825496" cy="640080"/>
          </a:xfrm>
          <a:prstGeom prst="rect">
            <a:avLst/>
          </a:prstGeom>
          <a:noFill/>
        </p:spPr>
        <p:txBody>
          <a:bodyPr wrap="square" lIns="36576" rIns="36576" tIns="36576" bIns="36576" anchor="t">
            <a:normAutofit/>
          </a:bodyPr>
          <a:lstStyle/>
          <a:p>
            <a:pPr algn="l"/>
            <a:r>
              <a:rPr sz="1000" b="0">
                <a:solidFill>
                  <a:srgbClr val="3D3C38"/>
                </a:solidFill>
                <a:latin typeface="Arial"/>
              </a:rPr>
              <a:t>Caching, prefetch and local computation reduce repeated remote queries.</a:t>
            </a:r>
          </a:p>
        </p:txBody>
      </p:sp>
      <p:sp>
        <p:nvSpPr>
          <p:cNvPr id="21" name="Rounded Rectangle 20"/>
          <p:cNvSpPr/>
          <p:nvPr/>
        </p:nvSpPr>
        <p:spPr>
          <a:xfrm>
            <a:off x="7552944" y="3291839"/>
            <a:ext cx="3154680" cy="1298448"/>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17536" y="3419856"/>
            <a:ext cx="2825496" cy="320040"/>
          </a:xfrm>
          <a:prstGeom prst="rect">
            <a:avLst/>
          </a:prstGeom>
          <a:noFill/>
        </p:spPr>
        <p:txBody>
          <a:bodyPr wrap="none" lIns="36576" rIns="36576" tIns="36576" bIns="36576" anchor="t">
            <a:spAutoFit/>
          </a:bodyPr>
          <a:lstStyle/>
          <a:p>
            <a:pPr algn="l"/>
            <a:r>
              <a:rPr sz="1300" b="1">
                <a:solidFill>
                  <a:srgbClr val="3D3C38"/>
                </a:solidFill>
                <a:latin typeface="Arial"/>
              </a:rPr>
              <a:t>Extensible foundation</a:t>
            </a:r>
          </a:p>
        </p:txBody>
      </p:sp>
      <p:sp>
        <p:nvSpPr>
          <p:cNvPr id="23" name="TextBox 22"/>
          <p:cNvSpPr txBox="1"/>
          <p:nvPr/>
        </p:nvSpPr>
        <p:spPr>
          <a:xfrm>
            <a:off x="7717536" y="3822191"/>
            <a:ext cx="2825496" cy="640080"/>
          </a:xfrm>
          <a:prstGeom prst="rect">
            <a:avLst/>
          </a:prstGeom>
          <a:noFill/>
        </p:spPr>
        <p:txBody>
          <a:bodyPr wrap="square" lIns="36576" rIns="36576" tIns="36576" bIns="36576" anchor="t">
            <a:normAutofit/>
          </a:bodyPr>
          <a:lstStyle/>
          <a:p>
            <a:pPr algn="l"/>
            <a:r>
              <a:rPr sz="1000" b="0">
                <a:solidFill>
                  <a:srgbClr val="3D3C38"/>
                </a:solidFill>
                <a:latin typeface="Arial"/>
              </a:rPr>
              <a:t>Modular tools support aggregation, profiling, anomaly analysis and visualization.</a:t>
            </a:r>
          </a:p>
        </p:txBody>
      </p:sp>
      <p:sp>
        <p:nvSpPr>
          <p:cNvPr id="24" name="TextBox 23"/>
          <p:cNvSpPr txBox="1"/>
          <p:nvPr/>
        </p:nvSpPr>
        <p:spPr>
          <a:xfrm>
            <a:off x="731520" y="5120640"/>
            <a:ext cx="9966960" cy="640080"/>
          </a:xfrm>
          <a:prstGeom prst="rect">
            <a:avLst/>
          </a:prstGeom>
          <a:noFill/>
        </p:spPr>
        <p:txBody>
          <a:bodyPr wrap="none" lIns="36576" rIns="36576" tIns="36576" bIns="36576" anchor="t">
            <a:spAutoFit/>
          </a:bodyPr>
          <a:lstStyle/>
          <a:p>
            <a:pPr algn="ctr"/>
            <a:r>
              <a:rPr sz="1200" b="0">
                <a:solidFill>
                  <a:srgbClr val="8A8780"/>
                </a:solidFill>
                <a:latin typeface="Arial"/>
              </a:rPr>
              <a:t>Quantified ROI should be validated using production usage, latency and user-effort measurements.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18288" rIns="18288"/>
          <a:lstStyle/>
          <a:p>
            <a:r>
              <a:rPr sz="2800" b="0">
                <a:solidFill>
                  <a:srgbClr val="3D3C38"/>
                </a:solidFill>
                <a:latin typeface="Arial"/>
              </a:rPr>
              <a:t>Why This Project Is Important</a:t>
            </a:r>
          </a:p>
        </p:txBody>
      </p:sp>
      <p:sp>
        <p:nvSpPr>
          <p:cNvPr id="3" name="Text Placeholder 2"/>
          <p:cNvSpPr>
            <a:spLocks noGrp="1"/>
          </p:cNvSpPr>
          <p:nvPr>
            <p:ph type="body"/>
          </p:nvPr>
        </p:nvSpPr>
        <p:spPr/>
        <p:txBody>
          <a:bodyPr/>
          <a:lstStyle/>
          <a:p/>
        </p:txBody>
      </p:sp>
      <p:sp>
        <p:nvSpPr>
          <p:cNvPr id="4" name="TextBox 3"/>
          <p:cNvSpPr txBox="1"/>
          <p:nvPr/>
        </p:nvSpPr>
        <p:spPr>
          <a:xfrm>
            <a:off x="594360" y="932688"/>
            <a:ext cx="2286000" cy="256032"/>
          </a:xfrm>
          <a:prstGeom prst="rect">
            <a:avLst/>
          </a:prstGeom>
          <a:noFill/>
        </p:spPr>
        <p:txBody>
          <a:bodyPr wrap="none" lIns="36576" rIns="36576" tIns="36576" bIns="36576" anchor="t">
            <a:spAutoFit/>
          </a:bodyPr>
          <a:lstStyle/>
          <a:p>
            <a:pPr algn="l"/>
            <a:r>
              <a:rPr sz="1000" b="1">
                <a:solidFill>
                  <a:srgbClr val="FF612B"/>
                </a:solidFill>
                <a:latin typeface="Arial"/>
              </a:rPr>
              <a:t>WHY IT MATTERS</a:t>
            </a:r>
          </a:p>
        </p:txBody>
      </p:sp>
      <p:sp>
        <p:nvSpPr>
          <p:cNvPr id="5" name="TextBox 4"/>
          <p:cNvSpPr txBox="1"/>
          <p:nvPr/>
        </p:nvSpPr>
        <p:spPr>
          <a:xfrm>
            <a:off x="594360" y="1143000"/>
            <a:ext cx="9875520" cy="438912"/>
          </a:xfrm>
          <a:prstGeom prst="rect">
            <a:avLst/>
          </a:prstGeom>
          <a:noFill/>
        </p:spPr>
        <p:txBody>
          <a:bodyPr wrap="square" lIns="36576" rIns="36576" tIns="36576" bIns="36576" anchor="t">
            <a:normAutofit/>
          </a:bodyPr>
          <a:lstStyle/>
          <a:p>
            <a:pPr algn="l"/>
            <a:r>
              <a:rPr sz="1300" b="0">
                <a:solidFill>
                  <a:srgbClr val="8A8780"/>
                </a:solidFill>
                <a:latin typeface="Arial"/>
              </a:rPr>
              <a:t>The value is the connected patient context—not simply another search screen.</a:t>
            </a:r>
          </a:p>
        </p:txBody>
      </p:sp>
      <p:sp>
        <p:nvSpPr>
          <p:cNvPr id="6" name="Rounded Rectangle 5"/>
          <p:cNvSpPr/>
          <p:nvPr/>
        </p:nvSpPr>
        <p:spPr>
          <a:xfrm>
            <a:off x="640080" y="1783080"/>
            <a:ext cx="3246120" cy="146304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1911095"/>
            <a:ext cx="2916936" cy="320040"/>
          </a:xfrm>
          <a:prstGeom prst="rect">
            <a:avLst/>
          </a:prstGeom>
          <a:noFill/>
        </p:spPr>
        <p:txBody>
          <a:bodyPr wrap="none" lIns="36576" rIns="36576" tIns="36576" bIns="36576" anchor="t">
            <a:spAutoFit/>
          </a:bodyPr>
          <a:lstStyle/>
          <a:p>
            <a:pPr algn="l"/>
            <a:r>
              <a:rPr sz="1400" b="1">
                <a:solidFill>
                  <a:srgbClr val="3D3C38"/>
                </a:solidFill>
                <a:latin typeface="Arial"/>
              </a:rPr>
              <a:t>One-stop patient view</a:t>
            </a:r>
          </a:p>
        </p:txBody>
      </p:sp>
      <p:sp>
        <p:nvSpPr>
          <p:cNvPr id="8" name="TextBox 7"/>
          <p:cNvSpPr txBox="1"/>
          <p:nvPr/>
        </p:nvSpPr>
        <p:spPr>
          <a:xfrm>
            <a:off x="804671" y="2313432"/>
            <a:ext cx="2916936" cy="804672"/>
          </a:xfrm>
          <a:prstGeom prst="rect">
            <a:avLst/>
          </a:prstGeom>
          <a:noFill/>
        </p:spPr>
        <p:txBody>
          <a:bodyPr wrap="square" lIns="36576" rIns="36576" tIns="36576" bIns="36576" anchor="t">
            <a:normAutofit/>
          </a:bodyPr>
          <a:lstStyle/>
          <a:p>
            <a:pPr algn="l"/>
            <a:r>
              <a:rPr sz="1000" b="0">
                <a:solidFill>
                  <a:srgbClr val="3D3C38"/>
                </a:solidFill>
                <a:latin typeface="Arial"/>
              </a:rPr>
              <a:t>Start with one member and see relevant information from multiple enterprise sources in one experience.</a:t>
            </a:r>
          </a:p>
        </p:txBody>
      </p:sp>
      <p:sp>
        <p:nvSpPr>
          <p:cNvPr id="9" name="Rounded Rectangle 8"/>
          <p:cNvSpPr/>
          <p:nvPr/>
        </p:nvSpPr>
        <p:spPr>
          <a:xfrm>
            <a:off x="4050791" y="1783080"/>
            <a:ext cx="3246120" cy="146304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15383" y="1911095"/>
            <a:ext cx="2916936" cy="320040"/>
          </a:xfrm>
          <a:prstGeom prst="rect">
            <a:avLst/>
          </a:prstGeom>
          <a:noFill/>
        </p:spPr>
        <p:txBody>
          <a:bodyPr wrap="none" lIns="36576" rIns="36576" tIns="36576" bIns="36576" anchor="t">
            <a:spAutoFit/>
          </a:bodyPr>
          <a:lstStyle/>
          <a:p>
            <a:pPr algn="l"/>
            <a:r>
              <a:rPr sz="1400" b="1">
                <a:solidFill>
                  <a:srgbClr val="3D3C38"/>
                </a:solidFill>
                <a:latin typeface="Arial"/>
              </a:rPr>
              <a:t>Faster investigation</a:t>
            </a:r>
          </a:p>
        </p:txBody>
      </p:sp>
      <p:sp>
        <p:nvSpPr>
          <p:cNvPr id="11" name="TextBox 10"/>
          <p:cNvSpPr txBox="1"/>
          <p:nvPr/>
        </p:nvSpPr>
        <p:spPr>
          <a:xfrm>
            <a:off x="4215383" y="2313432"/>
            <a:ext cx="2916936" cy="804672"/>
          </a:xfrm>
          <a:prstGeom prst="rect">
            <a:avLst/>
          </a:prstGeom>
          <a:noFill/>
        </p:spPr>
        <p:txBody>
          <a:bodyPr wrap="square" lIns="36576" rIns="36576" tIns="36576" bIns="36576" anchor="t">
            <a:normAutofit/>
          </a:bodyPr>
          <a:lstStyle/>
          <a:p>
            <a:pPr algn="l"/>
            <a:r>
              <a:rPr sz="1000" b="0">
                <a:solidFill>
                  <a:srgbClr val="3D3C38"/>
                </a:solidFill>
                <a:latin typeface="Arial"/>
              </a:rPr>
              <a:t>Parallel retrieval, caching and prefetching are designed to reduce waiting and repeated work.</a:t>
            </a:r>
          </a:p>
        </p:txBody>
      </p:sp>
      <p:sp>
        <p:nvSpPr>
          <p:cNvPr id="12" name="Rounded Rectangle 11"/>
          <p:cNvSpPr/>
          <p:nvPr/>
        </p:nvSpPr>
        <p:spPr>
          <a:xfrm>
            <a:off x="7461504" y="1783080"/>
            <a:ext cx="3246120" cy="146304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26096" y="1911095"/>
            <a:ext cx="2916936" cy="320040"/>
          </a:xfrm>
          <a:prstGeom prst="rect">
            <a:avLst/>
          </a:prstGeom>
          <a:noFill/>
        </p:spPr>
        <p:txBody>
          <a:bodyPr wrap="none" lIns="36576" rIns="36576" tIns="36576" bIns="36576" anchor="t">
            <a:spAutoFit/>
          </a:bodyPr>
          <a:lstStyle/>
          <a:p>
            <a:pPr algn="l"/>
            <a:r>
              <a:rPr sz="1400" b="1">
                <a:solidFill>
                  <a:srgbClr val="3D3C38"/>
                </a:solidFill>
                <a:latin typeface="Arial"/>
              </a:rPr>
              <a:t>Lower technical barrier</a:t>
            </a:r>
          </a:p>
        </p:txBody>
      </p:sp>
      <p:sp>
        <p:nvSpPr>
          <p:cNvPr id="14" name="TextBox 13"/>
          <p:cNvSpPr txBox="1"/>
          <p:nvPr/>
        </p:nvSpPr>
        <p:spPr>
          <a:xfrm>
            <a:off x="7626096" y="2313432"/>
            <a:ext cx="2916936" cy="804672"/>
          </a:xfrm>
          <a:prstGeom prst="rect">
            <a:avLst/>
          </a:prstGeom>
          <a:noFill/>
        </p:spPr>
        <p:txBody>
          <a:bodyPr wrap="square" lIns="36576" rIns="36576" tIns="36576" bIns="36576" anchor="t">
            <a:normAutofit/>
          </a:bodyPr>
          <a:lstStyle/>
          <a:p>
            <a:pPr algn="l"/>
            <a:r>
              <a:rPr sz="1000" b="0">
                <a:solidFill>
                  <a:srgbClr val="3D3C38"/>
                </a:solidFill>
                <a:latin typeface="Arial"/>
              </a:rPr>
              <a:t>Natural-language questions let users describe the analysis while the platform handles schema-aware query generation.</a:t>
            </a:r>
          </a:p>
        </p:txBody>
      </p:sp>
      <p:sp>
        <p:nvSpPr>
          <p:cNvPr id="15" name="Rounded Rectangle 14"/>
          <p:cNvSpPr/>
          <p:nvPr/>
        </p:nvSpPr>
        <p:spPr>
          <a:xfrm>
            <a:off x="640080" y="3657600"/>
            <a:ext cx="10424160" cy="310896"/>
          </a:xfrm>
          <a:prstGeom prst="roundRect">
            <a:avLst/>
          </a:prstGeom>
          <a:solidFill>
            <a:srgbClr val="EE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675887"/>
            <a:ext cx="10204704" cy="246888"/>
          </a:xfrm>
          <a:prstGeom prst="rect">
            <a:avLst/>
          </a:prstGeom>
          <a:noFill/>
        </p:spPr>
        <p:txBody>
          <a:bodyPr wrap="none" lIns="36576" rIns="36576" tIns="36576" bIns="36576" anchor="ctr">
            <a:spAutoFit/>
          </a:bodyPr>
          <a:lstStyle/>
          <a:p>
            <a:pPr algn="l"/>
            <a:r>
              <a:rPr sz="1000" b="1">
                <a:solidFill>
                  <a:srgbClr val="3D3C38"/>
                </a:solidFill>
                <a:latin typeface="Arial"/>
              </a:rPr>
              <a:t>THE PATIENT JOURNEY IN ONE PLACE</a:t>
            </a:r>
          </a:p>
        </p:txBody>
      </p:sp>
      <p:sp>
        <p:nvSpPr>
          <p:cNvPr id="17" name="Rounded Rectangle 16"/>
          <p:cNvSpPr/>
          <p:nvPr/>
        </p:nvSpPr>
        <p:spPr>
          <a:xfrm>
            <a:off x="658368" y="4160520"/>
            <a:ext cx="1051560" cy="594360"/>
          </a:xfrm>
          <a:prstGeom prst="roundRect">
            <a:avLst/>
          </a:prstGeom>
          <a:solidFill>
            <a:srgbClr val="FFFFFF"/>
          </a:solidFill>
          <a:ln>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288536"/>
            <a:ext cx="996696" cy="256032"/>
          </a:xfrm>
          <a:prstGeom prst="rect">
            <a:avLst/>
          </a:prstGeom>
          <a:noFill/>
        </p:spPr>
        <p:txBody>
          <a:bodyPr wrap="none" lIns="0" rIns="0" tIns="0" bIns="0" anchor="ctr">
            <a:spAutoFit/>
          </a:bodyPr>
          <a:lstStyle/>
          <a:p>
            <a:pPr algn="ctr"/>
            <a:r>
              <a:rPr sz="1000" b="1">
                <a:solidFill>
                  <a:srgbClr val="3D3C38"/>
                </a:solidFill>
                <a:latin typeface="Arial"/>
              </a:rPr>
              <a:t>Identity</a:t>
            </a:r>
          </a:p>
        </p:txBody>
      </p:sp>
      <p:cxnSp>
        <p:nvCxnSpPr>
          <p:cNvPr id="19" name="Connector 18"/>
          <p:cNvCxnSpPr/>
          <p:nvPr/>
        </p:nvCxnSpPr>
        <p:spPr>
          <a:xfrm>
            <a:off x="1709928" y="4462272"/>
            <a:ext cx="219456" cy="0"/>
          </a:xfrm>
          <a:prstGeom prst="line">
            <a:avLst/>
          </a:prstGeom>
          <a:ln w="25400">
            <a:solidFill>
              <a:srgbClr val="FF612B"/>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965960" y="4160520"/>
            <a:ext cx="1051560" cy="594360"/>
          </a:xfrm>
          <a:prstGeom prst="roundRect">
            <a:avLst/>
          </a:prstGeom>
          <a:solidFill>
            <a:srgbClr val="FFFFFF"/>
          </a:solidFill>
          <a:ln>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93391" y="4288536"/>
            <a:ext cx="996696" cy="256032"/>
          </a:xfrm>
          <a:prstGeom prst="rect">
            <a:avLst/>
          </a:prstGeom>
          <a:noFill/>
        </p:spPr>
        <p:txBody>
          <a:bodyPr wrap="none" lIns="0" rIns="0" tIns="0" bIns="0" anchor="ctr">
            <a:spAutoFit/>
          </a:bodyPr>
          <a:lstStyle/>
          <a:p>
            <a:pPr algn="ctr"/>
            <a:r>
              <a:rPr sz="1000" b="1">
                <a:solidFill>
                  <a:srgbClr val="3D3C38"/>
                </a:solidFill>
                <a:latin typeface="Arial"/>
              </a:rPr>
              <a:t>Eligibility</a:t>
            </a:r>
          </a:p>
        </p:txBody>
      </p:sp>
      <p:cxnSp>
        <p:nvCxnSpPr>
          <p:cNvPr id="22" name="Connector 21"/>
          <p:cNvCxnSpPr/>
          <p:nvPr/>
        </p:nvCxnSpPr>
        <p:spPr>
          <a:xfrm>
            <a:off x="3017520" y="4462272"/>
            <a:ext cx="219456" cy="0"/>
          </a:xfrm>
          <a:prstGeom prst="line">
            <a:avLst/>
          </a:prstGeom>
          <a:ln w="25400">
            <a:solidFill>
              <a:srgbClr val="FF612B"/>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273552" y="4160520"/>
            <a:ext cx="1051560" cy="594360"/>
          </a:xfrm>
          <a:prstGeom prst="roundRect">
            <a:avLst/>
          </a:prstGeom>
          <a:solidFill>
            <a:srgbClr val="FFFFFF"/>
          </a:solidFill>
          <a:ln>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00984" y="4288536"/>
            <a:ext cx="996696" cy="256032"/>
          </a:xfrm>
          <a:prstGeom prst="rect">
            <a:avLst/>
          </a:prstGeom>
          <a:noFill/>
        </p:spPr>
        <p:txBody>
          <a:bodyPr wrap="none" lIns="0" rIns="0" tIns="0" bIns="0" anchor="ctr">
            <a:spAutoFit/>
          </a:bodyPr>
          <a:lstStyle/>
          <a:p>
            <a:pPr algn="ctr"/>
            <a:r>
              <a:rPr sz="1000" b="1">
                <a:solidFill>
                  <a:srgbClr val="3D3C38"/>
                </a:solidFill>
                <a:latin typeface="Arial"/>
              </a:rPr>
              <a:t>Providers</a:t>
            </a:r>
          </a:p>
        </p:txBody>
      </p:sp>
      <p:cxnSp>
        <p:nvCxnSpPr>
          <p:cNvPr id="25" name="Connector 24"/>
          <p:cNvCxnSpPr/>
          <p:nvPr/>
        </p:nvCxnSpPr>
        <p:spPr>
          <a:xfrm>
            <a:off x="4325112" y="4462272"/>
            <a:ext cx="219456" cy="0"/>
          </a:xfrm>
          <a:prstGeom prst="line">
            <a:avLst/>
          </a:prstGeom>
          <a:ln w="25400">
            <a:solidFill>
              <a:srgbClr val="FF612B"/>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581144" y="4160520"/>
            <a:ext cx="1051560" cy="594360"/>
          </a:xfrm>
          <a:prstGeom prst="roundRect">
            <a:avLst/>
          </a:prstGeom>
          <a:solidFill>
            <a:srgbClr val="FFFFFF"/>
          </a:solidFill>
          <a:ln>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08576" y="4288536"/>
            <a:ext cx="996696" cy="256032"/>
          </a:xfrm>
          <a:prstGeom prst="rect">
            <a:avLst/>
          </a:prstGeom>
          <a:noFill/>
        </p:spPr>
        <p:txBody>
          <a:bodyPr wrap="none" lIns="0" rIns="0" tIns="0" bIns="0" anchor="ctr">
            <a:spAutoFit/>
          </a:bodyPr>
          <a:lstStyle/>
          <a:p>
            <a:pPr algn="ctr"/>
            <a:r>
              <a:rPr sz="1000" b="1">
                <a:solidFill>
                  <a:srgbClr val="3D3C38"/>
                </a:solidFill>
                <a:latin typeface="Arial"/>
              </a:rPr>
              <a:t>Claims</a:t>
            </a:r>
          </a:p>
        </p:txBody>
      </p:sp>
      <p:cxnSp>
        <p:nvCxnSpPr>
          <p:cNvPr id="28" name="Connector 27"/>
          <p:cNvCxnSpPr/>
          <p:nvPr/>
        </p:nvCxnSpPr>
        <p:spPr>
          <a:xfrm>
            <a:off x="5632704" y="4462272"/>
            <a:ext cx="219455" cy="0"/>
          </a:xfrm>
          <a:prstGeom prst="line">
            <a:avLst/>
          </a:prstGeom>
          <a:ln w="25400">
            <a:solidFill>
              <a:srgbClr val="FF612B"/>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888736" y="4160520"/>
            <a:ext cx="1051560" cy="594360"/>
          </a:xfrm>
          <a:prstGeom prst="roundRect">
            <a:avLst/>
          </a:prstGeom>
          <a:solidFill>
            <a:srgbClr val="FFFFFF"/>
          </a:solidFill>
          <a:ln>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16168" y="4288536"/>
            <a:ext cx="996696" cy="256032"/>
          </a:xfrm>
          <a:prstGeom prst="rect">
            <a:avLst/>
          </a:prstGeom>
          <a:noFill/>
        </p:spPr>
        <p:txBody>
          <a:bodyPr wrap="none" lIns="0" rIns="0" tIns="0" bIns="0" anchor="ctr">
            <a:spAutoFit/>
          </a:bodyPr>
          <a:lstStyle/>
          <a:p>
            <a:pPr algn="ctr"/>
            <a:r>
              <a:rPr sz="1000" b="1">
                <a:solidFill>
                  <a:srgbClr val="3D3C38"/>
                </a:solidFill>
                <a:latin typeface="Arial"/>
              </a:rPr>
              <a:t>Rx</a:t>
            </a:r>
          </a:p>
        </p:txBody>
      </p:sp>
      <p:cxnSp>
        <p:nvCxnSpPr>
          <p:cNvPr id="31" name="Connector 30"/>
          <p:cNvCxnSpPr/>
          <p:nvPr/>
        </p:nvCxnSpPr>
        <p:spPr>
          <a:xfrm>
            <a:off x="6940296" y="4462272"/>
            <a:ext cx="219455" cy="0"/>
          </a:xfrm>
          <a:prstGeom prst="line">
            <a:avLst/>
          </a:prstGeom>
          <a:ln w="25400">
            <a:solidFill>
              <a:srgbClr val="FF612B"/>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196327" y="4160520"/>
            <a:ext cx="1051560" cy="594360"/>
          </a:xfrm>
          <a:prstGeom prst="roundRect">
            <a:avLst/>
          </a:prstGeom>
          <a:solidFill>
            <a:srgbClr val="FFFFFF"/>
          </a:solidFill>
          <a:ln>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23759" y="4288536"/>
            <a:ext cx="996696" cy="256032"/>
          </a:xfrm>
          <a:prstGeom prst="rect">
            <a:avLst/>
          </a:prstGeom>
          <a:noFill/>
        </p:spPr>
        <p:txBody>
          <a:bodyPr wrap="none" lIns="0" rIns="0" tIns="0" bIns="0" anchor="ctr">
            <a:spAutoFit/>
          </a:bodyPr>
          <a:lstStyle/>
          <a:p>
            <a:pPr algn="ctr"/>
            <a:r>
              <a:rPr sz="1000" b="1">
                <a:solidFill>
                  <a:srgbClr val="3D3C38"/>
                </a:solidFill>
                <a:latin typeface="Arial"/>
              </a:rPr>
              <a:t>Labs</a:t>
            </a:r>
          </a:p>
        </p:txBody>
      </p:sp>
      <p:cxnSp>
        <p:nvCxnSpPr>
          <p:cNvPr id="34" name="Connector 33"/>
          <p:cNvCxnSpPr/>
          <p:nvPr/>
        </p:nvCxnSpPr>
        <p:spPr>
          <a:xfrm>
            <a:off x="8247888" y="4462272"/>
            <a:ext cx="219456" cy="0"/>
          </a:xfrm>
          <a:prstGeom prst="line">
            <a:avLst/>
          </a:prstGeom>
          <a:ln w="25400">
            <a:solidFill>
              <a:srgbClr val="FF612B"/>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503920" y="4160520"/>
            <a:ext cx="1051560" cy="594360"/>
          </a:xfrm>
          <a:prstGeom prst="roundRect">
            <a:avLst/>
          </a:prstGeom>
          <a:solidFill>
            <a:srgbClr val="FFFFFF"/>
          </a:solidFill>
          <a:ln>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31352" y="4288536"/>
            <a:ext cx="996696" cy="256032"/>
          </a:xfrm>
          <a:prstGeom prst="rect">
            <a:avLst/>
          </a:prstGeom>
          <a:noFill/>
        </p:spPr>
        <p:txBody>
          <a:bodyPr wrap="none" lIns="0" rIns="0" tIns="0" bIns="0" anchor="ctr">
            <a:spAutoFit/>
          </a:bodyPr>
          <a:lstStyle/>
          <a:p>
            <a:pPr algn="ctr"/>
            <a:r>
              <a:rPr sz="1000" b="1">
                <a:solidFill>
                  <a:srgbClr val="3D3C38"/>
                </a:solidFill>
                <a:latin typeface="Arial"/>
              </a:rPr>
              <a:t>History</a:t>
            </a:r>
          </a:p>
        </p:txBody>
      </p:sp>
      <p:cxnSp>
        <p:nvCxnSpPr>
          <p:cNvPr id="37" name="Connector 36"/>
          <p:cNvCxnSpPr/>
          <p:nvPr/>
        </p:nvCxnSpPr>
        <p:spPr>
          <a:xfrm>
            <a:off x="9555480" y="4462272"/>
            <a:ext cx="219456" cy="0"/>
          </a:xfrm>
          <a:prstGeom prst="line">
            <a:avLst/>
          </a:prstGeom>
          <a:ln w="25400">
            <a:solidFill>
              <a:srgbClr val="FF612B"/>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811512" y="4160520"/>
            <a:ext cx="1051560" cy="594360"/>
          </a:xfrm>
          <a:prstGeom prst="roundRect">
            <a:avLst/>
          </a:prstGeom>
          <a:solidFill>
            <a:srgbClr val="FF612B"/>
          </a:solidFill>
          <a:ln>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838944" y="4288536"/>
            <a:ext cx="996696" cy="256032"/>
          </a:xfrm>
          <a:prstGeom prst="rect">
            <a:avLst/>
          </a:prstGeom>
          <a:noFill/>
        </p:spPr>
        <p:txBody>
          <a:bodyPr wrap="none" lIns="0" rIns="0" tIns="0" bIns="0" anchor="ctr">
            <a:spAutoFit/>
          </a:bodyPr>
          <a:lstStyle/>
          <a:p>
            <a:pPr algn="ctr"/>
            <a:r>
              <a:rPr sz="1000" b="1">
                <a:solidFill>
                  <a:srgbClr val="FFFFFF"/>
                </a:solidFill>
                <a:latin typeface="Arial"/>
              </a:rPr>
              <a:t>Insight</a:t>
            </a:r>
          </a:p>
        </p:txBody>
      </p:sp>
      <p:sp>
        <p:nvSpPr>
          <p:cNvPr id="40" name="TextBox 39"/>
          <p:cNvSpPr txBox="1"/>
          <p:nvPr/>
        </p:nvSpPr>
        <p:spPr>
          <a:xfrm>
            <a:off x="731520" y="5166360"/>
            <a:ext cx="9966960" cy="548640"/>
          </a:xfrm>
          <a:prstGeom prst="rect">
            <a:avLst/>
          </a:prstGeom>
          <a:noFill/>
        </p:spPr>
        <p:txBody>
          <a:bodyPr wrap="none" lIns="36576" rIns="36576" tIns="36576" bIns="36576" anchor="t">
            <a:spAutoFit/>
          </a:bodyPr>
          <a:lstStyle/>
          <a:p>
            <a:pPr algn="ctr"/>
            <a:r>
              <a:rPr sz="1200" b="0">
                <a:solidFill>
                  <a:srgbClr val="8A8780"/>
                </a:solidFill>
                <a:latin typeface="Arial"/>
              </a:rPr>
              <a:t>Production outcome to validate: time-to-insight, user effort, search/query latency, successful-answer rate and repeat usage.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18288" rIns="18288"/>
          <a:lstStyle/>
          <a:p>
            <a:r>
              <a:rPr sz="2800" b="0">
                <a:solidFill>
                  <a:srgbClr val="3D3C38"/>
                </a:solidFill>
                <a:latin typeface="Arial"/>
              </a:rPr>
              <a:t>A Real-World Investigation, Simplified</a:t>
            </a:r>
          </a:p>
        </p:txBody>
      </p:sp>
      <p:sp>
        <p:nvSpPr>
          <p:cNvPr id="3" name="Text Placeholder 2"/>
          <p:cNvSpPr>
            <a:spLocks noGrp="1"/>
          </p:cNvSpPr>
          <p:nvPr>
            <p:ph type="body"/>
          </p:nvPr>
        </p:nvSpPr>
        <p:spPr/>
        <p:txBody>
          <a:bodyPr/>
          <a:lstStyle/>
          <a:p/>
        </p:txBody>
      </p:sp>
      <p:sp>
        <p:nvSpPr>
          <p:cNvPr id="4" name="TextBox 3"/>
          <p:cNvSpPr txBox="1"/>
          <p:nvPr/>
        </p:nvSpPr>
        <p:spPr>
          <a:xfrm>
            <a:off x="594360" y="932688"/>
            <a:ext cx="2286000" cy="256032"/>
          </a:xfrm>
          <a:prstGeom prst="rect">
            <a:avLst/>
          </a:prstGeom>
          <a:noFill/>
        </p:spPr>
        <p:txBody>
          <a:bodyPr wrap="none" lIns="36576" rIns="36576" tIns="36576" bIns="36576" anchor="t">
            <a:spAutoFit/>
          </a:bodyPr>
          <a:lstStyle/>
          <a:p>
            <a:pPr algn="l"/>
            <a:r>
              <a:rPr sz="1000" b="1">
                <a:solidFill>
                  <a:srgbClr val="FF612B"/>
                </a:solidFill>
                <a:latin typeface="Arial"/>
              </a:rPr>
              <a:t>USE CASE</a:t>
            </a:r>
          </a:p>
        </p:txBody>
      </p:sp>
      <p:sp>
        <p:nvSpPr>
          <p:cNvPr id="5" name="TextBox 4"/>
          <p:cNvSpPr txBox="1"/>
          <p:nvPr/>
        </p:nvSpPr>
        <p:spPr>
          <a:xfrm>
            <a:off x="594360" y="1143000"/>
            <a:ext cx="9875520" cy="438912"/>
          </a:xfrm>
          <a:prstGeom prst="rect">
            <a:avLst/>
          </a:prstGeom>
          <a:noFill/>
        </p:spPr>
        <p:txBody>
          <a:bodyPr wrap="square" lIns="36576" rIns="36576" tIns="36576" bIns="36576" anchor="t">
            <a:normAutofit/>
          </a:bodyPr>
          <a:lstStyle/>
          <a:p>
            <a:pPr algn="l"/>
            <a:r>
              <a:rPr sz="1300" b="0">
                <a:solidFill>
                  <a:srgbClr val="8A8780"/>
                </a:solidFill>
                <a:latin typeface="Arial"/>
              </a:rPr>
              <a:t>Example: a user is trying to understand what happened to one patient over time.</a:t>
            </a:r>
          </a:p>
        </p:txBody>
      </p:sp>
      <p:sp>
        <p:nvSpPr>
          <p:cNvPr id="6" name="Rounded Rectangle 5"/>
          <p:cNvSpPr/>
          <p:nvPr/>
        </p:nvSpPr>
        <p:spPr>
          <a:xfrm>
            <a:off x="640080" y="1645920"/>
            <a:ext cx="4892040" cy="310896"/>
          </a:xfrm>
          <a:prstGeom prst="roundRect">
            <a:avLst/>
          </a:prstGeom>
          <a:solidFill>
            <a:srgbClr val="EE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64208"/>
            <a:ext cx="4672583" cy="246888"/>
          </a:xfrm>
          <a:prstGeom prst="rect">
            <a:avLst/>
          </a:prstGeom>
          <a:noFill/>
        </p:spPr>
        <p:txBody>
          <a:bodyPr wrap="none" lIns="36576" rIns="36576" tIns="36576" bIns="36576" anchor="ctr">
            <a:spAutoFit/>
          </a:bodyPr>
          <a:lstStyle/>
          <a:p>
            <a:pPr algn="l"/>
            <a:r>
              <a:rPr sz="1000" b="1">
                <a:solidFill>
                  <a:srgbClr val="3D3C38"/>
                </a:solidFill>
                <a:latin typeface="Arial"/>
              </a:rPr>
              <a:t>WITHOUT PATIENT INSIGHTS</a:t>
            </a:r>
          </a:p>
        </p:txBody>
      </p:sp>
      <p:sp>
        <p:nvSpPr>
          <p:cNvPr id="8" name="Rounded Rectangle 7"/>
          <p:cNvSpPr/>
          <p:nvPr/>
        </p:nvSpPr>
        <p:spPr>
          <a:xfrm>
            <a:off x="5806440" y="1645920"/>
            <a:ext cx="4892040" cy="310896"/>
          </a:xfrm>
          <a:prstGeom prst="roundRect">
            <a:avLst/>
          </a:prstGeom>
          <a:solidFill>
            <a:srgbClr val="EE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16168" y="1664208"/>
            <a:ext cx="4672583" cy="246888"/>
          </a:xfrm>
          <a:prstGeom prst="rect">
            <a:avLst/>
          </a:prstGeom>
          <a:noFill/>
        </p:spPr>
        <p:txBody>
          <a:bodyPr wrap="none" lIns="36576" rIns="36576" tIns="36576" bIns="36576" anchor="ctr">
            <a:spAutoFit/>
          </a:bodyPr>
          <a:lstStyle/>
          <a:p>
            <a:pPr algn="l"/>
            <a:r>
              <a:rPr sz="1000" b="1">
                <a:solidFill>
                  <a:srgbClr val="3D3C38"/>
                </a:solidFill>
                <a:latin typeface="Arial"/>
              </a:rPr>
              <a:t>WITH PATIENT INSIGHTS</a:t>
            </a:r>
          </a:p>
        </p:txBody>
      </p:sp>
      <p:sp>
        <p:nvSpPr>
          <p:cNvPr id="10" name="TextBox 9"/>
          <p:cNvSpPr txBox="1"/>
          <p:nvPr/>
        </p:nvSpPr>
        <p:spPr>
          <a:xfrm>
            <a:off x="749808" y="2057400"/>
            <a:ext cx="347472" cy="274320"/>
          </a:xfrm>
          <a:prstGeom prst="rect">
            <a:avLst/>
          </a:prstGeom>
          <a:noFill/>
        </p:spPr>
        <p:txBody>
          <a:bodyPr wrap="none" lIns="36576" rIns="36576" tIns="36576" bIns="36576" anchor="t">
            <a:spAutoFit/>
          </a:bodyPr>
          <a:lstStyle/>
          <a:p>
            <a:pPr algn="l"/>
            <a:r>
              <a:rPr sz="1200" b="1">
                <a:solidFill>
                  <a:srgbClr val="FF612B"/>
                </a:solidFill>
                <a:latin typeface="Arial"/>
              </a:rPr>
              <a:t>1</a:t>
            </a:r>
          </a:p>
        </p:txBody>
      </p:sp>
      <p:sp>
        <p:nvSpPr>
          <p:cNvPr id="11" name="TextBox 10"/>
          <p:cNvSpPr txBox="1"/>
          <p:nvPr/>
        </p:nvSpPr>
        <p:spPr>
          <a:xfrm>
            <a:off x="1097280" y="2057400"/>
            <a:ext cx="1417320" cy="274320"/>
          </a:xfrm>
          <a:prstGeom prst="rect">
            <a:avLst/>
          </a:prstGeom>
          <a:noFill/>
        </p:spPr>
        <p:txBody>
          <a:bodyPr wrap="none" lIns="36576" rIns="36576" tIns="36576" bIns="36576" anchor="t">
            <a:spAutoFit/>
          </a:bodyPr>
          <a:lstStyle/>
          <a:p>
            <a:pPr algn="l"/>
            <a:r>
              <a:rPr sz="1100" b="1">
                <a:solidFill>
                  <a:srgbClr val="3D3C38"/>
                </a:solidFill>
                <a:latin typeface="Arial"/>
              </a:rPr>
              <a:t>Find the patient</a:t>
            </a:r>
          </a:p>
        </p:txBody>
      </p:sp>
      <p:sp>
        <p:nvSpPr>
          <p:cNvPr id="12" name="TextBox 11"/>
          <p:cNvSpPr txBox="1"/>
          <p:nvPr/>
        </p:nvSpPr>
        <p:spPr>
          <a:xfrm>
            <a:off x="2514600" y="2057400"/>
            <a:ext cx="2743200" cy="502920"/>
          </a:xfrm>
          <a:prstGeom prst="rect">
            <a:avLst/>
          </a:prstGeom>
          <a:noFill/>
        </p:spPr>
        <p:txBody>
          <a:bodyPr wrap="square" lIns="36576" rIns="36576" tIns="36576" bIns="36576" anchor="t">
            <a:normAutofit/>
          </a:bodyPr>
          <a:lstStyle/>
          <a:p>
            <a:pPr algn="l"/>
            <a:r>
              <a:rPr sz="950" b="0">
                <a:solidFill>
                  <a:srgbClr val="3D3C38"/>
                </a:solidFill>
                <a:latin typeface="Arial"/>
              </a:rPr>
              <a:t>Identify the member across enterprise/source identifiers.</a:t>
            </a:r>
          </a:p>
        </p:txBody>
      </p:sp>
      <p:sp>
        <p:nvSpPr>
          <p:cNvPr id="13" name="TextBox 12"/>
          <p:cNvSpPr txBox="1"/>
          <p:nvPr/>
        </p:nvSpPr>
        <p:spPr>
          <a:xfrm>
            <a:off x="749808" y="2898648"/>
            <a:ext cx="347472" cy="274320"/>
          </a:xfrm>
          <a:prstGeom prst="rect">
            <a:avLst/>
          </a:prstGeom>
          <a:noFill/>
        </p:spPr>
        <p:txBody>
          <a:bodyPr wrap="none" lIns="36576" rIns="36576" tIns="36576" bIns="36576" anchor="t">
            <a:spAutoFit/>
          </a:bodyPr>
          <a:lstStyle/>
          <a:p>
            <a:pPr algn="l"/>
            <a:r>
              <a:rPr sz="1200" b="1">
                <a:solidFill>
                  <a:srgbClr val="FF612B"/>
                </a:solidFill>
                <a:latin typeface="Arial"/>
              </a:rPr>
              <a:t>2</a:t>
            </a:r>
          </a:p>
        </p:txBody>
      </p:sp>
      <p:sp>
        <p:nvSpPr>
          <p:cNvPr id="14" name="TextBox 13"/>
          <p:cNvSpPr txBox="1"/>
          <p:nvPr/>
        </p:nvSpPr>
        <p:spPr>
          <a:xfrm>
            <a:off x="1097280" y="2898648"/>
            <a:ext cx="1417320" cy="274320"/>
          </a:xfrm>
          <a:prstGeom prst="rect">
            <a:avLst/>
          </a:prstGeom>
          <a:noFill/>
        </p:spPr>
        <p:txBody>
          <a:bodyPr wrap="none" lIns="36576" rIns="36576" tIns="36576" bIns="36576" anchor="t">
            <a:spAutoFit/>
          </a:bodyPr>
          <a:lstStyle/>
          <a:p>
            <a:pPr algn="l"/>
            <a:r>
              <a:rPr sz="1100" b="1">
                <a:solidFill>
                  <a:srgbClr val="3D3C38"/>
                </a:solidFill>
                <a:latin typeface="Arial"/>
              </a:rPr>
              <a:t>Find the right systems</a:t>
            </a:r>
          </a:p>
        </p:txBody>
      </p:sp>
      <p:sp>
        <p:nvSpPr>
          <p:cNvPr id="15" name="TextBox 14"/>
          <p:cNvSpPr txBox="1"/>
          <p:nvPr/>
        </p:nvSpPr>
        <p:spPr>
          <a:xfrm>
            <a:off x="2514600" y="2898648"/>
            <a:ext cx="2743200" cy="502920"/>
          </a:xfrm>
          <a:prstGeom prst="rect">
            <a:avLst/>
          </a:prstGeom>
          <a:noFill/>
        </p:spPr>
        <p:txBody>
          <a:bodyPr wrap="square" lIns="36576" rIns="36576" tIns="36576" bIns="36576" anchor="t">
            <a:normAutofit/>
          </a:bodyPr>
          <a:lstStyle/>
          <a:p>
            <a:pPr algn="l"/>
            <a:r>
              <a:rPr sz="950" b="0">
                <a:solidFill>
                  <a:srgbClr val="3D3C38"/>
                </a:solidFill>
                <a:latin typeface="Arial"/>
              </a:rPr>
              <a:t>Determine whether needed context is in eligibility, claims, Rx, labs, provider or history.</a:t>
            </a:r>
          </a:p>
        </p:txBody>
      </p:sp>
      <p:sp>
        <p:nvSpPr>
          <p:cNvPr id="16" name="TextBox 15"/>
          <p:cNvSpPr txBox="1"/>
          <p:nvPr/>
        </p:nvSpPr>
        <p:spPr>
          <a:xfrm>
            <a:off x="749808" y="3739896"/>
            <a:ext cx="347472" cy="274320"/>
          </a:xfrm>
          <a:prstGeom prst="rect">
            <a:avLst/>
          </a:prstGeom>
          <a:noFill/>
        </p:spPr>
        <p:txBody>
          <a:bodyPr wrap="none" lIns="36576" rIns="36576" tIns="36576" bIns="36576" anchor="t">
            <a:spAutoFit/>
          </a:bodyPr>
          <a:lstStyle/>
          <a:p>
            <a:pPr algn="l"/>
            <a:r>
              <a:rPr sz="1200" b="1">
                <a:solidFill>
                  <a:srgbClr val="FF612B"/>
                </a:solidFill>
                <a:latin typeface="Arial"/>
              </a:rPr>
              <a:t>3</a:t>
            </a:r>
          </a:p>
        </p:txBody>
      </p:sp>
      <p:sp>
        <p:nvSpPr>
          <p:cNvPr id="17" name="TextBox 16"/>
          <p:cNvSpPr txBox="1"/>
          <p:nvPr/>
        </p:nvSpPr>
        <p:spPr>
          <a:xfrm>
            <a:off x="1097280" y="3739896"/>
            <a:ext cx="1417320" cy="274320"/>
          </a:xfrm>
          <a:prstGeom prst="rect">
            <a:avLst/>
          </a:prstGeom>
          <a:noFill/>
        </p:spPr>
        <p:txBody>
          <a:bodyPr wrap="none" lIns="36576" rIns="36576" tIns="36576" bIns="36576" anchor="t">
            <a:spAutoFit/>
          </a:bodyPr>
          <a:lstStyle/>
          <a:p>
            <a:pPr algn="l"/>
            <a:r>
              <a:rPr sz="1100" b="1">
                <a:solidFill>
                  <a:srgbClr val="3D3C38"/>
                </a:solidFill>
                <a:latin typeface="Arial"/>
              </a:rPr>
              <a:t>Open multiple views</a:t>
            </a:r>
          </a:p>
        </p:txBody>
      </p:sp>
      <p:sp>
        <p:nvSpPr>
          <p:cNvPr id="18" name="TextBox 17"/>
          <p:cNvSpPr txBox="1"/>
          <p:nvPr/>
        </p:nvSpPr>
        <p:spPr>
          <a:xfrm>
            <a:off x="2514600" y="3739896"/>
            <a:ext cx="2743200" cy="502920"/>
          </a:xfrm>
          <a:prstGeom prst="rect">
            <a:avLst/>
          </a:prstGeom>
          <a:noFill/>
        </p:spPr>
        <p:txBody>
          <a:bodyPr wrap="square" lIns="36576" rIns="36576" tIns="36576" bIns="36576" anchor="t">
            <a:normAutofit/>
          </a:bodyPr>
          <a:lstStyle/>
          <a:p>
            <a:pPr algn="l"/>
            <a:r>
              <a:rPr sz="950" b="0">
                <a:solidFill>
                  <a:srgbClr val="3D3C38"/>
                </a:solidFill>
                <a:latin typeface="Arial"/>
              </a:rPr>
              <a:t>Move between source-specific tools or queries and keep track of context.</a:t>
            </a:r>
          </a:p>
        </p:txBody>
      </p:sp>
      <p:sp>
        <p:nvSpPr>
          <p:cNvPr id="19" name="TextBox 18"/>
          <p:cNvSpPr txBox="1"/>
          <p:nvPr/>
        </p:nvSpPr>
        <p:spPr>
          <a:xfrm>
            <a:off x="749808" y="4581144"/>
            <a:ext cx="347472" cy="274320"/>
          </a:xfrm>
          <a:prstGeom prst="rect">
            <a:avLst/>
          </a:prstGeom>
          <a:noFill/>
        </p:spPr>
        <p:txBody>
          <a:bodyPr wrap="none" lIns="36576" rIns="36576" tIns="36576" bIns="36576" anchor="t">
            <a:spAutoFit/>
          </a:bodyPr>
          <a:lstStyle/>
          <a:p>
            <a:pPr algn="l"/>
            <a:r>
              <a:rPr sz="1200" b="1">
                <a:solidFill>
                  <a:srgbClr val="FF612B"/>
                </a:solidFill>
                <a:latin typeface="Arial"/>
              </a:rPr>
              <a:t>4</a:t>
            </a:r>
          </a:p>
        </p:txBody>
      </p:sp>
      <p:sp>
        <p:nvSpPr>
          <p:cNvPr id="20" name="TextBox 19"/>
          <p:cNvSpPr txBox="1"/>
          <p:nvPr/>
        </p:nvSpPr>
        <p:spPr>
          <a:xfrm>
            <a:off x="1097280" y="4581144"/>
            <a:ext cx="1417320" cy="274320"/>
          </a:xfrm>
          <a:prstGeom prst="rect">
            <a:avLst/>
          </a:prstGeom>
          <a:noFill/>
        </p:spPr>
        <p:txBody>
          <a:bodyPr wrap="none" lIns="36576" rIns="36576" tIns="36576" bIns="36576" anchor="t">
            <a:spAutoFit/>
          </a:bodyPr>
          <a:lstStyle/>
          <a:p>
            <a:pPr algn="l"/>
            <a:r>
              <a:rPr sz="1100" b="1">
                <a:solidFill>
                  <a:srgbClr val="3D3C38"/>
                </a:solidFill>
                <a:latin typeface="Arial"/>
              </a:rPr>
              <a:t>Build the story</a:t>
            </a:r>
          </a:p>
        </p:txBody>
      </p:sp>
      <p:sp>
        <p:nvSpPr>
          <p:cNvPr id="21" name="TextBox 20"/>
          <p:cNvSpPr txBox="1"/>
          <p:nvPr/>
        </p:nvSpPr>
        <p:spPr>
          <a:xfrm>
            <a:off x="2514600" y="4581144"/>
            <a:ext cx="2743200" cy="502920"/>
          </a:xfrm>
          <a:prstGeom prst="rect">
            <a:avLst/>
          </a:prstGeom>
          <a:noFill/>
        </p:spPr>
        <p:txBody>
          <a:bodyPr wrap="square" lIns="36576" rIns="36576" tIns="36576" bIns="36576" anchor="t">
            <a:normAutofit/>
          </a:bodyPr>
          <a:lstStyle/>
          <a:p>
            <a:pPr algn="l"/>
            <a:r>
              <a:rPr sz="950" b="0">
                <a:solidFill>
                  <a:srgbClr val="3D3C38"/>
                </a:solidFill>
                <a:latin typeface="Arial"/>
              </a:rPr>
              <a:t>Manually connect events and calculate the answer to the business question.</a:t>
            </a:r>
          </a:p>
        </p:txBody>
      </p:sp>
      <p:sp>
        <p:nvSpPr>
          <p:cNvPr id="22" name="TextBox 21"/>
          <p:cNvSpPr txBox="1"/>
          <p:nvPr/>
        </p:nvSpPr>
        <p:spPr>
          <a:xfrm>
            <a:off x="5916168" y="2057400"/>
            <a:ext cx="347472" cy="274320"/>
          </a:xfrm>
          <a:prstGeom prst="rect">
            <a:avLst/>
          </a:prstGeom>
          <a:noFill/>
        </p:spPr>
        <p:txBody>
          <a:bodyPr wrap="none" lIns="36576" rIns="36576" tIns="36576" bIns="36576" anchor="t">
            <a:spAutoFit/>
          </a:bodyPr>
          <a:lstStyle/>
          <a:p>
            <a:pPr algn="l"/>
            <a:r>
              <a:rPr sz="1200" b="1">
                <a:solidFill>
                  <a:srgbClr val="FF612B"/>
                </a:solidFill>
                <a:latin typeface="Arial"/>
              </a:rPr>
              <a:t>1</a:t>
            </a:r>
          </a:p>
        </p:txBody>
      </p:sp>
      <p:sp>
        <p:nvSpPr>
          <p:cNvPr id="23" name="TextBox 22"/>
          <p:cNvSpPr txBox="1"/>
          <p:nvPr/>
        </p:nvSpPr>
        <p:spPr>
          <a:xfrm>
            <a:off x="6263640" y="2057400"/>
            <a:ext cx="1417320" cy="274320"/>
          </a:xfrm>
          <a:prstGeom prst="rect">
            <a:avLst/>
          </a:prstGeom>
          <a:noFill/>
        </p:spPr>
        <p:txBody>
          <a:bodyPr wrap="none" lIns="36576" rIns="36576" tIns="36576" bIns="36576" anchor="t">
            <a:spAutoFit/>
          </a:bodyPr>
          <a:lstStyle/>
          <a:p>
            <a:pPr algn="l"/>
            <a:r>
              <a:rPr sz="1100" b="1">
                <a:solidFill>
                  <a:srgbClr val="3D3C38"/>
                </a:solidFill>
                <a:latin typeface="Arial"/>
              </a:rPr>
              <a:t>Search once</a:t>
            </a:r>
          </a:p>
        </p:txBody>
      </p:sp>
      <p:sp>
        <p:nvSpPr>
          <p:cNvPr id="24" name="TextBox 23"/>
          <p:cNvSpPr txBox="1"/>
          <p:nvPr/>
        </p:nvSpPr>
        <p:spPr>
          <a:xfrm>
            <a:off x="7680960" y="2057400"/>
            <a:ext cx="2743200" cy="502920"/>
          </a:xfrm>
          <a:prstGeom prst="rect">
            <a:avLst/>
          </a:prstGeom>
          <a:noFill/>
        </p:spPr>
        <p:txBody>
          <a:bodyPr wrap="square" lIns="36576" rIns="36576" tIns="36576" bIns="36576" anchor="t">
            <a:normAutofit/>
          </a:bodyPr>
          <a:lstStyle/>
          <a:p>
            <a:pPr algn="l"/>
            <a:r>
              <a:rPr sz="950" b="0">
                <a:solidFill>
                  <a:srgbClr val="3D3C38"/>
                </a:solidFill>
                <a:latin typeface="Arial"/>
              </a:rPr>
              <a:t>Enter the Patient / Enterprise ID and bring available patient context together in one screen.</a:t>
            </a:r>
          </a:p>
        </p:txBody>
      </p:sp>
      <p:sp>
        <p:nvSpPr>
          <p:cNvPr id="25" name="TextBox 24"/>
          <p:cNvSpPr txBox="1"/>
          <p:nvPr/>
        </p:nvSpPr>
        <p:spPr>
          <a:xfrm>
            <a:off x="5916168" y="2898648"/>
            <a:ext cx="347472" cy="274320"/>
          </a:xfrm>
          <a:prstGeom prst="rect">
            <a:avLst/>
          </a:prstGeom>
          <a:noFill/>
        </p:spPr>
        <p:txBody>
          <a:bodyPr wrap="none" lIns="36576" rIns="36576" tIns="36576" bIns="36576" anchor="t">
            <a:spAutoFit/>
          </a:bodyPr>
          <a:lstStyle/>
          <a:p>
            <a:pPr algn="l"/>
            <a:r>
              <a:rPr sz="1200" b="1">
                <a:solidFill>
                  <a:srgbClr val="FF612B"/>
                </a:solidFill>
                <a:latin typeface="Arial"/>
              </a:rPr>
              <a:t>2</a:t>
            </a:r>
          </a:p>
        </p:txBody>
      </p:sp>
      <p:sp>
        <p:nvSpPr>
          <p:cNvPr id="26" name="TextBox 25"/>
          <p:cNvSpPr txBox="1"/>
          <p:nvPr/>
        </p:nvSpPr>
        <p:spPr>
          <a:xfrm>
            <a:off x="6263640" y="2898648"/>
            <a:ext cx="1417320" cy="274320"/>
          </a:xfrm>
          <a:prstGeom prst="rect">
            <a:avLst/>
          </a:prstGeom>
          <a:noFill/>
        </p:spPr>
        <p:txBody>
          <a:bodyPr wrap="none" lIns="36576" rIns="36576" tIns="36576" bIns="36576" anchor="t">
            <a:spAutoFit/>
          </a:bodyPr>
          <a:lstStyle/>
          <a:p>
            <a:pPr algn="l"/>
            <a:r>
              <a:rPr sz="1100" b="1">
                <a:solidFill>
                  <a:srgbClr val="3D3C38"/>
                </a:solidFill>
                <a:latin typeface="Arial"/>
              </a:rPr>
              <a:t>Explore the journey</a:t>
            </a:r>
          </a:p>
        </p:txBody>
      </p:sp>
      <p:sp>
        <p:nvSpPr>
          <p:cNvPr id="27" name="TextBox 26"/>
          <p:cNvSpPr txBox="1"/>
          <p:nvPr/>
        </p:nvSpPr>
        <p:spPr>
          <a:xfrm>
            <a:off x="7680960" y="2898648"/>
            <a:ext cx="2743200" cy="502920"/>
          </a:xfrm>
          <a:prstGeom prst="rect">
            <a:avLst/>
          </a:prstGeom>
          <a:noFill/>
        </p:spPr>
        <p:txBody>
          <a:bodyPr wrap="square" lIns="36576" rIns="36576" tIns="36576" bIns="36576" anchor="t">
            <a:normAutofit/>
          </a:bodyPr>
          <a:lstStyle/>
          <a:p>
            <a:pPr algn="l"/>
            <a:r>
              <a:rPr sz="950" b="0">
                <a:solidFill>
                  <a:srgbClr val="3D3C38"/>
                </a:solidFill>
                <a:latin typeface="Arial"/>
              </a:rPr>
              <a:t>Review eligibility, claims, providers, Rx, labs and DATACORE history through drill-down panels.</a:t>
            </a:r>
          </a:p>
        </p:txBody>
      </p:sp>
      <p:sp>
        <p:nvSpPr>
          <p:cNvPr id="28" name="TextBox 27"/>
          <p:cNvSpPr txBox="1"/>
          <p:nvPr/>
        </p:nvSpPr>
        <p:spPr>
          <a:xfrm>
            <a:off x="5916168" y="3739896"/>
            <a:ext cx="347472" cy="274320"/>
          </a:xfrm>
          <a:prstGeom prst="rect">
            <a:avLst/>
          </a:prstGeom>
          <a:noFill/>
        </p:spPr>
        <p:txBody>
          <a:bodyPr wrap="none" lIns="36576" rIns="36576" tIns="36576" bIns="36576" anchor="t">
            <a:spAutoFit/>
          </a:bodyPr>
          <a:lstStyle/>
          <a:p>
            <a:pPr algn="l"/>
            <a:r>
              <a:rPr sz="1200" b="1">
                <a:solidFill>
                  <a:srgbClr val="FF612B"/>
                </a:solidFill>
                <a:latin typeface="Arial"/>
              </a:rPr>
              <a:t>3</a:t>
            </a:r>
          </a:p>
        </p:txBody>
      </p:sp>
      <p:sp>
        <p:nvSpPr>
          <p:cNvPr id="29" name="TextBox 28"/>
          <p:cNvSpPr txBox="1"/>
          <p:nvPr/>
        </p:nvSpPr>
        <p:spPr>
          <a:xfrm>
            <a:off x="6263640" y="3739896"/>
            <a:ext cx="1417320" cy="274320"/>
          </a:xfrm>
          <a:prstGeom prst="rect">
            <a:avLst/>
          </a:prstGeom>
          <a:noFill/>
        </p:spPr>
        <p:txBody>
          <a:bodyPr wrap="none" lIns="36576" rIns="36576" tIns="36576" bIns="36576" anchor="t">
            <a:spAutoFit/>
          </a:bodyPr>
          <a:lstStyle/>
          <a:p>
            <a:pPr algn="l"/>
            <a:r>
              <a:rPr sz="1100" b="1">
                <a:solidFill>
                  <a:srgbClr val="3D3C38"/>
                </a:solidFill>
                <a:latin typeface="Arial"/>
              </a:rPr>
              <a:t>Ask the next question</a:t>
            </a:r>
          </a:p>
        </p:txBody>
      </p:sp>
      <p:sp>
        <p:nvSpPr>
          <p:cNvPr id="30" name="TextBox 29"/>
          <p:cNvSpPr txBox="1"/>
          <p:nvPr/>
        </p:nvSpPr>
        <p:spPr>
          <a:xfrm>
            <a:off x="7680960" y="3739896"/>
            <a:ext cx="2743200" cy="502920"/>
          </a:xfrm>
          <a:prstGeom prst="rect">
            <a:avLst/>
          </a:prstGeom>
          <a:noFill/>
        </p:spPr>
        <p:txBody>
          <a:bodyPr wrap="square" lIns="36576" rIns="36576" tIns="36576" bIns="36576" anchor="t">
            <a:normAutofit/>
          </a:bodyPr>
          <a:lstStyle/>
          <a:p>
            <a:pPr algn="l"/>
            <a:r>
              <a:rPr sz="950" b="0">
                <a:solidFill>
                  <a:srgbClr val="3D3C38"/>
                </a:solidFill>
                <a:latin typeface="Arial"/>
              </a:rPr>
              <a:t>Use natural language for questions such as latest claims and average amount.</a:t>
            </a:r>
          </a:p>
        </p:txBody>
      </p:sp>
      <p:sp>
        <p:nvSpPr>
          <p:cNvPr id="31" name="TextBox 30"/>
          <p:cNvSpPr txBox="1"/>
          <p:nvPr/>
        </p:nvSpPr>
        <p:spPr>
          <a:xfrm>
            <a:off x="5916168" y="4581144"/>
            <a:ext cx="347472" cy="274320"/>
          </a:xfrm>
          <a:prstGeom prst="rect">
            <a:avLst/>
          </a:prstGeom>
          <a:noFill/>
        </p:spPr>
        <p:txBody>
          <a:bodyPr wrap="none" lIns="36576" rIns="36576" tIns="36576" bIns="36576" anchor="t">
            <a:spAutoFit/>
          </a:bodyPr>
          <a:lstStyle/>
          <a:p>
            <a:pPr algn="l"/>
            <a:r>
              <a:rPr sz="1200" b="1">
                <a:solidFill>
                  <a:srgbClr val="FF612B"/>
                </a:solidFill>
                <a:latin typeface="Arial"/>
              </a:rPr>
              <a:t>4</a:t>
            </a:r>
          </a:p>
        </p:txBody>
      </p:sp>
      <p:sp>
        <p:nvSpPr>
          <p:cNvPr id="32" name="TextBox 31"/>
          <p:cNvSpPr txBox="1"/>
          <p:nvPr/>
        </p:nvSpPr>
        <p:spPr>
          <a:xfrm>
            <a:off x="6263640" y="4581144"/>
            <a:ext cx="1417320" cy="274320"/>
          </a:xfrm>
          <a:prstGeom prst="rect">
            <a:avLst/>
          </a:prstGeom>
          <a:noFill/>
        </p:spPr>
        <p:txBody>
          <a:bodyPr wrap="none" lIns="36576" rIns="36576" tIns="36576" bIns="36576" anchor="t">
            <a:spAutoFit/>
          </a:bodyPr>
          <a:lstStyle/>
          <a:p>
            <a:pPr algn="l"/>
            <a:r>
              <a:rPr sz="1100" b="1">
                <a:solidFill>
                  <a:srgbClr val="3D3C38"/>
                </a:solidFill>
                <a:latin typeface="Arial"/>
              </a:rPr>
              <a:t>Stay in one context</a:t>
            </a:r>
          </a:p>
        </p:txBody>
      </p:sp>
      <p:sp>
        <p:nvSpPr>
          <p:cNvPr id="33" name="TextBox 32"/>
          <p:cNvSpPr txBox="1"/>
          <p:nvPr/>
        </p:nvSpPr>
        <p:spPr>
          <a:xfrm>
            <a:off x="7680960" y="4581144"/>
            <a:ext cx="2743200" cy="502920"/>
          </a:xfrm>
          <a:prstGeom prst="rect">
            <a:avLst/>
          </a:prstGeom>
          <a:noFill/>
        </p:spPr>
        <p:txBody>
          <a:bodyPr wrap="square" lIns="36576" rIns="36576" tIns="36576" bIns="36576" anchor="t">
            <a:normAutofit/>
          </a:bodyPr>
          <a:lstStyle/>
          <a:p>
            <a:pPr algn="l"/>
            <a:r>
              <a:rPr sz="950" b="0">
                <a:solidFill>
                  <a:srgbClr val="3D3C38"/>
                </a:solidFill>
                <a:latin typeface="Arial"/>
              </a:rPr>
              <a:t>Continue investigating without rebuilding the patient context for every question.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18288" rIns="18288"/>
          <a:lstStyle/>
          <a:p>
            <a:r>
              <a:rPr sz="2800" b="0">
                <a:solidFill>
                  <a:srgbClr val="3D3C38"/>
                </a:solidFill>
                <a:latin typeface="Arial"/>
              </a:rPr>
              <a:t>Security, Governance &amp; Reliability</a:t>
            </a:r>
          </a:p>
        </p:txBody>
      </p:sp>
      <p:sp>
        <p:nvSpPr>
          <p:cNvPr id="3" name="Text Placeholder 2"/>
          <p:cNvSpPr>
            <a:spLocks noGrp="1"/>
          </p:cNvSpPr>
          <p:nvPr>
            <p:ph type="body"/>
          </p:nvPr>
        </p:nvSpPr>
        <p:spPr/>
        <p:txBody>
          <a:bodyPr/>
          <a:lstStyle/>
          <a:p/>
        </p:txBody>
      </p:sp>
      <p:sp>
        <p:nvSpPr>
          <p:cNvPr id="4" name="TextBox 3"/>
          <p:cNvSpPr txBox="1"/>
          <p:nvPr/>
        </p:nvSpPr>
        <p:spPr>
          <a:xfrm>
            <a:off x="594360" y="932688"/>
            <a:ext cx="2286000" cy="256032"/>
          </a:xfrm>
          <a:prstGeom prst="rect">
            <a:avLst/>
          </a:prstGeom>
          <a:noFill/>
        </p:spPr>
        <p:txBody>
          <a:bodyPr wrap="none" lIns="36576" rIns="36576" tIns="36576" bIns="36576" anchor="t">
            <a:spAutoFit/>
          </a:bodyPr>
          <a:lstStyle/>
          <a:p>
            <a:pPr algn="l"/>
            <a:r>
              <a:rPr sz="1000" b="1">
                <a:solidFill>
                  <a:srgbClr val="FF612B"/>
                </a:solidFill>
                <a:latin typeface="Arial"/>
              </a:rPr>
              <a:t>GOVERNANCE</a:t>
            </a:r>
          </a:p>
        </p:txBody>
      </p:sp>
      <p:sp>
        <p:nvSpPr>
          <p:cNvPr id="5" name="TextBox 4"/>
          <p:cNvSpPr txBox="1"/>
          <p:nvPr/>
        </p:nvSpPr>
        <p:spPr>
          <a:xfrm>
            <a:off x="594360" y="1143000"/>
            <a:ext cx="9875520" cy="438912"/>
          </a:xfrm>
          <a:prstGeom prst="rect">
            <a:avLst/>
          </a:prstGeom>
          <a:noFill/>
        </p:spPr>
        <p:txBody>
          <a:bodyPr wrap="square" lIns="36576" rIns="36576" tIns="36576" bIns="36576" anchor="t">
            <a:normAutofit/>
          </a:bodyPr>
          <a:lstStyle/>
          <a:p>
            <a:pPr algn="l"/>
            <a:r>
              <a:rPr sz="1300" b="0">
                <a:solidFill>
                  <a:srgbClr val="8A8780"/>
                </a:solidFill>
                <a:latin typeface="Arial"/>
              </a:rPr>
              <a:t>Controls visible in the implementation and areas to validate before production scale-up.</a:t>
            </a:r>
          </a:p>
        </p:txBody>
      </p:sp>
      <p:sp>
        <p:nvSpPr>
          <p:cNvPr id="6" name="Rounded Rectangle 5"/>
          <p:cNvSpPr/>
          <p:nvPr/>
        </p:nvSpPr>
        <p:spPr>
          <a:xfrm>
            <a:off x="640080" y="1691640"/>
            <a:ext cx="4892040" cy="310896"/>
          </a:xfrm>
          <a:prstGeom prst="roundRect">
            <a:avLst/>
          </a:prstGeom>
          <a:solidFill>
            <a:srgbClr val="EE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709928"/>
            <a:ext cx="4672583" cy="246888"/>
          </a:xfrm>
          <a:prstGeom prst="rect">
            <a:avLst/>
          </a:prstGeom>
          <a:noFill/>
        </p:spPr>
        <p:txBody>
          <a:bodyPr wrap="none" lIns="36576" rIns="36576" tIns="36576" bIns="36576" anchor="ctr">
            <a:spAutoFit/>
          </a:bodyPr>
          <a:lstStyle/>
          <a:p>
            <a:pPr algn="l"/>
            <a:r>
              <a:rPr sz="1000" b="1">
                <a:solidFill>
                  <a:srgbClr val="3D3C38"/>
                </a:solidFill>
                <a:latin typeface="Arial"/>
              </a:rPr>
              <a:t>IMPLEMENTED FOUNDATIONS</a:t>
            </a:r>
          </a:p>
        </p:txBody>
      </p:sp>
      <p:sp>
        <p:nvSpPr>
          <p:cNvPr id="8" name="Rounded Rectangle 7"/>
          <p:cNvSpPr/>
          <p:nvPr/>
        </p:nvSpPr>
        <p:spPr>
          <a:xfrm>
            <a:off x="640080" y="2103120"/>
            <a:ext cx="4892040" cy="621792"/>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231136"/>
            <a:ext cx="4562855" cy="320040"/>
          </a:xfrm>
          <a:prstGeom prst="rect">
            <a:avLst/>
          </a:prstGeom>
          <a:noFill/>
        </p:spPr>
        <p:txBody>
          <a:bodyPr wrap="none" lIns="36576" rIns="36576" tIns="36576" bIns="36576" anchor="t">
            <a:spAutoFit/>
          </a:bodyPr>
          <a:lstStyle/>
          <a:p>
            <a:pPr algn="l"/>
            <a:r>
              <a:rPr sz="1100" b="1">
                <a:solidFill>
                  <a:srgbClr val="3D3C38"/>
                </a:solidFill>
                <a:latin typeface="Arial"/>
              </a:rPr>
              <a:t>SSO authentication</a:t>
            </a:r>
          </a:p>
        </p:txBody>
      </p:sp>
      <p:sp>
        <p:nvSpPr>
          <p:cNvPr id="10" name="TextBox 9"/>
          <p:cNvSpPr txBox="1"/>
          <p:nvPr/>
        </p:nvSpPr>
        <p:spPr>
          <a:xfrm>
            <a:off x="804671" y="2633472"/>
            <a:ext cx="4562855" cy="-36575"/>
          </a:xfrm>
          <a:prstGeom prst="rect">
            <a:avLst/>
          </a:prstGeom>
          <a:noFill/>
        </p:spPr>
        <p:txBody>
          <a:bodyPr wrap="square" lIns="36576" rIns="36576" tIns="36576" bIns="36576" anchor="t">
            <a:normAutofit/>
          </a:bodyPr>
          <a:lstStyle/>
          <a:p>
            <a:pPr algn="l"/>
            <a:r>
              <a:rPr sz="850" b="0">
                <a:solidFill>
                  <a:srgbClr val="3D3C38"/>
                </a:solidFill>
                <a:latin typeface="Arial"/>
              </a:rPr>
              <a:t>Snowflake uses browser-based external authentication; credentials are session-managed.</a:t>
            </a:r>
          </a:p>
        </p:txBody>
      </p:sp>
      <p:sp>
        <p:nvSpPr>
          <p:cNvPr id="11" name="Rounded Rectangle 10"/>
          <p:cNvSpPr/>
          <p:nvPr/>
        </p:nvSpPr>
        <p:spPr>
          <a:xfrm>
            <a:off x="640080" y="2852927"/>
            <a:ext cx="4892040" cy="621792"/>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1" y="2980944"/>
            <a:ext cx="4562855" cy="320040"/>
          </a:xfrm>
          <a:prstGeom prst="rect">
            <a:avLst/>
          </a:prstGeom>
          <a:noFill/>
        </p:spPr>
        <p:txBody>
          <a:bodyPr wrap="none" lIns="36576" rIns="36576" tIns="36576" bIns="36576" anchor="t">
            <a:spAutoFit/>
          </a:bodyPr>
          <a:lstStyle/>
          <a:p>
            <a:pPr algn="l"/>
            <a:r>
              <a:rPr sz="1100" b="1">
                <a:solidFill>
                  <a:srgbClr val="3D3C38"/>
                </a:solidFill>
                <a:latin typeface="Arial"/>
              </a:rPr>
              <a:t>Secrets separation</a:t>
            </a:r>
          </a:p>
        </p:txBody>
      </p:sp>
      <p:sp>
        <p:nvSpPr>
          <p:cNvPr id="13" name="TextBox 12"/>
          <p:cNvSpPr txBox="1"/>
          <p:nvPr/>
        </p:nvSpPr>
        <p:spPr>
          <a:xfrm>
            <a:off x="804671" y="3383279"/>
            <a:ext cx="4562855" cy="-36575"/>
          </a:xfrm>
          <a:prstGeom prst="rect">
            <a:avLst/>
          </a:prstGeom>
          <a:noFill/>
        </p:spPr>
        <p:txBody>
          <a:bodyPr wrap="square" lIns="36576" rIns="36576" tIns="36576" bIns="36576" anchor="t">
            <a:normAutofit/>
          </a:bodyPr>
          <a:lstStyle/>
          <a:p>
            <a:pPr algn="l"/>
            <a:r>
              <a:rPr sz="850" b="0">
                <a:solidFill>
                  <a:srgbClr val="3D3C38"/>
                </a:solidFill>
                <a:latin typeface="Arial"/>
              </a:rPr>
              <a:t>Environment variables are used for keys and deployment configuration; .env is git-ignored.</a:t>
            </a:r>
          </a:p>
        </p:txBody>
      </p:sp>
      <p:sp>
        <p:nvSpPr>
          <p:cNvPr id="14" name="Rounded Rectangle 13"/>
          <p:cNvSpPr/>
          <p:nvPr/>
        </p:nvSpPr>
        <p:spPr>
          <a:xfrm>
            <a:off x="640080" y="3602735"/>
            <a:ext cx="4892040" cy="621792"/>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1" y="3730751"/>
            <a:ext cx="4562855" cy="320040"/>
          </a:xfrm>
          <a:prstGeom prst="rect">
            <a:avLst/>
          </a:prstGeom>
          <a:noFill/>
        </p:spPr>
        <p:txBody>
          <a:bodyPr wrap="none" lIns="36576" rIns="36576" tIns="36576" bIns="36576" anchor="t">
            <a:spAutoFit/>
          </a:bodyPr>
          <a:lstStyle/>
          <a:p>
            <a:pPr algn="l"/>
            <a:r>
              <a:rPr sz="1100" b="1">
                <a:solidFill>
                  <a:srgbClr val="3D3C38"/>
                </a:solidFill>
                <a:latin typeface="Arial"/>
              </a:rPr>
              <a:t>Session isolation</a:t>
            </a:r>
          </a:p>
        </p:txBody>
      </p:sp>
      <p:sp>
        <p:nvSpPr>
          <p:cNvPr id="16" name="TextBox 15"/>
          <p:cNvSpPr txBox="1"/>
          <p:nvPr/>
        </p:nvSpPr>
        <p:spPr>
          <a:xfrm>
            <a:off x="804671" y="4133087"/>
            <a:ext cx="4562855" cy="-36575"/>
          </a:xfrm>
          <a:prstGeom prst="rect">
            <a:avLst/>
          </a:prstGeom>
          <a:noFill/>
        </p:spPr>
        <p:txBody>
          <a:bodyPr wrap="square" lIns="36576" rIns="36576" tIns="36576" bIns="36576" anchor="t">
            <a:normAutofit/>
          </a:bodyPr>
          <a:lstStyle/>
          <a:p>
            <a:pPr algn="l"/>
            <a:r>
              <a:rPr sz="850" b="0">
                <a:solidFill>
                  <a:srgbClr val="3D3C38"/>
                </a:solidFill>
                <a:latin typeface="Arial"/>
              </a:rPr>
              <a:t>Analytical state is represented per session and supports TTL-based expiration.</a:t>
            </a:r>
          </a:p>
        </p:txBody>
      </p:sp>
      <p:sp>
        <p:nvSpPr>
          <p:cNvPr id="17" name="Rounded Rectangle 16"/>
          <p:cNvSpPr/>
          <p:nvPr/>
        </p:nvSpPr>
        <p:spPr>
          <a:xfrm>
            <a:off x="640080" y="4352544"/>
            <a:ext cx="4892040" cy="621792"/>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 y="4480559"/>
            <a:ext cx="4562855" cy="320040"/>
          </a:xfrm>
          <a:prstGeom prst="rect">
            <a:avLst/>
          </a:prstGeom>
          <a:noFill/>
        </p:spPr>
        <p:txBody>
          <a:bodyPr wrap="none" lIns="36576" rIns="36576" tIns="36576" bIns="36576" anchor="t">
            <a:spAutoFit/>
          </a:bodyPr>
          <a:lstStyle/>
          <a:p>
            <a:pPr algn="l"/>
            <a:r>
              <a:rPr sz="1100" b="1">
                <a:solidFill>
                  <a:srgbClr val="3D3C38"/>
                </a:solidFill>
                <a:latin typeface="Arial"/>
              </a:rPr>
              <a:t>Rate limiting</a:t>
            </a:r>
          </a:p>
        </p:txBody>
      </p:sp>
      <p:sp>
        <p:nvSpPr>
          <p:cNvPr id="19" name="TextBox 18"/>
          <p:cNvSpPr txBox="1"/>
          <p:nvPr/>
        </p:nvSpPr>
        <p:spPr>
          <a:xfrm>
            <a:off x="804671" y="4882896"/>
            <a:ext cx="4562855" cy="-36575"/>
          </a:xfrm>
          <a:prstGeom prst="rect">
            <a:avLst/>
          </a:prstGeom>
          <a:noFill/>
        </p:spPr>
        <p:txBody>
          <a:bodyPr wrap="square" lIns="36576" rIns="36576" tIns="36576" bIns="36576" anchor="t">
            <a:normAutofit/>
          </a:bodyPr>
          <a:lstStyle/>
          <a:p>
            <a:pPr algn="l"/>
            <a:r>
              <a:rPr sz="850" b="0">
                <a:solidFill>
                  <a:srgbClr val="3D3C38"/>
                </a:solidFill>
                <a:latin typeface="Arial"/>
              </a:rPr>
              <a:t>A dedicated rate-limit handler is included in the application.</a:t>
            </a:r>
          </a:p>
        </p:txBody>
      </p:sp>
      <p:sp>
        <p:nvSpPr>
          <p:cNvPr id="20" name="Rounded Rectangle 19"/>
          <p:cNvSpPr/>
          <p:nvPr/>
        </p:nvSpPr>
        <p:spPr>
          <a:xfrm>
            <a:off x="5806440" y="1691640"/>
            <a:ext cx="4892040" cy="310896"/>
          </a:xfrm>
          <a:prstGeom prst="roundRect">
            <a:avLst/>
          </a:prstGeom>
          <a:solidFill>
            <a:srgbClr val="EE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16168" y="1709928"/>
            <a:ext cx="4672583" cy="246888"/>
          </a:xfrm>
          <a:prstGeom prst="rect">
            <a:avLst/>
          </a:prstGeom>
          <a:noFill/>
        </p:spPr>
        <p:txBody>
          <a:bodyPr wrap="none" lIns="36576" rIns="36576" tIns="36576" bIns="36576" anchor="ctr">
            <a:spAutoFit/>
          </a:bodyPr>
          <a:lstStyle/>
          <a:p>
            <a:pPr algn="l"/>
            <a:r>
              <a:rPr sz="1000" b="1">
                <a:solidFill>
                  <a:srgbClr val="3D3C38"/>
                </a:solidFill>
                <a:latin typeface="Arial"/>
              </a:rPr>
              <a:t>PRODUCTION VALIDATION CHECKLIST</a:t>
            </a:r>
          </a:p>
        </p:txBody>
      </p:sp>
      <p:sp>
        <p:nvSpPr>
          <p:cNvPr id="22" name="TextBox 21"/>
          <p:cNvSpPr txBox="1"/>
          <p:nvPr/>
        </p:nvSpPr>
        <p:spPr>
          <a:xfrm>
            <a:off x="5989320" y="2148840"/>
            <a:ext cx="274320" cy="274320"/>
          </a:xfrm>
          <a:prstGeom prst="rect">
            <a:avLst/>
          </a:prstGeom>
          <a:noFill/>
        </p:spPr>
        <p:txBody>
          <a:bodyPr wrap="none" lIns="0" rIns="0" tIns="0" bIns="0" anchor="t">
            <a:spAutoFit/>
          </a:bodyPr>
          <a:lstStyle/>
          <a:p>
            <a:pPr algn="l"/>
            <a:r>
              <a:rPr sz="1300" b="1">
                <a:solidFill>
                  <a:srgbClr val="FF612B"/>
                </a:solidFill>
                <a:latin typeface="Arial"/>
              </a:rPr>
              <a:t>✓</a:t>
            </a:r>
          </a:p>
        </p:txBody>
      </p:sp>
      <p:sp>
        <p:nvSpPr>
          <p:cNvPr id="23" name="TextBox 22"/>
          <p:cNvSpPr txBox="1"/>
          <p:nvPr/>
        </p:nvSpPr>
        <p:spPr>
          <a:xfrm>
            <a:off x="6355080" y="2148840"/>
            <a:ext cx="4069080" cy="365760"/>
          </a:xfrm>
          <a:prstGeom prst="rect">
            <a:avLst/>
          </a:prstGeom>
          <a:noFill/>
        </p:spPr>
        <p:txBody>
          <a:bodyPr wrap="none" lIns="36576" rIns="36576" tIns="36576" bIns="36576" anchor="t">
            <a:spAutoFit/>
          </a:bodyPr>
          <a:lstStyle/>
          <a:p>
            <a:pPr algn="l"/>
            <a:r>
              <a:rPr sz="1100" b="1">
                <a:solidFill>
                  <a:srgbClr val="3D3C38"/>
                </a:solidFill>
                <a:latin typeface="Arial"/>
              </a:rPr>
              <a:t>Validate production access controls</a:t>
            </a:r>
          </a:p>
        </p:txBody>
      </p:sp>
      <p:sp>
        <p:nvSpPr>
          <p:cNvPr id="24" name="TextBox 23"/>
          <p:cNvSpPr txBox="1"/>
          <p:nvPr/>
        </p:nvSpPr>
        <p:spPr>
          <a:xfrm>
            <a:off x="5989320" y="2898648"/>
            <a:ext cx="274320" cy="274320"/>
          </a:xfrm>
          <a:prstGeom prst="rect">
            <a:avLst/>
          </a:prstGeom>
          <a:noFill/>
        </p:spPr>
        <p:txBody>
          <a:bodyPr wrap="none" lIns="0" rIns="0" tIns="0" bIns="0" anchor="t">
            <a:spAutoFit/>
          </a:bodyPr>
          <a:lstStyle/>
          <a:p>
            <a:pPr algn="l"/>
            <a:r>
              <a:rPr sz="1300" b="1">
                <a:solidFill>
                  <a:srgbClr val="FF612B"/>
                </a:solidFill>
                <a:latin typeface="Arial"/>
              </a:rPr>
              <a:t>✓</a:t>
            </a:r>
          </a:p>
        </p:txBody>
      </p:sp>
      <p:sp>
        <p:nvSpPr>
          <p:cNvPr id="25" name="TextBox 24"/>
          <p:cNvSpPr txBox="1"/>
          <p:nvPr/>
        </p:nvSpPr>
        <p:spPr>
          <a:xfrm>
            <a:off x="6355080" y="2898648"/>
            <a:ext cx="4069080" cy="365760"/>
          </a:xfrm>
          <a:prstGeom prst="rect">
            <a:avLst/>
          </a:prstGeom>
          <a:noFill/>
        </p:spPr>
        <p:txBody>
          <a:bodyPr wrap="none" lIns="36576" rIns="36576" tIns="36576" bIns="36576" anchor="t">
            <a:spAutoFit/>
          </a:bodyPr>
          <a:lstStyle/>
          <a:p>
            <a:pPr algn="l"/>
            <a:r>
              <a:rPr sz="1100" b="1">
                <a:solidFill>
                  <a:srgbClr val="3D3C38"/>
                </a:solidFill>
                <a:latin typeface="Arial"/>
              </a:rPr>
              <a:t>Validate audit requirements</a:t>
            </a:r>
          </a:p>
        </p:txBody>
      </p:sp>
      <p:sp>
        <p:nvSpPr>
          <p:cNvPr id="26" name="TextBox 25"/>
          <p:cNvSpPr txBox="1"/>
          <p:nvPr/>
        </p:nvSpPr>
        <p:spPr>
          <a:xfrm>
            <a:off x="5989320" y="3648456"/>
            <a:ext cx="274320" cy="274320"/>
          </a:xfrm>
          <a:prstGeom prst="rect">
            <a:avLst/>
          </a:prstGeom>
          <a:noFill/>
        </p:spPr>
        <p:txBody>
          <a:bodyPr wrap="none" lIns="0" rIns="0" tIns="0" bIns="0" anchor="t">
            <a:spAutoFit/>
          </a:bodyPr>
          <a:lstStyle/>
          <a:p>
            <a:pPr algn="l"/>
            <a:r>
              <a:rPr sz="1300" b="1">
                <a:solidFill>
                  <a:srgbClr val="FF612B"/>
                </a:solidFill>
                <a:latin typeface="Arial"/>
              </a:rPr>
              <a:t>✓</a:t>
            </a:r>
          </a:p>
        </p:txBody>
      </p:sp>
      <p:sp>
        <p:nvSpPr>
          <p:cNvPr id="27" name="TextBox 26"/>
          <p:cNvSpPr txBox="1"/>
          <p:nvPr/>
        </p:nvSpPr>
        <p:spPr>
          <a:xfrm>
            <a:off x="6355080" y="3648456"/>
            <a:ext cx="4069080" cy="365760"/>
          </a:xfrm>
          <a:prstGeom prst="rect">
            <a:avLst/>
          </a:prstGeom>
          <a:noFill/>
        </p:spPr>
        <p:txBody>
          <a:bodyPr wrap="none" lIns="36576" rIns="36576" tIns="36576" bIns="36576" anchor="t">
            <a:spAutoFit/>
          </a:bodyPr>
          <a:lstStyle/>
          <a:p>
            <a:pPr algn="l"/>
            <a:r>
              <a:rPr sz="1100" b="1">
                <a:solidFill>
                  <a:srgbClr val="3D3C38"/>
                </a:solidFill>
                <a:latin typeface="Arial"/>
              </a:rPr>
              <a:t>Protect PHI / sensitive data</a:t>
            </a:r>
          </a:p>
        </p:txBody>
      </p:sp>
      <p:sp>
        <p:nvSpPr>
          <p:cNvPr id="28" name="TextBox 27"/>
          <p:cNvSpPr txBox="1"/>
          <p:nvPr/>
        </p:nvSpPr>
        <p:spPr>
          <a:xfrm>
            <a:off x="5989320" y="4398264"/>
            <a:ext cx="274320" cy="274320"/>
          </a:xfrm>
          <a:prstGeom prst="rect">
            <a:avLst/>
          </a:prstGeom>
          <a:noFill/>
        </p:spPr>
        <p:txBody>
          <a:bodyPr wrap="none" lIns="0" rIns="0" tIns="0" bIns="0" anchor="t">
            <a:spAutoFit/>
          </a:bodyPr>
          <a:lstStyle/>
          <a:p>
            <a:pPr algn="l"/>
            <a:r>
              <a:rPr sz="1300" b="1">
                <a:solidFill>
                  <a:srgbClr val="FF612B"/>
                </a:solidFill>
                <a:latin typeface="Arial"/>
              </a:rPr>
              <a:t>✓</a:t>
            </a:r>
          </a:p>
        </p:txBody>
      </p:sp>
      <p:sp>
        <p:nvSpPr>
          <p:cNvPr id="29" name="TextBox 28"/>
          <p:cNvSpPr txBox="1"/>
          <p:nvPr/>
        </p:nvSpPr>
        <p:spPr>
          <a:xfrm>
            <a:off x="6355080" y="4398264"/>
            <a:ext cx="4069080" cy="365760"/>
          </a:xfrm>
          <a:prstGeom prst="rect">
            <a:avLst/>
          </a:prstGeom>
          <a:noFill/>
        </p:spPr>
        <p:txBody>
          <a:bodyPr wrap="none" lIns="36576" rIns="36576" tIns="36576" bIns="36576" anchor="t">
            <a:spAutoFit/>
          </a:bodyPr>
          <a:lstStyle/>
          <a:p>
            <a:pPr algn="l"/>
            <a:r>
              <a:rPr sz="1100" b="1">
                <a:solidFill>
                  <a:srgbClr val="3D3C38"/>
                </a:solidFill>
                <a:latin typeface="Arial"/>
              </a:rPr>
              <a:t>Operational readiness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18288" rIns="18288"/>
          <a:lstStyle/>
          <a:p>
            <a:r>
              <a:rPr sz="2800" b="0">
                <a:solidFill>
                  <a:srgbClr val="3D3C38"/>
                </a:solidFill>
                <a:latin typeface="Arial"/>
              </a:rPr>
              <a:t>Operating Model &amp; Deployment</a:t>
            </a:r>
          </a:p>
        </p:txBody>
      </p:sp>
      <p:sp>
        <p:nvSpPr>
          <p:cNvPr id="3" name="Text Placeholder 2"/>
          <p:cNvSpPr>
            <a:spLocks noGrp="1"/>
          </p:cNvSpPr>
          <p:nvPr>
            <p:ph type="body"/>
          </p:nvPr>
        </p:nvSpPr>
        <p:spPr/>
        <p:txBody>
          <a:bodyPr/>
          <a:lstStyle/>
          <a:p/>
        </p:txBody>
      </p:sp>
      <p:sp>
        <p:nvSpPr>
          <p:cNvPr id="4" name="TextBox 3"/>
          <p:cNvSpPr txBox="1"/>
          <p:nvPr/>
        </p:nvSpPr>
        <p:spPr>
          <a:xfrm>
            <a:off x="594360" y="932688"/>
            <a:ext cx="2286000" cy="256032"/>
          </a:xfrm>
          <a:prstGeom prst="rect">
            <a:avLst/>
          </a:prstGeom>
          <a:noFill/>
        </p:spPr>
        <p:txBody>
          <a:bodyPr wrap="none" lIns="36576" rIns="36576" tIns="36576" bIns="36576" anchor="t">
            <a:spAutoFit/>
          </a:bodyPr>
          <a:lstStyle/>
          <a:p>
            <a:pPr algn="l"/>
            <a:r>
              <a:rPr sz="1000" b="1">
                <a:solidFill>
                  <a:srgbClr val="FF612B"/>
                </a:solidFill>
                <a:latin typeface="Arial"/>
              </a:rPr>
              <a:t>OPERATIONS</a:t>
            </a:r>
          </a:p>
        </p:txBody>
      </p:sp>
      <p:sp>
        <p:nvSpPr>
          <p:cNvPr id="5" name="TextBox 4"/>
          <p:cNvSpPr txBox="1"/>
          <p:nvPr/>
        </p:nvSpPr>
        <p:spPr>
          <a:xfrm>
            <a:off x="594360" y="1143000"/>
            <a:ext cx="9875520" cy="438912"/>
          </a:xfrm>
          <a:prstGeom prst="rect">
            <a:avLst/>
          </a:prstGeom>
          <a:noFill/>
        </p:spPr>
        <p:txBody>
          <a:bodyPr wrap="square" lIns="36576" rIns="36576" tIns="36576" bIns="36576" anchor="t">
            <a:normAutofit/>
          </a:bodyPr>
          <a:lstStyle/>
          <a:p>
            <a:pPr algn="l"/>
            <a:r>
              <a:rPr sz="1300" b="0">
                <a:solidFill>
                  <a:srgbClr val="8A8780"/>
                </a:solidFill>
                <a:latin typeface="Arial"/>
              </a:rPr>
              <a:t>Designed to run as a web application with API services and cloud data platforms.</a:t>
            </a:r>
          </a:p>
        </p:txBody>
      </p:sp>
      <p:sp>
        <p:nvSpPr>
          <p:cNvPr id="6" name="Rounded Rectangle 5"/>
          <p:cNvSpPr/>
          <p:nvPr/>
        </p:nvSpPr>
        <p:spPr>
          <a:xfrm>
            <a:off x="640080" y="1783080"/>
            <a:ext cx="2331720" cy="182880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 y="1911095"/>
            <a:ext cx="2002536" cy="320040"/>
          </a:xfrm>
          <a:prstGeom prst="rect">
            <a:avLst/>
          </a:prstGeom>
          <a:noFill/>
        </p:spPr>
        <p:txBody>
          <a:bodyPr wrap="none" lIns="36576" rIns="36576" tIns="36576" bIns="36576" anchor="t">
            <a:spAutoFit/>
          </a:bodyPr>
          <a:lstStyle/>
          <a:p>
            <a:pPr algn="l"/>
            <a:r>
              <a:rPr sz="1300" b="1">
                <a:solidFill>
                  <a:srgbClr val="3D3C38"/>
                </a:solidFill>
                <a:latin typeface="Arial"/>
              </a:rPr>
              <a:t>Experience</a:t>
            </a:r>
          </a:p>
        </p:txBody>
      </p:sp>
      <p:sp>
        <p:nvSpPr>
          <p:cNvPr id="8" name="TextBox 7"/>
          <p:cNvSpPr txBox="1"/>
          <p:nvPr/>
        </p:nvSpPr>
        <p:spPr>
          <a:xfrm>
            <a:off x="804671" y="2313432"/>
            <a:ext cx="2002536" cy="1170432"/>
          </a:xfrm>
          <a:prstGeom prst="rect">
            <a:avLst/>
          </a:prstGeom>
          <a:noFill/>
        </p:spPr>
        <p:txBody>
          <a:bodyPr wrap="square" lIns="36576" rIns="36576" tIns="36576" bIns="36576" anchor="t">
            <a:normAutofit/>
          </a:bodyPr>
          <a:lstStyle/>
          <a:p>
            <a:pPr algn="l"/>
            <a:r>
              <a:rPr sz="1100" b="0">
                <a:solidFill>
                  <a:srgbClr val="3D3C38"/>
                </a:solidFill>
                <a:latin typeface="Arial"/>
              </a:rPr>
              <a:t>Browser UI
Flask proxy
Session handling</a:t>
            </a:r>
          </a:p>
        </p:txBody>
      </p:sp>
      <p:sp>
        <p:nvSpPr>
          <p:cNvPr id="9" name="Rounded Rectangle 8"/>
          <p:cNvSpPr/>
          <p:nvPr/>
        </p:nvSpPr>
        <p:spPr>
          <a:xfrm>
            <a:off x="3246120" y="1783080"/>
            <a:ext cx="2331720" cy="182880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10712" y="1911095"/>
            <a:ext cx="2002536" cy="320040"/>
          </a:xfrm>
          <a:prstGeom prst="rect">
            <a:avLst/>
          </a:prstGeom>
          <a:noFill/>
        </p:spPr>
        <p:txBody>
          <a:bodyPr wrap="none" lIns="36576" rIns="36576" tIns="36576" bIns="36576" anchor="t">
            <a:spAutoFit/>
          </a:bodyPr>
          <a:lstStyle/>
          <a:p>
            <a:pPr algn="l"/>
            <a:r>
              <a:rPr sz="1300" b="1">
                <a:solidFill>
                  <a:srgbClr val="3D3C38"/>
                </a:solidFill>
                <a:latin typeface="Arial"/>
              </a:rPr>
              <a:t>Application services</a:t>
            </a:r>
          </a:p>
        </p:txBody>
      </p:sp>
      <p:sp>
        <p:nvSpPr>
          <p:cNvPr id="11" name="TextBox 10"/>
          <p:cNvSpPr txBox="1"/>
          <p:nvPr/>
        </p:nvSpPr>
        <p:spPr>
          <a:xfrm>
            <a:off x="3410712" y="2313432"/>
            <a:ext cx="2002536" cy="1170432"/>
          </a:xfrm>
          <a:prstGeom prst="rect">
            <a:avLst/>
          </a:prstGeom>
          <a:noFill/>
        </p:spPr>
        <p:txBody>
          <a:bodyPr wrap="square" lIns="36576" rIns="36576" tIns="36576" bIns="36576" anchor="t">
            <a:normAutofit/>
          </a:bodyPr>
          <a:lstStyle/>
          <a:p>
            <a:pPr algn="l"/>
            <a:r>
              <a:rPr sz="1100" b="0">
                <a:solidFill>
                  <a:srgbClr val="3D3C38"/>
                </a:solidFill>
                <a:latin typeface="Arial"/>
              </a:rPr>
              <a:t>REST API
AI / query handlers
Background workers</a:t>
            </a:r>
          </a:p>
        </p:txBody>
      </p:sp>
      <p:sp>
        <p:nvSpPr>
          <p:cNvPr id="12" name="Rounded Rectangle 11"/>
          <p:cNvSpPr/>
          <p:nvPr/>
        </p:nvSpPr>
        <p:spPr>
          <a:xfrm>
            <a:off x="5852160" y="1783080"/>
            <a:ext cx="2331720" cy="182880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16752" y="1911095"/>
            <a:ext cx="2002536" cy="320040"/>
          </a:xfrm>
          <a:prstGeom prst="rect">
            <a:avLst/>
          </a:prstGeom>
          <a:noFill/>
        </p:spPr>
        <p:txBody>
          <a:bodyPr wrap="none" lIns="36576" rIns="36576" tIns="36576" bIns="36576" anchor="t">
            <a:spAutoFit/>
          </a:bodyPr>
          <a:lstStyle/>
          <a:p>
            <a:pPr algn="l"/>
            <a:r>
              <a:rPr sz="1300" b="1">
                <a:solidFill>
                  <a:srgbClr val="3D3C38"/>
                </a:solidFill>
                <a:latin typeface="Arial"/>
              </a:rPr>
              <a:t>Platform services</a:t>
            </a:r>
          </a:p>
        </p:txBody>
      </p:sp>
      <p:sp>
        <p:nvSpPr>
          <p:cNvPr id="14" name="TextBox 13"/>
          <p:cNvSpPr txBox="1"/>
          <p:nvPr/>
        </p:nvSpPr>
        <p:spPr>
          <a:xfrm>
            <a:off x="6016752" y="2313432"/>
            <a:ext cx="2002536" cy="1170432"/>
          </a:xfrm>
          <a:prstGeom prst="rect">
            <a:avLst/>
          </a:prstGeom>
          <a:noFill/>
        </p:spPr>
        <p:txBody>
          <a:bodyPr wrap="square" lIns="36576" rIns="36576" tIns="36576" bIns="36576" anchor="t">
            <a:normAutofit/>
          </a:bodyPr>
          <a:lstStyle/>
          <a:p>
            <a:pPr algn="l"/>
            <a:r>
              <a:rPr sz="1100" b="0">
                <a:solidFill>
                  <a:srgbClr val="3D3C38"/>
                </a:solidFill>
                <a:latin typeface="Arial"/>
              </a:rPr>
              <a:t>Redis
FAISS / RAG
Local analytics engines</a:t>
            </a:r>
          </a:p>
        </p:txBody>
      </p:sp>
      <p:sp>
        <p:nvSpPr>
          <p:cNvPr id="15" name="Rounded Rectangle 14"/>
          <p:cNvSpPr/>
          <p:nvPr/>
        </p:nvSpPr>
        <p:spPr>
          <a:xfrm>
            <a:off x="8458200" y="1783080"/>
            <a:ext cx="2331720" cy="182880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22792" y="1911095"/>
            <a:ext cx="2002536" cy="320040"/>
          </a:xfrm>
          <a:prstGeom prst="rect">
            <a:avLst/>
          </a:prstGeom>
          <a:noFill/>
        </p:spPr>
        <p:txBody>
          <a:bodyPr wrap="none" lIns="36576" rIns="36576" tIns="36576" bIns="36576" anchor="t">
            <a:spAutoFit/>
          </a:bodyPr>
          <a:lstStyle/>
          <a:p>
            <a:pPr algn="l"/>
            <a:r>
              <a:rPr sz="1300" b="1">
                <a:solidFill>
                  <a:srgbClr val="3D3C38"/>
                </a:solidFill>
                <a:latin typeface="Arial"/>
              </a:rPr>
              <a:t>Enterprise data</a:t>
            </a:r>
          </a:p>
        </p:txBody>
      </p:sp>
      <p:sp>
        <p:nvSpPr>
          <p:cNvPr id="17" name="TextBox 16"/>
          <p:cNvSpPr txBox="1"/>
          <p:nvPr/>
        </p:nvSpPr>
        <p:spPr>
          <a:xfrm>
            <a:off x="8622792" y="2313432"/>
            <a:ext cx="2002536" cy="1170432"/>
          </a:xfrm>
          <a:prstGeom prst="rect">
            <a:avLst/>
          </a:prstGeom>
          <a:noFill/>
        </p:spPr>
        <p:txBody>
          <a:bodyPr wrap="square" lIns="36576" rIns="36576" tIns="36576" bIns="36576" anchor="t">
            <a:normAutofit/>
          </a:bodyPr>
          <a:lstStyle/>
          <a:p>
            <a:pPr algn="l"/>
            <a:r>
              <a:rPr sz="1100" b="0">
                <a:solidFill>
                  <a:srgbClr val="3D3C38"/>
                </a:solidFill>
                <a:latin typeface="Arial"/>
              </a:rPr>
              <a:t>Snowflake
Databricks / Unity Catalog</a:t>
            </a:r>
          </a:p>
        </p:txBody>
      </p:sp>
      <p:cxnSp>
        <p:nvCxnSpPr>
          <p:cNvPr id="18" name="Connector 17"/>
          <p:cNvCxnSpPr/>
          <p:nvPr/>
        </p:nvCxnSpPr>
        <p:spPr>
          <a:xfrm>
            <a:off x="2971800" y="2697480"/>
            <a:ext cx="210312" cy="0"/>
          </a:xfrm>
          <a:prstGeom prst="line">
            <a:avLst/>
          </a:prstGeom>
          <a:ln w="25400">
            <a:solidFill>
              <a:srgbClr val="FF612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577840" y="2697480"/>
            <a:ext cx="210312" cy="0"/>
          </a:xfrm>
          <a:prstGeom prst="line">
            <a:avLst/>
          </a:prstGeom>
          <a:ln w="25400">
            <a:solidFill>
              <a:srgbClr val="FF612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183879" y="2697480"/>
            <a:ext cx="210313" cy="0"/>
          </a:xfrm>
          <a:prstGeom prst="line">
            <a:avLst/>
          </a:prstGeom>
          <a:ln w="25400">
            <a:solidFill>
              <a:srgbClr val="FF612B"/>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40080" y="3977639"/>
            <a:ext cx="10424160" cy="310896"/>
          </a:xfrm>
          <a:prstGeom prst="roundRect">
            <a:avLst/>
          </a:prstGeom>
          <a:solidFill>
            <a:srgbClr val="EE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3995927"/>
            <a:ext cx="10204704" cy="246888"/>
          </a:xfrm>
          <a:prstGeom prst="rect">
            <a:avLst/>
          </a:prstGeom>
          <a:noFill/>
        </p:spPr>
        <p:txBody>
          <a:bodyPr wrap="none" lIns="36576" rIns="36576" tIns="36576" bIns="36576" anchor="ctr">
            <a:spAutoFit/>
          </a:bodyPr>
          <a:lstStyle/>
          <a:p>
            <a:pPr algn="l"/>
            <a:r>
              <a:rPr sz="1000" b="1">
                <a:solidFill>
                  <a:srgbClr val="3D3C38"/>
                </a:solidFill>
                <a:latin typeface="Arial"/>
              </a:rPr>
              <a:t>DEPLOYMENT OPTIONS REPRESENTED IN THE CODEBASE</a:t>
            </a:r>
          </a:p>
        </p:txBody>
      </p:sp>
      <p:sp>
        <p:nvSpPr>
          <p:cNvPr id="23" name="Rounded Rectangle 22"/>
          <p:cNvSpPr/>
          <p:nvPr/>
        </p:nvSpPr>
        <p:spPr>
          <a:xfrm>
            <a:off x="640080" y="4434840"/>
            <a:ext cx="4892040" cy="114300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1" y="4562855"/>
            <a:ext cx="4562855" cy="320040"/>
          </a:xfrm>
          <a:prstGeom prst="rect">
            <a:avLst/>
          </a:prstGeom>
          <a:noFill/>
        </p:spPr>
        <p:txBody>
          <a:bodyPr wrap="none" lIns="36576" rIns="36576" tIns="36576" bIns="36576" anchor="t">
            <a:spAutoFit/>
          </a:bodyPr>
          <a:lstStyle/>
          <a:p>
            <a:pPr algn="l"/>
            <a:r>
              <a:rPr sz="1300" b="1">
                <a:solidFill>
                  <a:srgbClr val="3D3C38"/>
                </a:solidFill>
                <a:latin typeface="Arial"/>
              </a:rPr>
              <a:t>Local / web</a:t>
            </a:r>
          </a:p>
        </p:txBody>
      </p:sp>
      <p:sp>
        <p:nvSpPr>
          <p:cNvPr id="25" name="TextBox 24"/>
          <p:cNvSpPr txBox="1"/>
          <p:nvPr/>
        </p:nvSpPr>
        <p:spPr>
          <a:xfrm>
            <a:off x="804671" y="4965192"/>
            <a:ext cx="4562855" cy="484632"/>
          </a:xfrm>
          <a:prstGeom prst="rect">
            <a:avLst/>
          </a:prstGeom>
          <a:noFill/>
        </p:spPr>
        <p:txBody>
          <a:bodyPr wrap="square" lIns="36576" rIns="36576" tIns="36576" bIns="36576" anchor="t">
            <a:normAutofit/>
          </a:bodyPr>
          <a:lstStyle/>
          <a:p>
            <a:pPr algn="l"/>
            <a:r>
              <a:rPr sz="1000" b="0">
                <a:solidFill>
                  <a:srgbClr val="3D3C38"/>
                </a:solidFill>
                <a:latin typeface="Arial"/>
              </a:rPr>
              <a:t>Docker Compose for local stack execution • Gunicorn startup configuration</a:t>
            </a:r>
          </a:p>
        </p:txBody>
      </p:sp>
      <p:sp>
        <p:nvSpPr>
          <p:cNvPr id="26" name="Rounded Rectangle 25"/>
          <p:cNvSpPr/>
          <p:nvPr/>
        </p:nvSpPr>
        <p:spPr>
          <a:xfrm>
            <a:off x="5806440" y="4434840"/>
            <a:ext cx="4892040" cy="1143000"/>
          </a:xfrm>
          <a:prstGeom prst="roundRect">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71031" y="4562855"/>
            <a:ext cx="4562855" cy="320040"/>
          </a:xfrm>
          <a:prstGeom prst="rect">
            <a:avLst/>
          </a:prstGeom>
          <a:noFill/>
        </p:spPr>
        <p:txBody>
          <a:bodyPr wrap="none" lIns="36576" rIns="36576" tIns="36576" bIns="36576" anchor="t">
            <a:spAutoFit/>
          </a:bodyPr>
          <a:lstStyle/>
          <a:p>
            <a:pPr algn="l"/>
            <a:r>
              <a:rPr sz="1300" b="1">
                <a:solidFill>
                  <a:srgbClr val="3D3C38"/>
                </a:solidFill>
                <a:latin typeface="Arial"/>
              </a:rPr>
              <a:t>Azure patterns</a:t>
            </a:r>
          </a:p>
        </p:txBody>
      </p:sp>
      <p:sp>
        <p:nvSpPr>
          <p:cNvPr id="28" name="TextBox 27"/>
          <p:cNvSpPr txBox="1"/>
          <p:nvPr/>
        </p:nvSpPr>
        <p:spPr>
          <a:xfrm>
            <a:off x="5971031" y="4965192"/>
            <a:ext cx="4562855" cy="484632"/>
          </a:xfrm>
          <a:prstGeom prst="rect">
            <a:avLst/>
          </a:prstGeom>
          <a:noFill/>
        </p:spPr>
        <p:txBody>
          <a:bodyPr wrap="square" lIns="36576" rIns="36576" tIns="36576" bIns="36576" anchor="t">
            <a:normAutofit/>
          </a:bodyPr>
          <a:lstStyle/>
          <a:p>
            <a:pPr algn="l"/>
            <a:r>
              <a:rPr sz="1000" b="0">
                <a:solidFill>
                  <a:srgbClr val="3D3C38"/>
                </a:solidFill>
                <a:latin typeface="Arial"/>
              </a:rPr>
              <a:t>AKS deployment pattern with Secrets / ConfigMaps • Azure App Service startup path</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18288" rIns="18288"/>
          <a:lstStyle/>
          <a:p>
            <a:r>
              <a:rPr sz="2800" b="0">
                <a:solidFill>
                  <a:srgbClr val="3D3C38"/>
                </a:solidFill>
                <a:latin typeface="Arial"/>
              </a:rPr>
              <a:t>Recommended Next Steps</a:t>
            </a:r>
          </a:p>
        </p:txBody>
      </p:sp>
      <p:sp>
        <p:nvSpPr>
          <p:cNvPr id="3" name="Text Placeholder 2"/>
          <p:cNvSpPr>
            <a:spLocks noGrp="1"/>
          </p:cNvSpPr>
          <p:nvPr>
            <p:ph type="body"/>
          </p:nvPr>
        </p:nvSpPr>
        <p:spPr/>
        <p:txBody>
          <a:bodyPr/>
          <a:lstStyle/>
          <a:p/>
        </p:txBody>
      </p:sp>
      <p:sp>
        <p:nvSpPr>
          <p:cNvPr id="4" name="TextBox 3"/>
          <p:cNvSpPr txBox="1"/>
          <p:nvPr/>
        </p:nvSpPr>
        <p:spPr>
          <a:xfrm>
            <a:off x="594360" y="932688"/>
            <a:ext cx="2286000" cy="256032"/>
          </a:xfrm>
          <a:prstGeom prst="rect">
            <a:avLst/>
          </a:prstGeom>
          <a:noFill/>
        </p:spPr>
        <p:txBody>
          <a:bodyPr wrap="none" lIns="36576" rIns="36576" tIns="36576" bIns="36576" anchor="t">
            <a:spAutoFit/>
          </a:bodyPr>
          <a:lstStyle/>
          <a:p>
            <a:pPr algn="l"/>
            <a:r>
              <a:rPr sz="1000" b="1">
                <a:solidFill>
                  <a:srgbClr val="FF612B"/>
                </a:solidFill>
                <a:latin typeface="Arial"/>
              </a:rPr>
              <a:t>NEXT</a:t>
            </a:r>
          </a:p>
        </p:txBody>
      </p:sp>
      <p:sp>
        <p:nvSpPr>
          <p:cNvPr id="5" name="TextBox 4"/>
          <p:cNvSpPr txBox="1"/>
          <p:nvPr/>
        </p:nvSpPr>
        <p:spPr>
          <a:xfrm>
            <a:off x="594360" y="1143000"/>
            <a:ext cx="9875520" cy="438912"/>
          </a:xfrm>
          <a:prstGeom prst="rect">
            <a:avLst/>
          </a:prstGeom>
          <a:noFill/>
        </p:spPr>
        <p:txBody>
          <a:bodyPr wrap="square" lIns="36576" rIns="36576" tIns="36576" bIns="36576" anchor="t">
            <a:normAutofit/>
          </a:bodyPr>
          <a:lstStyle/>
          <a:p>
            <a:pPr algn="l"/>
            <a:r>
              <a:rPr sz="1300" b="0">
                <a:solidFill>
                  <a:srgbClr val="8A8780"/>
                </a:solidFill>
                <a:latin typeface="Arial"/>
              </a:rPr>
              <a:t>A practical path from a capable platform to a measurable business product.</a:t>
            </a:r>
          </a:p>
        </p:txBody>
      </p:sp>
      <p:sp>
        <p:nvSpPr>
          <p:cNvPr id="6" name="Rounded Rectangle 5"/>
          <p:cNvSpPr/>
          <p:nvPr/>
        </p:nvSpPr>
        <p:spPr>
          <a:xfrm>
            <a:off x="640080" y="1783080"/>
            <a:ext cx="1874519" cy="2514600"/>
          </a:xfrm>
          <a:prstGeom prst="roundRect">
            <a:avLst/>
          </a:prstGeom>
          <a:solidFill>
            <a:srgbClr val="FFFFFF"/>
          </a:solidFill>
          <a:ln>
            <a:solidFill>
              <a:srgbClr val="EEE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38528"/>
            <a:ext cx="1581912" cy="320040"/>
          </a:xfrm>
          <a:prstGeom prst="rect">
            <a:avLst/>
          </a:prstGeom>
          <a:noFill/>
        </p:spPr>
        <p:txBody>
          <a:bodyPr wrap="none" lIns="36576" rIns="36576" tIns="36576" bIns="36576" anchor="t">
            <a:spAutoFit/>
          </a:bodyPr>
          <a:lstStyle/>
          <a:p>
            <a:pPr algn="l"/>
            <a:r>
              <a:rPr sz="1300" b="1">
                <a:solidFill>
                  <a:srgbClr val="FF612B"/>
                </a:solidFill>
                <a:latin typeface="Arial"/>
              </a:rPr>
              <a:t>01</a:t>
            </a:r>
          </a:p>
        </p:txBody>
      </p:sp>
      <p:sp>
        <p:nvSpPr>
          <p:cNvPr id="8" name="TextBox 7"/>
          <p:cNvSpPr txBox="1"/>
          <p:nvPr/>
        </p:nvSpPr>
        <p:spPr>
          <a:xfrm>
            <a:off x="786384" y="2359152"/>
            <a:ext cx="1581912" cy="502920"/>
          </a:xfrm>
          <a:prstGeom prst="rect">
            <a:avLst/>
          </a:prstGeom>
          <a:noFill/>
        </p:spPr>
        <p:txBody>
          <a:bodyPr wrap="none" lIns="36576" rIns="36576" tIns="36576" bIns="36576" anchor="t">
            <a:spAutoFit/>
          </a:bodyPr>
          <a:lstStyle/>
          <a:p>
            <a:pPr algn="l"/>
            <a:r>
              <a:rPr sz="1400" b="1">
                <a:solidFill>
                  <a:srgbClr val="3D3C38"/>
                </a:solidFill>
                <a:latin typeface="Arial"/>
              </a:rPr>
              <a:t>Measure</a:t>
            </a:r>
          </a:p>
        </p:txBody>
      </p:sp>
      <p:sp>
        <p:nvSpPr>
          <p:cNvPr id="9" name="TextBox 8"/>
          <p:cNvSpPr txBox="1"/>
          <p:nvPr/>
        </p:nvSpPr>
        <p:spPr>
          <a:xfrm>
            <a:off x="786384" y="2971800"/>
            <a:ext cx="1581912" cy="1051560"/>
          </a:xfrm>
          <a:prstGeom prst="rect">
            <a:avLst/>
          </a:prstGeom>
          <a:noFill/>
        </p:spPr>
        <p:txBody>
          <a:bodyPr wrap="square" lIns="36576" rIns="36576" tIns="36576" bIns="36576" anchor="t">
            <a:normAutofit/>
          </a:bodyPr>
          <a:lstStyle/>
          <a:p>
            <a:pPr algn="l"/>
            <a:r>
              <a:rPr sz="950" b="0">
                <a:solidFill>
                  <a:srgbClr val="3D3C38"/>
                </a:solidFill>
                <a:latin typeface="Arial"/>
              </a:rPr>
              <a:t>Baseline search latency, query latency, user effort and repeat-query rates.</a:t>
            </a:r>
          </a:p>
        </p:txBody>
      </p:sp>
      <p:sp>
        <p:nvSpPr>
          <p:cNvPr id="10" name="Rounded Rectangle 9"/>
          <p:cNvSpPr/>
          <p:nvPr/>
        </p:nvSpPr>
        <p:spPr>
          <a:xfrm>
            <a:off x="2715768" y="1783080"/>
            <a:ext cx="1874519" cy="2514600"/>
          </a:xfrm>
          <a:prstGeom prst="roundRect">
            <a:avLst/>
          </a:prstGeom>
          <a:solidFill>
            <a:srgbClr val="FFFFFF"/>
          </a:solidFill>
          <a:ln>
            <a:solidFill>
              <a:srgbClr val="EEE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62072" y="1938528"/>
            <a:ext cx="1581912" cy="320040"/>
          </a:xfrm>
          <a:prstGeom prst="rect">
            <a:avLst/>
          </a:prstGeom>
          <a:noFill/>
        </p:spPr>
        <p:txBody>
          <a:bodyPr wrap="none" lIns="36576" rIns="36576" tIns="36576" bIns="36576" anchor="t">
            <a:spAutoFit/>
          </a:bodyPr>
          <a:lstStyle/>
          <a:p>
            <a:pPr algn="l"/>
            <a:r>
              <a:rPr sz="1300" b="1">
                <a:solidFill>
                  <a:srgbClr val="FF612B"/>
                </a:solidFill>
                <a:latin typeface="Arial"/>
              </a:rPr>
              <a:t>02</a:t>
            </a:r>
          </a:p>
        </p:txBody>
      </p:sp>
      <p:sp>
        <p:nvSpPr>
          <p:cNvPr id="12" name="TextBox 11"/>
          <p:cNvSpPr txBox="1"/>
          <p:nvPr/>
        </p:nvSpPr>
        <p:spPr>
          <a:xfrm>
            <a:off x="2862072" y="2359152"/>
            <a:ext cx="1581912" cy="502920"/>
          </a:xfrm>
          <a:prstGeom prst="rect">
            <a:avLst/>
          </a:prstGeom>
          <a:noFill/>
        </p:spPr>
        <p:txBody>
          <a:bodyPr wrap="none" lIns="36576" rIns="36576" tIns="36576" bIns="36576" anchor="t">
            <a:spAutoFit/>
          </a:bodyPr>
          <a:lstStyle/>
          <a:p>
            <a:pPr algn="l"/>
            <a:r>
              <a:rPr sz="1400" b="1">
                <a:solidFill>
                  <a:srgbClr val="3D3C38"/>
                </a:solidFill>
                <a:latin typeface="Arial"/>
              </a:rPr>
              <a:t>Harden</a:t>
            </a:r>
          </a:p>
        </p:txBody>
      </p:sp>
      <p:sp>
        <p:nvSpPr>
          <p:cNvPr id="13" name="TextBox 12"/>
          <p:cNvSpPr txBox="1"/>
          <p:nvPr/>
        </p:nvSpPr>
        <p:spPr>
          <a:xfrm>
            <a:off x="2862072" y="2971800"/>
            <a:ext cx="1581912" cy="1051560"/>
          </a:xfrm>
          <a:prstGeom prst="rect">
            <a:avLst/>
          </a:prstGeom>
          <a:noFill/>
        </p:spPr>
        <p:txBody>
          <a:bodyPr wrap="square" lIns="36576" rIns="36576" tIns="36576" bIns="36576" anchor="t">
            <a:normAutofit/>
          </a:bodyPr>
          <a:lstStyle/>
          <a:p>
            <a:pPr algn="l"/>
            <a:r>
              <a:rPr sz="950" b="0">
                <a:solidFill>
                  <a:srgbClr val="3D3C38"/>
                </a:solidFill>
                <a:latin typeface="Arial"/>
              </a:rPr>
              <a:t>Complete security, audit, PHI handling, observability and failure-recovery validation.</a:t>
            </a:r>
          </a:p>
        </p:txBody>
      </p:sp>
      <p:sp>
        <p:nvSpPr>
          <p:cNvPr id="14" name="Rounded Rectangle 13"/>
          <p:cNvSpPr/>
          <p:nvPr/>
        </p:nvSpPr>
        <p:spPr>
          <a:xfrm>
            <a:off x="4791456" y="1783080"/>
            <a:ext cx="1874519" cy="2514600"/>
          </a:xfrm>
          <a:prstGeom prst="roundRect">
            <a:avLst/>
          </a:prstGeom>
          <a:solidFill>
            <a:srgbClr val="FFFFFF"/>
          </a:solidFill>
          <a:ln>
            <a:solidFill>
              <a:srgbClr val="EEE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7760" y="1938528"/>
            <a:ext cx="1581912" cy="320040"/>
          </a:xfrm>
          <a:prstGeom prst="rect">
            <a:avLst/>
          </a:prstGeom>
          <a:noFill/>
        </p:spPr>
        <p:txBody>
          <a:bodyPr wrap="none" lIns="36576" rIns="36576" tIns="36576" bIns="36576" anchor="t">
            <a:spAutoFit/>
          </a:bodyPr>
          <a:lstStyle/>
          <a:p>
            <a:pPr algn="l"/>
            <a:r>
              <a:rPr sz="1300" b="1">
                <a:solidFill>
                  <a:srgbClr val="FF612B"/>
                </a:solidFill>
                <a:latin typeface="Arial"/>
              </a:rPr>
              <a:t>03</a:t>
            </a:r>
          </a:p>
        </p:txBody>
      </p:sp>
      <p:sp>
        <p:nvSpPr>
          <p:cNvPr id="16" name="TextBox 15"/>
          <p:cNvSpPr txBox="1"/>
          <p:nvPr/>
        </p:nvSpPr>
        <p:spPr>
          <a:xfrm>
            <a:off x="4937760" y="2359152"/>
            <a:ext cx="1581912" cy="502920"/>
          </a:xfrm>
          <a:prstGeom prst="rect">
            <a:avLst/>
          </a:prstGeom>
          <a:noFill/>
        </p:spPr>
        <p:txBody>
          <a:bodyPr wrap="none" lIns="36576" rIns="36576" tIns="36576" bIns="36576" anchor="t">
            <a:spAutoFit/>
          </a:bodyPr>
          <a:lstStyle/>
          <a:p>
            <a:pPr algn="l"/>
            <a:r>
              <a:rPr sz="1400" b="1">
                <a:solidFill>
                  <a:srgbClr val="3D3C38"/>
                </a:solidFill>
                <a:latin typeface="Arial"/>
              </a:rPr>
              <a:t>Pilot</a:t>
            </a:r>
          </a:p>
        </p:txBody>
      </p:sp>
      <p:sp>
        <p:nvSpPr>
          <p:cNvPr id="17" name="TextBox 16"/>
          <p:cNvSpPr txBox="1"/>
          <p:nvPr/>
        </p:nvSpPr>
        <p:spPr>
          <a:xfrm>
            <a:off x="4937760" y="2971800"/>
            <a:ext cx="1581912" cy="1051560"/>
          </a:xfrm>
          <a:prstGeom prst="rect">
            <a:avLst/>
          </a:prstGeom>
          <a:noFill/>
        </p:spPr>
        <p:txBody>
          <a:bodyPr wrap="square" lIns="36576" rIns="36576" tIns="36576" bIns="36576" anchor="t">
            <a:normAutofit/>
          </a:bodyPr>
          <a:lstStyle/>
          <a:p>
            <a:pPr algn="l"/>
            <a:r>
              <a:rPr sz="950" b="0">
                <a:solidFill>
                  <a:srgbClr val="3D3C38"/>
                </a:solidFill>
                <a:latin typeface="Arial"/>
              </a:rPr>
              <a:t>Run with a focused user group and track adoption, successful-answer rate and time-to-insight.</a:t>
            </a:r>
          </a:p>
        </p:txBody>
      </p:sp>
      <p:sp>
        <p:nvSpPr>
          <p:cNvPr id="18" name="Rounded Rectangle 17"/>
          <p:cNvSpPr/>
          <p:nvPr/>
        </p:nvSpPr>
        <p:spPr>
          <a:xfrm>
            <a:off x="6867144" y="1783080"/>
            <a:ext cx="1874519" cy="2514600"/>
          </a:xfrm>
          <a:prstGeom prst="roundRect">
            <a:avLst/>
          </a:prstGeom>
          <a:solidFill>
            <a:srgbClr val="FFFFFF"/>
          </a:solidFill>
          <a:ln>
            <a:solidFill>
              <a:srgbClr val="EEE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13448" y="1938528"/>
            <a:ext cx="1581912" cy="320040"/>
          </a:xfrm>
          <a:prstGeom prst="rect">
            <a:avLst/>
          </a:prstGeom>
          <a:noFill/>
        </p:spPr>
        <p:txBody>
          <a:bodyPr wrap="none" lIns="36576" rIns="36576" tIns="36576" bIns="36576" anchor="t">
            <a:spAutoFit/>
          </a:bodyPr>
          <a:lstStyle/>
          <a:p>
            <a:pPr algn="l"/>
            <a:r>
              <a:rPr sz="1300" b="1">
                <a:solidFill>
                  <a:srgbClr val="FF612B"/>
                </a:solidFill>
                <a:latin typeface="Arial"/>
              </a:rPr>
              <a:t>04</a:t>
            </a:r>
          </a:p>
        </p:txBody>
      </p:sp>
      <p:sp>
        <p:nvSpPr>
          <p:cNvPr id="20" name="TextBox 19"/>
          <p:cNvSpPr txBox="1"/>
          <p:nvPr/>
        </p:nvSpPr>
        <p:spPr>
          <a:xfrm>
            <a:off x="7013448" y="2359152"/>
            <a:ext cx="1581912" cy="502920"/>
          </a:xfrm>
          <a:prstGeom prst="rect">
            <a:avLst/>
          </a:prstGeom>
          <a:noFill/>
        </p:spPr>
        <p:txBody>
          <a:bodyPr wrap="none" lIns="36576" rIns="36576" tIns="36576" bIns="36576" anchor="t">
            <a:spAutoFit/>
          </a:bodyPr>
          <a:lstStyle/>
          <a:p>
            <a:pPr algn="l"/>
            <a:r>
              <a:rPr sz="1400" b="1">
                <a:solidFill>
                  <a:srgbClr val="3D3C38"/>
                </a:solidFill>
                <a:latin typeface="Arial"/>
              </a:rPr>
              <a:t>Scale</a:t>
            </a:r>
          </a:p>
        </p:txBody>
      </p:sp>
      <p:sp>
        <p:nvSpPr>
          <p:cNvPr id="21" name="TextBox 20"/>
          <p:cNvSpPr txBox="1"/>
          <p:nvPr/>
        </p:nvSpPr>
        <p:spPr>
          <a:xfrm>
            <a:off x="7013448" y="2971800"/>
            <a:ext cx="1581912" cy="1051560"/>
          </a:xfrm>
          <a:prstGeom prst="rect">
            <a:avLst/>
          </a:prstGeom>
          <a:noFill/>
        </p:spPr>
        <p:txBody>
          <a:bodyPr wrap="square" lIns="36576" rIns="36576" tIns="36576" bIns="36576" anchor="t">
            <a:normAutofit/>
          </a:bodyPr>
          <a:lstStyle/>
          <a:p>
            <a:pPr algn="l"/>
            <a:r>
              <a:rPr sz="950" b="0">
                <a:solidFill>
                  <a:srgbClr val="3D3C38"/>
                </a:solidFill>
                <a:latin typeface="Arial"/>
              </a:rPr>
              <a:t>Tune caching, concurrency, warehouse usage and capacity based on real workloads.</a:t>
            </a:r>
          </a:p>
        </p:txBody>
      </p:sp>
      <p:sp>
        <p:nvSpPr>
          <p:cNvPr id="22" name="Rounded Rectangle 21"/>
          <p:cNvSpPr/>
          <p:nvPr/>
        </p:nvSpPr>
        <p:spPr>
          <a:xfrm>
            <a:off x="8942832" y="1783080"/>
            <a:ext cx="1874519" cy="2514600"/>
          </a:xfrm>
          <a:prstGeom prst="roundRect">
            <a:avLst/>
          </a:prstGeom>
          <a:solidFill>
            <a:srgbClr val="FFFFFF"/>
          </a:solidFill>
          <a:ln>
            <a:solidFill>
              <a:srgbClr val="EEEB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89136" y="1938528"/>
            <a:ext cx="1581912" cy="320040"/>
          </a:xfrm>
          <a:prstGeom prst="rect">
            <a:avLst/>
          </a:prstGeom>
          <a:noFill/>
        </p:spPr>
        <p:txBody>
          <a:bodyPr wrap="none" lIns="36576" rIns="36576" tIns="36576" bIns="36576" anchor="t">
            <a:spAutoFit/>
          </a:bodyPr>
          <a:lstStyle/>
          <a:p>
            <a:pPr algn="l"/>
            <a:r>
              <a:rPr sz="1300" b="1">
                <a:solidFill>
                  <a:srgbClr val="FF612B"/>
                </a:solidFill>
                <a:latin typeface="Arial"/>
              </a:rPr>
              <a:t>05</a:t>
            </a:r>
          </a:p>
        </p:txBody>
      </p:sp>
      <p:sp>
        <p:nvSpPr>
          <p:cNvPr id="24" name="TextBox 23"/>
          <p:cNvSpPr txBox="1"/>
          <p:nvPr/>
        </p:nvSpPr>
        <p:spPr>
          <a:xfrm>
            <a:off x="9089136" y="2359152"/>
            <a:ext cx="1581912" cy="502920"/>
          </a:xfrm>
          <a:prstGeom prst="rect">
            <a:avLst/>
          </a:prstGeom>
          <a:noFill/>
        </p:spPr>
        <p:txBody>
          <a:bodyPr wrap="none" lIns="36576" rIns="36576" tIns="36576" bIns="36576" anchor="t">
            <a:spAutoFit/>
          </a:bodyPr>
          <a:lstStyle/>
          <a:p>
            <a:pPr algn="l"/>
            <a:r>
              <a:rPr sz="1400" b="1">
                <a:solidFill>
                  <a:srgbClr val="3D3C38"/>
                </a:solidFill>
                <a:latin typeface="Arial"/>
              </a:rPr>
              <a:t>Expand</a:t>
            </a:r>
          </a:p>
        </p:txBody>
      </p:sp>
      <p:sp>
        <p:nvSpPr>
          <p:cNvPr id="25" name="TextBox 24"/>
          <p:cNvSpPr txBox="1"/>
          <p:nvPr/>
        </p:nvSpPr>
        <p:spPr>
          <a:xfrm>
            <a:off x="9089136" y="2971800"/>
            <a:ext cx="1581912" cy="1051560"/>
          </a:xfrm>
          <a:prstGeom prst="rect">
            <a:avLst/>
          </a:prstGeom>
          <a:noFill/>
        </p:spPr>
        <p:txBody>
          <a:bodyPr wrap="square" lIns="36576" rIns="36576" tIns="36576" bIns="36576" anchor="t">
            <a:normAutofit/>
          </a:bodyPr>
          <a:lstStyle/>
          <a:p>
            <a:pPr algn="l"/>
            <a:r>
              <a:rPr sz="950" b="0">
                <a:solidFill>
                  <a:srgbClr val="3D3C38"/>
                </a:solidFill>
                <a:latin typeface="Arial"/>
              </a:rPr>
              <a:t>Add validated use cases: anomaly detection, comparative analytics, automated summaries and visual insights.</a:t>
            </a:r>
          </a:p>
        </p:txBody>
      </p:sp>
      <p:sp>
        <p:nvSpPr>
          <p:cNvPr id="26" name="TextBox 25"/>
          <p:cNvSpPr txBox="1"/>
          <p:nvPr/>
        </p:nvSpPr>
        <p:spPr>
          <a:xfrm>
            <a:off x="685800" y="4663440"/>
            <a:ext cx="9966960" cy="685800"/>
          </a:xfrm>
          <a:prstGeom prst="rect">
            <a:avLst/>
          </a:prstGeom>
          <a:noFill/>
        </p:spPr>
        <p:txBody>
          <a:bodyPr wrap="none" lIns="36576" rIns="36576" tIns="36576" bIns="36576" anchor="t">
            <a:spAutoFit/>
          </a:bodyPr>
          <a:lstStyle/>
          <a:p>
            <a:pPr algn="ctr"/>
            <a:r>
              <a:rPr sz="1700" b="1">
                <a:solidFill>
                  <a:srgbClr val="FF612B"/>
                </a:solidFill>
                <a:latin typeface="Arial"/>
              </a:rPr>
              <a:t>Project message: search once → understand the journey → ask the next question → analyze.</a:t>
            </a:r>
          </a:p>
        </p:txBody>
      </p:sp>
      <p:sp>
        <p:nvSpPr>
          <p:cNvPr id="27" name="TextBox 26"/>
          <p:cNvSpPr txBox="1"/>
          <p:nvPr/>
        </p:nvSpPr>
        <p:spPr>
          <a:xfrm>
            <a:off x="822960" y="5349240"/>
            <a:ext cx="9784080" cy="365760"/>
          </a:xfrm>
          <a:prstGeom prst="rect">
            <a:avLst/>
          </a:prstGeom>
          <a:noFill/>
        </p:spPr>
        <p:txBody>
          <a:bodyPr wrap="none" lIns="36576" rIns="36576" tIns="36576" bIns="36576" anchor="t">
            <a:spAutoFit/>
          </a:bodyPr>
          <a:lstStyle/>
          <a:p>
            <a:pPr algn="ctr"/>
            <a:r>
              <a:rPr sz="1200" b="0">
                <a:solidFill>
                  <a:srgbClr val="8A8780"/>
                </a:solidFill>
                <a:latin typeface="Arial"/>
              </a:rPr>
              <a:t>Success = faster, safer and more consistent answers to real patient-data questions.</a:t>
            </a:r>
          </a:p>
        </p:txBody>
      </p:sp>
    </p:spTree>
  </p:cSld>
  <p:clrMapOvr>
    <a:masterClrMapping/>
  </p:clrMapOvr>
</p:sld>
</file>

<file path=ppt/theme/theme1.xml><?xml version="1.0" encoding="utf-8"?>
<a:theme xmlns:a="http://schemas.openxmlformats.org/drawingml/2006/main" xmlns:r="http://schemas.openxmlformats.org/officeDocument/2006/relationships" name="Optum Theme">
  <a:themeElements>
    <a:clrScheme name="Optum Color Palette 2025">
      <a:dk1>
        <a:srgbClr val="3d3c38"/>
      </a:dk1>
      <a:lt1>
        <a:srgbClr val="ffffff"/>
      </a:lt1>
      <a:dk2>
        <a:srgbClr val="ff612b"/>
      </a:dk2>
      <a:lt2>
        <a:srgbClr val="faf8f2"/>
      </a:lt2>
      <a:accent1>
        <a:srgbClr val="3d3c38"/>
      </a:accent1>
      <a:accent2>
        <a:srgbClr val="3d3c38"/>
      </a:accent2>
      <a:accent3>
        <a:srgbClr val="3d3c38"/>
      </a:accent3>
      <a:accent4>
        <a:srgbClr val="3d3c38"/>
      </a:accent4>
      <a:accent5>
        <a:srgbClr val="3d3c38"/>
      </a:accent5>
      <a:accent6>
        <a:srgbClr val="3d3c38"/>
      </a:accent6>
      <a:hlink>
        <a:srgbClr val="095f87"/>
      </a:hlink>
      <a:folHlink>
        <a:srgbClr val="3d3c38"/>
      </a:folHlink>
    </a:clrScheme>
    <a:fontScheme name="Optum Microsoft">
      <a:majorFont>
        <a:latin typeface="Georgia Pro"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18104</TotalTime>
  <Application>LibreOffice/25.2.3.2$Linux_X86_64 LibreOffice_project/520$Build-2</Application>
  <AppVersion>15.0000</AppVersion>
  <Words>671</Words>
  <Paragraphs>101</Paragraphs>
  <Company>Optum</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category>Template</cp:category>
  <dcterms:created xsi:type="dcterms:W3CDTF">2021-11-12T17:42:18Z</dcterms:created>
  <dc:creator/>
  <dc:description>Optum 2026 template developed by Creative Partners. On-screen.</dc:description>
  <dc:language>en-US</dc:language>
  <cp:lastModifiedBy>Matovich, Kevin M</cp:lastModifiedBy>
  <dcterms:modified xsi:type="dcterms:W3CDTF">2026-07-30T15:50:19Z</dcterms:modified>
  <cp:revision>438</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r8>6</vt:r8>
  </property>
  <property fmtid="{D5CDD505-2E9C-101B-9397-08002B2CF9AE}" pid="3" name="MSIP_Label_a8a73c85-e524-44a6-bd58-7df7ef87be8f_ActionId">
    <vt:lpwstr>fcb19dc5-14ab-4116-aa19-a277cf1f39a9</vt:lpwstr>
  </property>
  <property fmtid="{D5CDD505-2E9C-101B-9397-08002B2CF9AE}" pid="4" name="MSIP_Label_a8a73c85-e524-44a6-bd58-7df7ef87be8f_ContentBits">
    <vt:lpwstr>0</vt:lpwstr>
  </property>
  <property fmtid="{D5CDD505-2E9C-101B-9397-08002B2CF9AE}" pid="5" name="MSIP_Label_a8a73c85-e524-44a6-bd58-7df7ef87be8f_Enabled">
    <vt:lpwstr>true</vt:lpwstr>
  </property>
  <property fmtid="{D5CDD505-2E9C-101B-9397-08002B2CF9AE}" pid="6" name="MSIP_Label_a8a73c85-e524-44a6-bd58-7df7ef87be8f_Method">
    <vt:lpwstr>Privileged</vt:lpwstr>
  </property>
  <property fmtid="{D5CDD505-2E9C-101B-9397-08002B2CF9AE}" pid="7" name="MSIP_Label_a8a73c85-e524-44a6-bd58-7df7ef87be8f_Name">
    <vt:lpwstr>Internal Label</vt:lpwstr>
  </property>
  <property fmtid="{D5CDD505-2E9C-101B-9397-08002B2CF9AE}" pid="8" name="MSIP_Label_a8a73c85-e524-44a6-bd58-7df7ef87be8f_SetDate">
    <vt:lpwstr>2022-09-27T13:37:14Z</vt:lpwstr>
  </property>
  <property fmtid="{D5CDD505-2E9C-101B-9397-08002B2CF9AE}" pid="9" name="MSIP_Label_a8a73c85-e524-44a6-bd58-7df7ef87be8f_SiteId">
    <vt:lpwstr>db05faca-c82a-4b9d-b9c5-0f64b6755421</vt:lpwstr>
  </property>
  <property fmtid="{D5CDD505-2E9C-101B-9397-08002B2CF9AE}" pid="10" name="PresentationFormat">
    <vt:lpwstr>Widescreen</vt:lpwstr>
  </property>
  <property fmtid="{D5CDD505-2E9C-101B-9397-08002B2CF9AE}" pid="11" name="Slides">
    <vt:r8>48</vt:r8>
  </property>
</Properties>
</file>
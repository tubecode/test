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3.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704" r:id="rId6"/>
    <p:sldMasterId id="2147483741" r:id="rId7"/>
    <p:sldMasterId id="2147483792" r:id="rId8"/>
  </p:sldMasterIdLst>
  <p:notesMasterIdLst>
    <p:notesMasterId r:id="rId21"/>
  </p:notesMasterIdLst>
  <p:handoutMasterIdLst>
    <p:handoutMasterId r:id="rId22"/>
  </p:handoutMasterIdLst>
  <p:sldIdLst>
    <p:sldId id="416" r:id="rId9"/>
    <p:sldId id="429" r:id="rId10"/>
    <p:sldId id="433" r:id="rId11"/>
    <p:sldId id="434" r:id="rId12"/>
    <p:sldId id="435" r:id="rId13"/>
    <p:sldId id="2145706587" r:id="rId14"/>
    <p:sldId id="2145706586" r:id="rId15"/>
    <p:sldId id="436" r:id="rId16"/>
    <p:sldId id="437" r:id="rId17"/>
    <p:sldId id="438" r:id="rId18"/>
    <p:sldId id="425" r:id="rId19"/>
    <p:sldId id="21457065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81A82F-6AD1-42C4-999C-5D8F1990D2FF}">
          <p14:sldIdLst>
            <p14:sldId id="416"/>
            <p14:sldId id="429"/>
            <p14:sldId id="433"/>
            <p14:sldId id="434"/>
            <p14:sldId id="435"/>
            <p14:sldId id="2145706587"/>
            <p14:sldId id="2145706586"/>
            <p14:sldId id="436"/>
            <p14:sldId id="437"/>
            <p14:sldId id="438"/>
          </p14:sldIdLst>
        </p14:section>
        <p14:section name="Appendix" id="{8F905CF0-C633-485C-B318-AC460887F6EB}">
          <p14:sldIdLst>
            <p14:sldId id="425"/>
            <p14:sldId id="214570658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19F032-53C1-4EE3-9E67-4B8CDE8C71F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0F4F1F5-4CAA-4EE9-86E4-08109754C1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25276F-4347-4A77-8779-25794A5FA3F1}" type="datetimeFigureOut">
              <a:rPr lang="en-US" smtClean="0"/>
              <a:t>9/17/2026</a:t>
            </a:fld>
            <a:endParaRPr lang="en-US"/>
          </a:p>
        </p:txBody>
      </p:sp>
      <p:sp>
        <p:nvSpPr>
          <p:cNvPr id="4" name="Footer Placeholder 3">
            <a:extLst>
              <a:ext uri="{FF2B5EF4-FFF2-40B4-BE49-F238E27FC236}">
                <a16:creationId xmlns:a16="http://schemas.microsoft.com/office/drawing/2014/main" id="{5CEF2806-7C9E-4564-812D-E429CAC3FB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7F9D17-42B3-4D87-99EA-88FFB2D9DA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7FF870-1514-40BF-9921-34C59D16DE59}" type="slidenum">
              <a:rPr lang="en-US" smtClean="0"/>
              <a:t>‹#›</a:t>
            </a:fld>
            <a:endParaRPr lang="en-US"/>
          </a:p>
        </p:txBody>
      </p:sp>
    </p:spTree>
    <p:extLst>
      <p:ext uri="{BB962C8B-B14F-4D97-AF65-F5344CB8AC3E}">
        <p14:creationId xmlns:p14="http://schemas.microsoft.com/office/powerpoint/2010/main" val="2837579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32CE62-7DAD-4D46-9C44-FB8B2B29EAD6}"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6350" cap="rnd">
            <a:solidFill>
              <a:schemeClr val="accent1"/>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5E816B-EE8A-4A59-BF27-832760D86835}" type="slidenum">
              <a:rPr lang="en-US" smtClean="0"/>
              <a:t>‹#›</a:t>
            </a:fld>
            <a:endParaRPr lang="en-US"/>
          </a:p>
        </p:txBody>
      </p:sp>
    </p:spTree>
    <p:extLst>
      <p:ext uri="{BB962C8B-B14F-4D97-AF65-F5344CB8AC3E}">
        <p14:creationId xmlns:p14="http://schemas.microsoft.com/office/powerpoint/2010/main" val="4096842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5E816B-EE8A-4A59-BF27-832760D86835}" type="slidenum">
              <a:rPr kumimoji="0" lang="en-US" sz="1200" b="0" i="0" u="none" strike="noStrike" kern="1200" cap="none" spc="0" normalizeH="0" baseline="0" noProof="0" smtClean="0">
                <a:ln>
                  <a:noFill/>
                </a:ln>
                <a:solidFill>
                  <a:srgbClr val="4B4D4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4B4D4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9559716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svg"/><Relationship Id="rId1" Type="http://schemas.openxmlformats.org/officeDocument/2006/relationships/slideMaster" Target="../slideMasters/slideMaster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Master" Target="../slideMasters/slideMaster4.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27.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B9B688F-3869-4ECE-BE40-DE3ADDF3F07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gray">
          <a:xfrm>
            <a:off x="5122888" y="4242380"/>
            <a:ext cx="3298775" cy="1857119"/>
          </a:xfrm>
          <a:prstGeom prst="rect">
            <a:avLst/>
          </a:prstGeom>
          <a:ln w="6350">
            <a:solidFill>
              <a:schemeClr val="accent2"/>
            </a:solidFill>
          </a:ln>
        </p:spPr>
      </p:pic>
      <p:pic>
        <p:nvPicPr>
          <p:cNvPr id="20" name="Picture 19">
            <a:extLst>
              <a:ext uri="{FF2B5EF4-FFF2-40B4-BE49-F238E27FC236}">
                <a16:creationId xmlns:a16="http://schemas.microsoft.com/office/drawing/2014/main" id="{5EB3950A-EFEF-4170-8936-5F3D5792ECB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8421497" y="4243004"/>
            <a:ext cx="3310128" cy="1856495"/>
          </a:xfrm>
          <a:prstGeom prst="rect">
            <a:avLst/>
          </a:prstGeom>
          <a:ln w="6350">
            <a:solidFill>
              <a:schemeClr val="accent2"/>
            </a:solidFill>
          </a:ln>
        </p:spPr>
      </p:pic>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825509"/>
            <a:ext cx="1758315" cy="1000274"/>
          </a:xfrm>
          <a:prstGeom prst="rect">
            <a:avLst/>
          </a:prstGeom>
          <a:noFill/>
        </p:spPr>
        <p:txBody>
          <a:bodyPr wrap="square" lIns="0" tIns="0" rIns="0" bIns="0" rtlCol="0">
            <a:spAutoFit/>
          </a:bodyPr>
          <a:lstStyle/>
          <a:p>
            <a:pPr algn="l">
              <a:spcBef>
                <a:spcPts val="714"/>
              </a:spcBef>
            </a:pPr>
            <a:r>
              <a:rPr lang="en-US" sz="6500" b="1">
                <a:solidFill>
                  <a:schemeClr val="accent6"/>
                </a:solidFill>
              </a:rPr>
              <a:t>16:9</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598065"/>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February 2022</a:t>
            </a:r>
          </a:p>
        </p:txBody>
      </p:sp>
      <p:sp>
        <p:nvSpPr>
          <p:cNvPr id="22" name="TextBox 21">
            <a:extLst>
              <a:ext uri="{FF2B5EF4-FFF2-40B4-BE49-F238E27FC236}">
                <a16:creationId xmlns:a16="http://schemas.microsoft.com/office/drawing/2014/main" id="{3E57223A-B05B-4614-AAEA-675CF58D9E9B}"/>
              </a:ext>
            </a:extLst>
          </p:cNvPr>
          <p:cNvSpPr txBox="1"/>
          <p:nvPr userDrawn="1"/>
        </p:nvSpPr>
        <p:spPr bwMode="gray">
          <a:xfrm>
            <a:off x="824247" y="3597791"/>
            <a:ext cx="2436843" cy="615553"/>
          </a:xfrm>
          <a:prstGeom prst="rect">
            <a:avLst/>
          </a:prstGeom>
          <a:noFill/>
        </p:spPr>
        <p:txBody>
          <a:bodyPr wrap="square" lIns="0" tIns="0" rIns="0" bIns="0" rtlCol="0">
            <a:spAutoFit/>
          </a:bodyPr>
          <a:lstStyle/>
          <a:p>
            <a:pPr algn="l">
              <a:spcBef>
                <a:spcPts val="0"/>
              </a:spcBef>
            </a:pPr>
            <a:r>
              <a:rPr lang="en-US" sz="4000" b="0">
                <a:solidFill>
                  <a:schemeClr val="accent6"/>
                </a:solidFill>
              </a:rPr>
              <a:t>on-screen</a:t>
            </a:r>
          </a:p>
        </p:txBody>
      </p:sp>
      <p:pic>
        <p:nvPicPr>
          <p:cNvPr id="23" name="Optum logo" descr="Optum logo">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gray">
          <a:xfrm>
            <a:off x="824247" y="523904"/>
            <a:ext cx="2438884" cy="706174"/>
          </a:xfrm>
          <a:prstGeom prst="rect">
            <a:avLst/>
          </a:prstGeom>
        </p:spPr>
      </p:pic>
      <p:pic>
        <p:nvPicPr>
          <p:cNvPr id="17" name="Picture 16">
            <a:extLst>
              <a:ext uri="{FF2B5EF4-FFF2-40B4-BE49-F238E27FC236}">
                <a16:creationId xmlns:a16="http://schemas.microsoft.com/office/drawing/2014/main" id="{819BE298-EAEE-4EF5-9588-71610469B37B}"/>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bwMode="gray">
          <a:xfrm>
            <a:off x="5122888" y="525529"/>
            <a:ext cx="6606362" cy="3714176"/>
          </a:xfrm>
          <a:prstGeom prst="rect">
            <a:avLst/>
          </a:prstGeom>
          <a:ln w="6350">
            <a:solidFill>
              <a:schemeClr val="accent2"/>
            </a:solidFill>
          </a:ln>
        </p:spPr>
      </p:pic>
    </p:spTree>
    <p:extLst>
      <p:ext uri="{BB962C8B-B14F-4D97-AF65-F5344CB8AC3E}">
        <p14:creationId xmlns:p14="http://schemas.microsoft.com/office/powerpoint/2010/main" val="118572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cxnSp>
        <p:nvCxnSpPr>
          <p:cNvPr id="10" name="Orange 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spTree>
    <p:extLst>
      <p:ext uri="{BB962C8B-B14F-4D97-AF65-F5344CB8AC3E}">
        <p14:creationId xmlns:p14="http://schemas.microsoft.com/office/powerpoint/2010/main" val="3796714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32546DB0-88F2-4EC8-91FB-D7E51BBBDDDF}"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pic>
        <p:nvPicPr>
          <p:cNvPr id="1026" name="Picture 2">
            <a:extLst>
              <a:ext uri="{FF2B5EF4-FFF2-40B4-BE49-F238E27FC236}">
                <a16:creationId xmlns:a16="http://schemas.microsoft.com/office/drawing/2014/main" id="{1E7C4140-2D73-E970-8694-C86576CAB82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54019" y="0"/>
            <a:ext cx="6937981" cy="2055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427059"/>
      </p:ext>
    </p:extLst>
  </p:cSld>
  <p:clrMapOvr>
    <a:masterClrMapping/>
  </p:clrMapOvr>
  <p:extLst>
    <p:ext uri="{DCECCB84-F9BA-43D5-87BE-67443E8EF086}">
      <p15:sldGuideLst xmlns:p15="http://schemas.microsoft.com/office/powerpoint/2012/main">
        <p15:guide id="2" pos="3259" userDrawn="1">
          <p15:clr>
            <a:srgbClr val="FBAE40"/>
          </p15:clr>
        </p15:guide>
        <p15:guide id="3" orient="horz" pos="2722" userDrawn="1">
          <p15:clr>
            <a:srgbClr val="FBAE40"/>
          </p15:clr>
        </p15:guide>
        <p15:guide id="4" orient="horz" pos="291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02">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pic>
        <p:nvPicPr>
          <p:cNvPr id="24" name="Picture 23">
            <a:extLst>
              <a:ext uri="{FF2B5EF4-FFF2-40B4-BE49-F238E27FC236}">
                <a16:creationId xmlns:a16="http://schemas.microsoft.com/office/drawing/2014/main" id="{0FC9DEF5-8784-475B-B82B-3A69645F62E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6016752" y="0"/>
            <a:ext cx="6175248" cy="6858000"/>
          </a:xfrm>
          <a:prstGeom prst="rect">
            <a:avLst/>
          </a:prstGeom>
        </p:spPr>
      </p:pic>
    </p:spTree>
    <p:extLst>
      <p:ext uri="{BB962C8B-B14F-4D97-AF65-F5344CB8AC3E}">
        <p14:creationId xmlns:p14="http://schemas.microsoft.com/office/powerpoint/2010/main" val="3141611383"/>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pic>
        <p:nvPicPr>
          <p:cNvPr id="12" name="Picture 11">
            <a:extLst>
              <a:ext uri="{FF2B5EF4-FFF2-40B4-BE49-F238E27FC236}">
                <a16:creationId xmlns:a16="http://schemas.microsoft.com/office/drawing/2014/main" id="{12FF9B2B-62EB-453D-883A-F3D1C5D129E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6016749" y="0"/>
            <a:ext cx="6175248" cy="6858000"/>
          </a:xfrm>
          <a:prstGeom prst="rect">
            <a:avLst/>
          </a:prstGeom>
        </p:spPr>
      </p:pic>
    </p:spTree>
    <p:extLst>
      <p:ext uri="{BB962C8B-B14F-4D97-AF65-F5344CB8AC3E}">
        <p14:creationId xmlns:p14="http://schemas.microsoft.com/office/powerpoint/2010/main" val="3413202921"/>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pic>
        <p:nvPicPr>
          <p:cNvPr id="12" name="Picture 11">
            <a:extLst>
              <a:ext uri="{FF2B5EF4-FFF2-40B4-BE49-F238E27FC236}">
                <a16:creationId xmlns:a16="http://schemas.microsoft.com/office/drawing/2014/main" id="{F8836543-6FF7-41D0-B888-CCACA6E60FE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6016752" y="-1"/>
            <a:ext cx="6175247" cy="6857999"/>
          </a:xfrm>
          <a:prstGeom prst="rect">
            <a:avLst/>
          </a:prstGeom>
        </p:spPr>
      </p:pic>
    </p:spTree>
    <p:extLst>
      <p:ext uri="{BB962C8B-B14F-4D97-AF65-F5344CB8AC3E}">
        <p14:creationId xmlns:p14="http://schemas.microsoft.com/office/powerpoint/2010/main" val="1481580915"/>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pic>
        <p:nvPicPr>
          <p:cNvPr id="13" name="Picture 12">
            <a:extLst>
              <a:ext uri="{FF2B5EF4-FFF2-40B4-BE49-F238E27FC236}">
                <a16:creationId xmlns:a16="http://schemas.microsoft.com/office/drawing/2014/main" id="{998D147F-F514-40D3-9F83-705EE8693E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6019486" y="6071"/>
            <a:ext cx="6169779" cy="6851927"/>
          </a:xfrm>
          <a:prstGeom prst="rect">
            <a:avLst/>
          </a:prstGeom>
        </p:spPr>
      </p:pic>
    </p:spTree>
    <p:extLst>
      <p:ext uri="{BB962C8B-B14F-4D97-AF65-F5344CB8AC3E}">
        <p14:creationId xmlns:p14="http://schemas.microsoft.com/office/powerpoint/2010/main" val="1325184478"/>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rgbClr val="FBF9F4"/>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B7117D9-92EC-4145-9CC6-3498381960D2}"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4" name="Picture Placeholder 3">
            <a:extLst>
              <a:ext uri="{FF2B5EF4-FFF2-40B4-BE49-F238E27FC236}">
                <a16:creationId xmlns:a16="http://schemas.microsoft.com/office/drawing/2014/main" id="{8CD0ED72-F2BF-4DE5-8A8E-A97770B1058A}"/>
              </a:ext>
            </a:extLst>
          </p:cNvPr>
          <p:cNvSpPr>
            <a:spLocks noGrp="1"/>
          </p:cNvSpPr>
          <p:nvPr>
            <p:ph type="pic" sz="quarter" idx="15" hasCustomPrompt="1"/>
          </p:nvPr>
        </p:nvSpPr>
        <p:spPr bwMode="gray">
          <a:xfrm>
            <a:off x="6019800" y="0"/>
            <a:ext cx="6172200" cy="6858000"/>
          </a:xfrm>
          <a:solidFill>
            <a:schemeClr val="bg1"/>
          </a:solidFill>
        </p:spPr>
        <p:txBody>
          <a:bodyPr lIns="914400" rIns="914400">
            <a:normAutofit/>
          </a:bodyPr>
          <a:lstStyle>
            <a:lvl1pPr algn="ctr">
              <a:defRPr sz="1400"/>
            </a:lvl1pPr>
          </a:lstStyle>
          <a:p>
            <a:br>
              <a:rPr lang="en-US"/>
            </a:br>
            <a:br>
              <a:rPr lang="en-US"/>
            </a:br>
            <a:r>
              <a:rPr lang="en-US"/>
              <a:t>An image should be inserted into this region, but the dimensions should remain unchanged. To access brand approved photography, visit: library.optum.com.</a:t>
            </a:r>
            <a:br>
              <a:rPr lang="en-US"/>
            </a:br>
            <a:br>
              <a:rPr lang="en-US"/>
            </a:br>
            <a:r>
              <a:rPr lang="en-US"/>
              <a:t>Accessing the above library requires users to be a part of a SECURE group: </a:t>
            </a:r>
            <a:r>
              <a:rPr lang="en-US" err="1"/>
              <a:t>Optum_Library_Access_Photography</a:t>
            </a:r>
            <a:r>
              <a:rPr lang="en-US"/>
              <a:t>.</a:t>
            </a:r>
            <a:br>
              <a:rPr lang="en-US"/>
            </a:br>
            <a:br>
              <a:rPr lang="en-US"/>
            </a:br>
            <a:r>
              <a:rPr lang="en-US"/>
              <a:t>Request access via Secure if necessary.</a:t>
            </a:r>
          </a:p>
        </p:txBody>
      </p:sp>
    </p:spTree>
    <p:extLst>
      <p:ext uri="{BB962C8B-B14F-4D97-AF65-F5344CB8AC3E}">
        <p14:creationId xmlns:p14="http://schemas.microsoft.com/office/powerpoint/2010/main" val="2554000509"/>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 Promise">
    <p:bg>
      <p:bgPr>
        <a:solidFill>
          <a:schemeClr val="bg1"/>
        </a:solidFill>
        <a:effectLst/>
      </p:bgPr>
    </p:bg>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45B8C93C-B470-48DC-878B-475DD7D9D265}" type="datetime1">
              <a:rPr lang="en-US" smtClean="0"/>
              <a:t>9/17/2026</a:t>
            </a:fld>
            <a:endParaRPr lang="en-US"/>
          </a:p>
        </p:txBody>
      </p:sp>
      <p:sp>
        <p:nvSpPr>
          <p:cNvPr id="8" name="Slide Number Placeholder 7" hidden="1">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518883"/>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pic>
        <p:nvPicPr>
          <p:cNvPr id="11" name="Optum logo" descr="Optum logo">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pic>
        <p:nvPicPr>
          <p:cNvPr id="15" name="Picture 8" descr="Icon&#10;&#10;Description automatically generated">
            <a:extLst>
              <a:ext uri="{FF2B5EF4-FFF2-40B4-BE49-F238E27FC236}">
                <a16:creationId xmlns:a16="http://schemas.microsoft.com/office/drawing/2014/main" id="{548F7AB9-C07C-44D3-A45A-509D3091F2E3}"/>
              </a:ext>
            </a:extLst>
          </p:cNvPr>
          <p:cNvPicPr>
            <a:picLocks noChangeAspect="1"/>
          </p:cNvPicPr>
          <p:nvPr userDrawn="1"/>
        </p:nvPicPr>
        <p:blipFill rotWithShape="1">
          <a:blip r:embed="rId3"/>
          <a:srcRect l="24691" r="24691"/>
          <a:stretch/>
        </p:blipFill>
        <p:spPr bwMode="gray">
          <a:xfrm>
            <a:off x="6019800" y="0"/>
            <a:ext cx="6172200" cy="6858000"/>
          </a:xfrm>
          <a:prstGeom prst="rect">
            <a:avLst/>
          </a:prstGeom>
          <a:solidFill>
            <a:schemeClr val="bg2"/>
          </a:solidFill>
        </p:spPr>
      </p:pic>
      <p:sp>
        <p:nvSpPr>
          <p:cNvPr id="10" name="TextBox 9">
            <a:extLst>
              <a:ext uri="{FF2B5EF4-FFF2-40B4-BE49-F238E27FC236}">
                <a16:creationId xmlns:a16="http://schemas.microsoft.com/office/drawing/2014/main" id="{AAF8C1F7-0FC5-4BD5-896B-5EB9642D0AC1}"/>
              </a:ext>
            </a:extLst>
          </p:cNvPr>
          <p:cNvSpPr txBox="1"/>
          <p:nvPr userDrawn="1"/>
        </p:nvSpPr>
        <p:spPr bwMode="gray">
          <a:xfrm>
            <a:off x="463462" y="3592370"/>
            <a:ext cx="4015946" cy="623248"/>
          </a:xfrm>
          <a:prstGeom prst="rect">
            <a:avLst/>
          </a:prstGeom>
          <a:noFill/>
        </p:spPr>
        <p:txBody>
          <a:bodyPr vert="horz" wrap="square" lIns="0" tIns="0" rIns="0" bIns="0" rtlCol="0">
            <a:spAutoFit/>
          </a:bodyPr>
          <a:lstStyle/>
          <a:p>
            <a:pPr algn="l">
              <a:lnSpc>
                <a:spcPct val="90000"/>
              </a:lnSpc>
              <a:spcBef>
                <a:spcPts val="600"/>
              </a:spcBef>
            </a:pPr>
            <a:r>
              <a:rPr lang="en-US" sz="4500" b="1">
                <a:solidFill>
                  <a:schemeClr val="accent6"/>
                </a:solidFill>
              </a:rPr>
              <a:t>Better, for you</a:t>
            </a:r>
          </a:p>
        </p:txBody>
      </p:sp>
    </p:spTree>
    <p:extLst>
      <p:ext uri="{BB962C8B-B14F-4D97-AF65-F5344CB8AC3E}">
        <p14:creationId xmlns:p14="http://schemas.microsoft.com/office/powerpoint/2010/main" val="782659486"/>
      </p:ext>
    </p:extLst>
  </p:cSld>
  <p:clrMapOvr>
    <a:masterClrMapping/>
  </p:clrMapOvr>
  <p:extLst>
    <p:ext uri="{DCECCB84-F9BA-43D5-87BE-67443E8EF086}">
      <p15:sldGuideLst xmlns:p15="http://schemas.microsoft.com/office/powerpoint/2012/main">
        <p15:guide id="2" pos="3259">
          <p15:clr>
            <a:srgbClr val="FBAE40"/>
          </p15:clr>
        </p15:guide>
        <p15:guide id="4" orient="horz" pos="284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Orange 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542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BFB956A-C3EE-4CEE-8CC6-BB9E3DB82FC2}" type="datetime1">
              <a:rPr lang="en-US" smtClean="0"/>
              <a:t>9/17/2026</a:t>
            </a:fld>
            <a:endParaRPr lang="en-US"/>
          </a:p>
        </p:txBody>
      </p:sp>
      <p:sp>
        <p:nvSpPr>
          <p:cNvPr id="6" name="Slide Number Placeholder 5" hidden="1">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5" name="Footer Placeholder 4" hidden="1">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Tree>
    <p:extLst>
      <p:ext uri="{BB962C8B-B14F-4D97-AF65-F5344CB8AC3E}">
        <p14:creationId xmlns:p14="http://schemas.microsoft.com/office/powerpoint/2010/main" val="24658691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userDrawn="1">
          <p15:clr>
            <a:srgbClr val="FBAE40"/>
          </p15:clr>
        </p15:guide>
        <p15:guide id="2" pos="6576" userDrawn="1">
          <p15:clr>
            <a:srgbClr val="FBAE40"/>
          </p15:clr>
        </p15:guide>
        <p15:guide id="3" orient="horz" pos="2505" userDrawn="1">
          <p15:clr>
            <a:srgbClr val="FBAE40"/>
          </p15:clr>
        </p15:guide>
        <p15:guide id="4" orient="horz" pos="267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02">
    <p:bg>
      <p:bgRef idx="1001">
        <a:schemeClr val="bg2"/>
      </p:bgRef>
    </p:bg>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53CF638C-039E-4A48-A8EB-E2D0262E67A1}" type="datetime1">
              <a:rPr lang="en-US" smtClean="0"/>
              <a:t>9/17/2026</a:t>
            </a:fld>
            <a:endParaRPr lang="en-US"/>
          </a:p>
        </p:txBody>
      </p:sp>
      <p:sp>
        <p:nvSpPr>
          <p:cNvPr id="6" name="Slide Number Placeholder 5" hidden="1">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5" name="Footer Placeholder 4" hidden="1">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Tree>
    <p:extLst>
      <p:ext uri="{BB962C8B-B14F-4D97-AF65-F5344CB8AC3E}">
        <p14:creationId xmlns:p14="http://schemas.microsoft.com/office/powerpoint/2010/main" val="29125007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userDrawn="1">
          <p15:clr>
            <a:srgbClr val="FBAE40"/>
          </p15:clr>
        </p15:guide>
        <p15:guide id="2" pos="6577" userDrawn="1">
          <p15:clr>
            <a:srgbClr val="FBAE40"/>
          </p15:clr>
        </p15:guide>
        <p15:guide id="3" orient="horz" pos="2505" userDrawn="1">
          <p15:clr>
            <a:srgbClr val="FBAE40"/>
          </p15:clr>
        </p15:guide>
        <p15:guide id="4" orient="horz" pos="2679"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Standard layouts</a:t>
            </a:r>
          </a:p>
        </p:txBody>
      </p:sp>
      <p:cxnSp>
        <p:nvCxnSpPr>
          <p:cNvPr id="4" name="Orange 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3291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8A49B71C-EE28-4F4C-994D-7E3486111388}"/>
              </a:ext>
            </a:extLst>
          </p:cNvPr>
          <p:cNvSpPr>
            <a:spLocks noGrp="1"/>
          </p:cNvSpPr>
          <p:nvPr>
            <p:ph type="dt" sz="half" idx="10"/>
          </p:nvPr>
        </p:nvSpPr>
        <p:spPr/>
        <p:txBody>
          <a:bodyPr/>
          <a:lstStyle/>
          <a:p>
            <a:fld id="{6017203D-7AF0-48CF-9AA1-1400585FFB1C}" type="datetime1">
              <a:rPr lang="en-US" smtClean="0"/>
              <a:t>9/17/2026</a:t>
            </a:fld>
            <a:endParaRPr lang="en-US"/>
          </a:p>
        </p:txBody>
      </p:sp>
      <p:sp>
        <p:nvSpPr>
          <p:cNvPr id="5" name="Slide Number Placeholder 4" hidden="1">
            <a:extLst>
              <a:ext uri="{FF2B5EF4-FFF2-40B4-BE49-F238E27FC236}">
                <a16:creationId xmlns:a16="http://schemas.microsoft.com/office/drawing/2014/main" id="{C408F62C-9090-4EA7-BBD2-481410405BBE}"/>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4" name="Footer Placeholder 3" hidden="1">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p:txBody>
          <a:bodyPr/>
          <a:lstStyle>
            <a:lvl1pPr>
              <a:defRPr/>
            </a:lvl1pPr>
          </a:lstStyle>
          <a:p>
            <a:r>
              <a:rPr lang="en-US"/>
              <a:t>Slide title; Arial 22pt bold, sentence case (1 line)</a:t>
            </a:r>
          </a:p>
        </p:txBody>
      </p:sp>
    </p:spTree>
    <p:extLst>
      <p:ext uri="{BB962C8B-B14F-4D97-AF65-F5344CB8AC3E}">
        <p14:creationId xmlns:p14="http://schemas.microsoft.com/office/powerpoint/2010/main" val="1485012413"/>
      </p:ext>
    </p:extLst>
  </p:cSld>
  <p:clrMapOvr>
    <a:masterClrMapping/>
  </p:clrMapOvr>
  <p:extLst>
    <p:ext uri="{DCECCB84-F9BA-43D5-87BE-67443E8EF086}">
      <p15:sldGuideLst xmlns:p15="http://schemas.microsoft.com/office/powerpoint/2012/main">
        <p15:guide id="1" orient="horz" pos="3776" userDrawn="1">
          <p15:clr>
            <a:srgbClr val="FBAE40"/>
          </p15:clr>
        </p15:guide>
        <p15:guide id="3" orient="horz" pos="793" userDrawn="1">
          <p15:clr>
            <a:srgbClr val="FBAE40"/>
          </p15:clr>
        </p15:guide>
        <p15:guide id="4" orient="horz" pos="3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head">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76B3DF85-06AB-4D09-9458-B0A4DE468FDB}"/>
              </a:ext>
            </a:extLst>
          </p:cNvPr>
          <p:cNvSpPr>
            <a:spLocks noGrp="1"/>
          </p:cNvSpPr>
          <p:nvPr>
            <p:ph type="dt" sz="half" idx="10"/>
          </p:nvPr>
        </p:nvSpPr>
        <p:spPr/>
        <p:txBody>
          <a:bodyPr/>
          <a:lstStyle/>
          <a:p>
            <a:fld id="{4E2E38F6-B9D1-4693-91B2-1BF743544C01}" type="datetime1">
              <a:rPr lang="en-US" smtClean="0"/>
              <a:t>9/17/2026</a:t>
            </a:fld>
            <a:endParaRPr lang="en-US"/>
          </a:p>
        </p:txBody>
      </p:sp>
      <p:sp>
        <p:nvSpPr>
          <p:cNvPr id="5" name="Slide Number Placeholder 4" hidden="1">
            <a:extLst>
              <a:ext uri="{FF2B5EF4-FFF2-40B4-BE49-F238E27FC236}">
                <a16:creationId xmlns:a16="http://schemas.microsoft.com/office/drawing/2014/main" id="{CFBBDC95-8D51-42CB-B4C0-9B8E3C030FAA}"/>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57198" y="958653"/>
            <a:ext cx="9601200" cy="269304"/>
          </a:xfrm>
        </p:spPr>
        <p:txBody>
          <a:bodyPr wrap="square">
            <a:spAutoFit/>
          </a:bodyPr>
          <a:lstStyle>
            <a:lvl1pPr>
              <a:lnSpc>
                <a:spcPct val="100000"/>
              </a:lnSpc>
              <a:spcBef>
                <a:spcPts val="0"/>
              </a:spcBef>
              <a:defRPr sz="1750" b="1">
                <a:solidFill>
                  <a:schemeClr val="accent6"/>
                </a:solidFill>
              </a:defRPr>
            </a:lvl1pPr>
          </a:lstStyle>
          <a:p>
            <a:pPr lvl="0"/>
            <a:r>
              <a:rPr lang="en-US"/>
              <a:t>Slide subtitle; Arial 17.5pt bold, sentence case (1 line)</a:t>
            </a:r>
          </a:p>
        </p:txBody>
      </p:sp>
      <p:sp>
        <p:nvSpPr>
          <p:cNvPr id="2" name="Title 1">
            <a:extLst>
              <a:ext uri="{FF2B5EF4-FFF2-40B4-BE49-F238E27FC236}">
                <a16:creationId xmlns:a16="http://schemas.microsoft.com/office/drawing/2014/main" id="{70871777-1CC4-46CB-8EB7-B1DE3217D445}"/>
              </a:ext>
            </a:extLst>
          </p:cNvPr>
          <p:cNvSpPr>
            <a:spLocks noGrp="1"/>
          </p:cNvSpPr>
          <p:nvPr>
            <p:ph type="title" hasCustomPrompt="1"/>
          </p:nvPr>
        </p:nvSpPr>
        <p:spPr bwMode="gray"/>
        <p:txBody>
          <a:bodyPr/>
          <a:lstStyle>
            <a:lvl1pPr>
              <a:defRPr/>
            </a:lvl1pPr>
          </a:lstStyle>
          <a:p>
            <a:r>
              <a:rPr lang="en-US"/>
              <a:t>Slide title; Arial 22pt bold, sentence case (1 line)</a:t>
            </a:r>
          </a:p>
        </p:txBody>
      </p:sp>
    </p:spTree>
    <p:extLst>
      <p:ext uri="{BB962C8B-B14F-4D97-AF65-F5344CB8AC3E}">
        <p14:creationId xmlns:p14="http://schemas.microsoft.com/office/powerpoint/2010/main" val="1078718518"/>
      </p:ext>
    </p:extLst>
  </p:cSld>
  <p:clrMapOvr>
    <a:masterClrMapping/>
  </p:clrMapOvr>
  <p:extLst>
    <p:ext uri="{DCECCB84-F9BA-43D5-87BE-67443E8EF086}">
      <p15:sldGuideLst xmlns:p15="http://schemas.microsoft.com/office/powerpoint/2012/main">
        <p15:guide id="1" orient="horz" pos="3776" userDrawn="1">
          <p15:clr>
            <a:srgbClr val="FBAE40"/>
          </p15:clr>
        </p15:guide>
        <p15:guide id="2" orient="horz" pos="603" userDrawn="1">
          <p15:clr>
            <a:srgbClr val="FBAE40"/>
          </p15:clr>
        </p15:guide>
        <p15:guide id="3" orient="horz" pos="1014" userDrawn="1">
          <p15:clr>
            <a:srgbClr val="FBAE40"/>
          </p15:clr>
        </p15:guide>
        <p15:guide id="4" orient="horz" pos="34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sp>
        <p:nvSpPr>
          <p:cNvPr id="6" name="Date Placeholder 5" hidden="1">
            <a:extLst>
              <a:ext uri="{FF2B5EF4-FFF2-40B4-BE49-F238E27FC236}">
                <a16:creationId xmlns:a16="http://schemas.microsoft.com/office/drawing/2014/main" id="{371431DB-E6A6-49C5-8087-27C6A3B2A54B}"/>
              </a:ext>
            </a:extLst>
          </p:cNvPr>
          <p:cNvSpPr>
            <a:spLocks noGrp="1"/>
          </p:cNvSpPr>
          <p:nvPr>
            <p:ph type="dt" sz="half" idx="10"/>
          </p:nvPr>
        </p:nvSpPr>
        <p:spPr/>
        <p:txBody>
          <a:bodyPr/>
          <a:lstStyle/>
          <a:p>
            <a:fld id="{C9C2E934-DCF6-42A5-85FE-8C1CB869FF21}" type="datetime1">
              <a:rPr lang="en-US" smtClean="0"/>
              <a:t>9/17/2026</a:t>
            </a:fld>
            <a:endParaRPr lang="en-US"/>
          </a:p>
        </p:txBody>
      </p:sp>
      <p:sp>
        <p:nvSpPr>
          <p:cNvPr id="8" name="Slide Number Placeholder 7" hidden="1">
            <a:extLst>
              <a:ext uri="{FF2B5EF4-FFF2-40B4-BE49-F238E27FC236}">
                <a16:creationId xmlns:a16="http://schemas.microsoft.com/office/drawing/2014/main" id="{8B45D769-A041-452F-B2B9-DCBF82634579}"/>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7" name="Footer Placeholder 6" hidden="1">
            <a:extLst>
              <a:ext uri="{FF2B5EF4-FFF2-40B4-BE49-F238E27FC236}">
                <a16:creationId xmlns:a16="http://schemas.microsoft.com/office/drawing/2014/main" id="{2F19E74A-0080-4967-9833-9ACB7226DDE7}"/>
              </a:ext>
            </a:extLst>
          </p:cNvPr>
          <p:cNvSpPr>
            <a:spLocks noGrp="1"/>
          </p:cNvSpPr>
          <p:nvPr>
            <p:ph type="ftr" sz="quarter" idx="11"/>
          </p:nvPr>
        </p:nvSpPr>
        <p:spPr/>
        <p:txBody>
          <a:bodyPr/>
          <a:lstStyle/>
          <a:p>
            <a:r>
              <a:rPr lang="en-US"/>
              <a:t>Confidential property of Optum. Do not distribute or reproduce without express permission from Optum.</a:t>
            </a:r>
          </a:p>
        </p:txBody>
      </p:sp>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57199" y="555639"/>
            <a:ext cx="9601200" cy="609398"/>
          </a:xfrm>
        </p:spPr>
        <p:txBody>
          <a:bodyPr/>
          <a:lstStyle>
            <a:lvl1pPr>
              <a:defRPr/>
            </a:lvl1pPr>
          </a:lstStyle>
          <a:p>
            <a:r>
              <a:rPr lang="en-US"/>
              <a:t>Slide title; Arial 22pt bold, sentence case. This layout accommodates a slide title that extends downward to a second line (max. 2 lines).</a:t>
            </a:r>
          </a:p>
        </p:txBody>
      </p:sp>
    </p:spTree>
    <p:extLst>
      <p:ext uri="{BB962C8B-B14F-4D97-AF65-F5344CB8AC3E}">
        <p14:creationId xmlns:p14="http://schemas.microsoft.com/office/powerpoint/2010/main" val="975390374"/>
      </p:ext>
    </p:extLst>
  </p:cSld>
  <p:clrMapOvr>
    <a:masterClrMapping/>
  </p:clrMapOvr>
  <p:extLst>
    <p:ext uri="{DCECCB84-F9BA-43D5-87BE-67443E8EF086}">
      <p15:sldGuideLst xmlns:p15="http://schemas.microsoft.com/office/powerpoint/2012/main">
        <p15:guide id="1" orient="horz" pos="3776" userDrawn="1">
          <p15:clr>
            <a:srgbClr val="FBAE40"/>
          </p15:clr>
        </p15:guide>
        <p15:guide id="3" orient="horz" pos="1016" userDrawn="1">
          <p15:clr>
            <a:srgbClr val="FBAE40"/>
          </p15:clr>
        </p15:guide>
        <p15:guide id="4" orient="horz" pos="3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91B49150-1D91-41AC-9706-7B003B9B505B}" type="datetime1">
              <a:rPr lang="en-US" smtClean="0"/>
              <a:t>9/17/2026</a:t>
            </a:fld>
            <a:endParaRPr lang="en-US"/>
          </a:p>
        </p:txBody>
      </p:sp>
      <p:sp>
        <p:nvSpPr>
          <p:cNvPr id="6" name="Slide Number Placeholder 5" hidden="1">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Footer Placeholder 4" hidden="1">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3" name="Content Placeholder 2">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3F07F8-7529-498B-8D34-E0851EDB82CA}"/>
              </a:ext>
            </a:extLst>
          </p:cNvPr>
          <p:cNvSpPr>
            <a:spLocks noGrp="1"/>
          </p:cNvSpPr>
          <p:nvPr>
            <p:ph type="title" hasCustomPrompt="1"/>
          </p:nvPr>
        </p:nvSpPr>
        <p:spPr bwMode="gray"/>
        <p:txBody>
          <a:bodyPr/>
          <a:lstStyle>
            <a:lvl1pPr>
              <a:defRPr/>
            </a:lvl1pPr>
          </a:lstStyle>
          <a:p>
            <a:r>
              <a:rPr lang="en-US"/>
              <a:t>Slide title; Arial 22pt bold, sentence case (1 line)</a:t>
            </a:r>
          </a:p>
        </p:txBody>
      </p:sp>
    </p:spTree>
    <p:extLst>
      <p:ext uri="{BB962C8B-B14F-4D97-AF65-F5344CB8AC3E}">
        <p14:creationId xmlns:p14="http://schemas.microsoft.com/office/powerpoint/2010/main" val="1217844453"/>
      </p:ext>
    </p:extLst>
  </p:cSld>
  <p:clrMapOvr>
    <a:masterClrMapping/>
  </p:clrMapOvr>
  <p:extLst>
    <p:ext uri="{DCECCB84-F9BA-43D5-87BE-67443E8EF086}">
      <p15:sldGuideLst xmlns:p15="http://schemas.microsoft.com/office/powerpoint/2012/main">
        <p15:guide id="1" orient="horz" pos="3776" userDrawn="1">
          <p15:clr>
            <a:srgbClr val="FBAE40"/>
          </p15:clr>
        </p15:guide>
        <p15:guide id="2" orient="horz" pos="792" userDrawn="1">
          <p15:clr>
            <a:srgbClr val="FBAE40"/>
          </p15:clr>
        </p15:guide>
        <p15:guide id="3" orient="horz" pos="3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1" hidden="1">
            <a:extLst>
              <a:ext uri="{FF2B5EF4-FFF2-40B4-BE49-F238E27FC236}">
                <a16:creationId xmlns:a16="http://schemas.microsoft.com/office/drawing/2014/main" id="{2A88930E-BBA5-4E1B-A5EF-DED17AD07096}"/>
              </a:ext>
            </a:extLst>
          </p:cNvPr>
          <p:cNvSpPr>
            <a:spLocks noGrp="1"/>
          </p:cNvSpPr>
          <p:nvPr>
            <p:ph type="dt" sz="half" idx="10"/>
          </p:nvPr>
        </p:nvSpPr>
        <p:spPr/>
        <p:txBody>
          <a:bodyPr/>
          <a:lstStyle/>
          <a:p>
            <a:fld id="{0979BA85-8310-4250-AB3A-A97C30E154CC}" type="datetime1">
              <a:rPr lang="en-US" smtClean="0"/>
              <a:t>9/17/2026</a:t>
            </a:fld>
            <a:endParaRPr lang="en-US"/>
          </a:p>
        </p:txBody>
      </p:sp>
      <p:sp>
        <p:nvSpPr>
          <p:cNvPr id="4" name="Slide Number Placeholder 3" hidden="1">
            <a:extLst>
              <a:ext uri="{FF2B5EF4-FFF2-40B4-BE49-F238E27FC236}">
                <a16:creationId xmlns:a16="http://schemas.microsoft.com/office/drawing/2014/main" id="{7F8E785F-27DE-459F-AC73-FAA76F4C475F}"/>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3" name="Footer Placeholder 2" hidden="1">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Tree>
    <p:extLst>
      <p:ext uri="{BB962C8B-B14F-4D97-AF65-F5344CB8AC3E}">
        <p14:creationId xmlns:p14="http://schemas.microsoft.com/office/powerpoint/2010/main" val="3283214495"/>
      </p:ext>
    </p:extLst>
  </p:cSld>
  <p:clrMapOvr>
    <a:masterClrMapping/>
  </p:clrMapOvr>
  <p:extLst>
    <p:ext uri="{DCECCB84-F9BA-43D5-87BE-67443E8EF086}">
      <p15:sldGuideLst xmlns:p15="http://schemas.microsoft.com/office/powerpoint/2012/main">
        <p15:guide id="1" orient="horz" pos="3776" userDrawn="1">
          <p15:clr>
            <a:srgbClr val="FBAE40"/>
          </p15:clr>
        </p15:guide>
        <p15:guide id="4" orient="horz" pos="34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Orange 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3485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9/17/2026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1"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113159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Tree>
    <p:extLst>
      <p:ext uri="{BB962C8B-B14F-4D97-AF65-F5344CB8AC3E}">
        <p14:creationId xmlns:p14="http://schemas.microsoft.com/office/powerpoint/2010/main" val="2335421038"/>
      </p:ext>
    </p:extLst>
  </p:cSld>
  <p:clrMapOvr>
    <a:masterClrMapping/>
  </p:clrMapOvr>
  <p:extLst>
    <p:ext uri="{DCECCB84-F9BA-43D5-87BE-67443E8EF086}">
      <p15:sldGuideLst xmlns:p15="http://schemas.microsoft.com/office/powerpoint/2012/main">
        <p15:guide id="1" orient="horz" pos="1160" userDrawn="1">
          <p15:clr>
            <a:srgbClr val="FBAE40"/>
          </p15:clr>
        </p15:guide>
        <p15:guide id="2" pos="1245" userDrawn="1">
          <p15:clr>
            <a:srgbClr val="FBAE40"/>
          </p15:clr>
        </p15:guide>
        <p15:guide id="3" pos="6433" userDrawn="1">
          <p15:clr>
            <a:srgbClr val="FBAE40"/>
          </p15:clr>
        </p15:guide>
        <p15:guide id="4" orient="horz" pos="2923"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9/17/2026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pic>
        <p:nvPicPr>
          <p:cNvPr id="12" name="Quote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705903"/>
            <a:ext cx="473085" cy="473085"/>
          </a:xfrm>
          <a:prstGeom prst="rect">
            <a:avLst/>
          </a:prstGeom>
        </p:spPr>
      </p:pic>
      <p:sp>
        <p:nvSpPr>
          <p:cNvPr id="13" name="Picture Placeholder 7">
            <a:extLst>
              <a:ext uri="{FF2B5EF4-FFF2-40B4-BE49-F238E27FC236}">
                <a16:creationId xmlns:a16="http://schemas.microsoft.com/office/drawing/2014/main" id="{D951BDD7-02E7-4695-9F59-170E730D05B2}"/>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accent6"/>
                </a:solidFill>
              </a:defRPr>
            </a:lvl1pPr>
          </a:lstStyle>
          <a:p>
            <a:r>
              <a:rPr lang="en-US"/>
              <a:t>Insert attribution photo</a:t>
            </a:r>
          </a:p>
        </p:txBody>
      </p:sp>
    </p:spTree>
    <p:extLst>
      <p:ext uri="{BB962C8B-B14F-4D97-AF65-F5344CB8AC3E}">
        <p14:creationId xmlns:p14="http://schemas.microsoft.com/office/powerpoint/2010/main" val="3320868232"/>
      </p:ext>
    </p:extLst>
  </p:cSld>
  <p:clrMapOvr>
    <a:masterClrMapping/>
  </p:clrMapOvr>
  <p:extLst>
    <p:ext uri="{DCECCB84-F9BA-43D5-87BE-67443E8EF086}">
      <p15:sldGuideLst xmlns:p15="http://schemas.microsoft.com/office/powerpoint/2012/main">
        <p15:guide id="1" pos="1248" userDrawn="1">
          <p15:clr>
            <a:srgbClr val="FFC000"/>
          </p15:clr>
        </p15:guide>
        <p15:guide id="2" pos="6432" userDrawn="1">
          <p15:clr>
            <a:srgbClr val="FFC000"/>
          </p15:clr>
        </p15:guide>
        <p15:guide id="3" orient="horz" pos="904" userDrawn="1">
          <p15:clr>
            <a:srgbClr val="FFC000"/>
          </p15:clr>
        </p15:guide>
        <p15:guide id="4" orient="horz" pos="2448" userDrawn="1">
          <p15:clr>
            <a:srgbClr val="FFC00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02">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9/17/2026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1"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113159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Tree>
    <p:extLst>
      <p:ext uri="{BB962C8B-B14F-4D97-AF65-F5344CB8AC3E}">
        <p14:creationId xmlns:p14="http://schemas.microsoft.com/office/powerpoint/2010/main" val="3207771130"/>
      </p:ext>
    </p:extLst>
  </p:cSld>
  <p:clrMapOvr>
    <a:masterClrMapping/>
  </p:clrMapOvr>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with Photo 02">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3B8E4E7-F449-402F-9339-239906911B51}" type="datetime1">
              <a:rPr lang="en-US" smtClean="0"/>
              <a:t>9/17/2026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pic>
        <p:nvPicPr>
          <p:cNvPr id="12" name="Quote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705903"/>
            <a:ext cx="473085" cy="473085"/>
          </a:xfrm>
          <a:prstGeom prst="rect">
            <a:avLst/>
          </a:prstGeom>
        </p:spPr>
      </p:pic>
      <p:sp>
        <p:nvSpPr>
          <p:cNvPr id="13" name="Picture Placeholder 7">
            <a:extLst>
              <a:ext uri="{FF2B5EF4-FFF2-40B4-BE49-F238E27FC236}">
                <a16:creationId xmlns:a16="http://schemas.microsoft.com/office/drawing/2014/main" id="{D951BDD7-02E7-4695-9F59-170E730D05B2}"/>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tx1"/>
                </a:solidFill>
              </a:defRPr>
            </a:lvl1pPr>
          </a:lstStyle>
          <a:p>
            <a:r>
              <a:rPr lang="en-US"/>
              <a:t>Insert attribution photo</a:t>
            </a:r>
          </a:p>
        </p:txBody>
      </p:sp>
    </p:spTree>
    <p:extLst>
      <p:ext uri="{BB962C8B-B14F-4D97-AF65-F5344CB8AC3E}">
        <p14:creationId xmlns:p14="http://schemas.microsoft.com/office/powerpoint/2010/main" val="352463988"/>
      </p:ext>
    </p:extLst>
  </p:cSld>
  <p:clrMapOvr>
    <a:masterClrMapping/>
  </p:clrMapOvr>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036ADD23-4A78-494A-B65C-40278CD67B03}" type="datetime1">
              <a:rPr lang="en-US" smtClean="0"/>
              <a:t>9/17/2026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3924300"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3924300" y="3708424"/>
            <a:ext cx="4343400" cy="230832"/>
          </a:xfrm>
        </p:spPr>
        <p:txBody>
          <a:bodyPr>
            <a:spAutoFit/>
          </a:bodyPr>
          <a:lstStyle>
            <a:lvl1pPr algn="ctr">
              <a:defRPr sz="1500"/>
            </a:lvl1pPr>
          </a:lstStyle>
          <a:p>
            <a:pPr lvl="0"/>
            <a:r>
              <a:rPr lang="en-US"/>
              <a:t>Context about fact</a:t>
            </a:r>
          </a:p>
        </p:txBody>
      </p:sp>
    </p:spTree>
    <p:extLst>
      <p:ext uri="{BB962C8B-B14F-4D97-AF65-F5344CB8AC3E}">
        <p14:creationId xmlns:p14="http://schemas.microsoft.com/office/powerpoint/2010/main" val="4214562763"/>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036ADD23-4A78-494A-B65C-40278CD67B03}" type="datetime1">
              <a:rPr lang="en-US" smtClean="0"/>
              <a:t>9/17/2026</a:t>
            </a:fld>
            <a:endParaRPr lang="en-US"/>
          </a:p>
        </p:txBody>
      </p:sp>
      <p:sp>
        <p:nvSpPr>
          <p:cNvPr id="5" name="Slide Number Placeholder 4" hidden="1">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4" name="Footer Placeholder 3" hidden="1">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lvl1pPr>
          </a:lstStyle>
          <a:p>
            <a:pPr lvl="0"/>
            <a:r>
              <a:rPr lang="en-US"/>
              <a:t>Context about fact</a:t>
            </a:r>
          </a:p>
        </p:txBody>
      </p:sp>
      <p:sp>
        <p:nvSpPr>
          <p:cNvPr id="7" name="Text Placeholder 5">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8" name="Text Placeholder 8">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lvl1pPr>
          </a:lstStyle>
          <a:p>
            <a:pPr lvl="0"/>
            <a:r>
              <a:rPr lang="en-US"/>
              <a:t>Context about fact</a:t>
            </a:r>
          </a:p>
        </p:txBody>
      </p:sp>
    </p:spTree>
    <p:extLst>
      <p:ext uri="{BB962C8B-B14F-4D97-AF65-F5344CB8AC3E}">
        <p14:creationId xmlns:p14="http://schemas.microsoft.com/office/powerpoint/2010/main" val="2863239634"/>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Orange 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48407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2022 Optum, Inc. All rights reserved. </a:t>
            </a:r>
          </a:p>
        </p:txBody>
      </p:sp>
      <p:pic>
        <p:nvPicPr>
          <p:cNvPr id="6" name="Optum logo" descr="Optum logo">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1" y="2837147"/>
            <a:ext cx="4088119" cy="1183707"/>
          </a:xfrm>
          <a:prstGeom prst="rect">
            <a:avLst/>
          </a:prstGeom>
        </p:spPr>
      </p:pic>
    </p:spTree>
    <p:extLst>
      <p:ext uri="{BB962C8B-B14F-4D97-AF65-F5344CB8AC3E}">
        <p14:creationId xmlns:p14="http://schemas.microsoft.com/office/powerpoint/2010/main" val="2004102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C4000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Orange 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53723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AF0C85-44B2-4CC0-932D-2F9ADF1FFD31}"/>
              </a:ext>
            </a:extLst>
          </p:cNvPr>
          <p:cNvSpPr>
            <a:spLocks noGrp="1"/>
          </p:cNvSpPr>
          <p:nvPr>
            <p:ph type="subTitle" idx="1" hasCustomPrompt="1"/>
          </p:nvPr>
        </p:nvSpPr>
        <p:spPr bwMode="gray">
          <a:xfrm>
            <a:off x="1524000" y="3602038"/>
            <a:ext cx="9144000" cy="1130600"/>
          </a:xfrm>
        </p:spPr>
        <p:txBody>
          <a:bodyPr/>
          <a:lstStyle>
            <a:lvl1pPr marL="0" indent="0" algn="ctr">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This layout is not intended for use within Optum presentations.</a:t>
            </a:r>
          </a:p>
        </p:txBody>
      </p:sp>
      <p:sp>
        <p:nvSpPr>
          <p:cNvPr id="4" name="Date Placeholder 3">
            <a:extLst>
              <a:ext uri="{FF2B5EF4-FFF2-40B4-BE49-F238E27FC236}">
                <a16:creationId xmlns:a16="http://schemas.microsoft.com/office/drawing/2014/main" id="{372CD502-C58E-4BBA-9A0D-8801688B5209}"/>
              </a:ext>
            </a:extLst>
          </p:cNvPr>
          <p:cNvSpPr>
            <a:spLocks noGrp="1"/>
          </p:cNvSpPr>
          <p:nvPr>
            <p:ph type="dt" sz="half" idx="10"/>
          </p:nvPr>
        </p:nvSpPr>
        <p:spPr bwMode="gray"/>
        <p:txBody>
          <a:bodyPr/>
          <a:lstStyle/>
          <a:p>
            <a:fld id="{62F8985E-27B6-4353-B1C2-FF7D91FB676E}" type="datetime1">
              <a:rPr lang="en-US" smtClean="0"/>
              <a:t>9/17/2026</a:t>
            </a:fld>
            <a:endParaRPr lang="en-US"/>
          </a:p>
        </p:txBody>
      </p:sp>
      <p:sp>
        <p:nvSpPr>
          <p:cNvPr id="5" name="Footer Placeholder 4">
            <a:extLst>
              <a:ext uri="{FF2B5EF4-FFF2-40B4-BE49-F238E27FC236}">
                <a16:creationId xmlns:a16="http://schemas.microsoft.com/office/drawing/2014/main" id="{6A126410-8F3C-4F0B-B7C5-2D48B3EF1A6A}"/>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D02FE67C-069E-48A9-B723-DEF10C50C01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TextBox 6">
            <a:extLst>
              <a:ext uri="{FF2B5EF4-FFF2-40B4-BE49-F238E27FC236}">
                <a16:creationId xmlns:a16="http://schemas.microsoft.com/office/drawing/2014/main" id="{57B99AAD-1C70-4066-97B8-7CB0AFCDBCB0}"/>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8" name="Multiply 45" descr="A large &quot;x&quot; indicating that this layout is not approved for use.">
            <a:extLst>
              <a:ext uri="{FF2B5EF4-FFF2-40B4-BE49-F238E27FC236}">
                <a16:creationId xmlns:a16="http://schemas.microsoft.com/office/drawing/2014/main" id="{CC7F2822-6E66-4825-AC91-8ACF317F5B78}"/>
              </a:ext>
              <a:ext uri="{C183D7F6-B498-43B3-948B-1728B52AA6E4}">
                <adec:decorative xmlns:adec="http://schemas.microsoft.com/office/drawing/2017/decorative" val="0"/>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
        <p:nvSpPr>
          <p:cNvPr id="2" name="Title 1">
            <a:extLst>
              <a:ext uri="{FF2B5EF4-FFF2-40B4-BE49-F238E27FC236}">
                <a16:creationId xmlns:a16="http://schemas.microsoft.com/office/drawing/2014/main" id="{B7568664-50C7-4DB8-8C47-CFB226FB188C}"/>
              </a:ext>
            </a:extLst>
          </p:cNvPr>
          <p:cNvSpPr>
            <a:spLocks noGrp="1"/>
          </p:cNvSpPr>
          <p:nvPr>
            <p:ph type="ctrTitle" hasCustomPrompt="1"/>
          </p:nvPr>
        </p:nvSpPr>
        <p:spPr bwMode="gray">
          <a:xfrm>
            <a:off x="1524000" y="2886715"/>
            <a:ext cx="9144000" cy="623248"/>
          </a:xfrm>
        </p:spPr>
        <p:txBody>
          <a:bodyPr anchor="b"/>
          <a:lstStyle>
            <a:lvl1pPr algn="ctr">
              <a:defRPr sz="4500"/>
            </a:lvl1pPr>
          </a:lstStyle>
          <a:p>
            <a:r>
              <a:rPr lang="en-US"/>
              <a:t>Not for use. Microsoft default.</a:t>
            </a:r>
          </a:p>
        </p:txBody>
      </p:sp>
    </p:spTree>
    <p:extLst>
      <p:ext uri="{BB962C8B-B14F-4D97-AF65-F5344CB8AC3E}">
        <p14:creationId xmlns:p14="http://schemas.microsoft.com/office/powerpoint/2010/main" val="4191430146"/>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B14AA-3234-4FFB-B4D3-512ED6FA45CB}"/>
              </a:ext>
            </a:extLst>
          </p:cNvPr>
          <p:cNvSpPr>
            <a:spLocks noGrp="1"/>
          </p:cNvSpPr>
          <p:nvPr>
            <p:ph type="title" hasCustomPrompt="1"/>
          </p:nvPr>
        </p:nvSpPr>
        <p:spPr bwMode="gray">
          <a:xfrm>
            <a:off x="457199" y="555639"/>
            <a:ext cx="11274425" cy="304699"/>
          </a:xfrm>
        </p:spPr>
        <p:txBody>
          <a:bodyPr/>
          <a:lstStyle>
            <a:lvl1pPr>
              <a:defRPr/>
            </a:lvl1pPr>
          </a:lstStyle>
          <a:p>
            <a:r>
              <a:rPr lang="en-US"/>
              <a:t>Not for use. This is a Microsoft default.</a:t>
            </a:r>
          </a:p>
        </p:txBody>
      </p:sp>
      <p:sp>
        <p:nvSpPr>
          <p:cNvPr id="3" name="Content Placeholder 2">
            <a:extLst>
              <a:ext uri="{FF2B5EF4-FFF2-40B4-BE49-F238E27FC236}">
                <a16:creationId xmlns:a16="http://schemas.microsoft.com/office/drawing/2014/main" id="{4ABCB17D-A7A6-41F6-83CB-566500CE0480}"/>
              </a:ext>
            </a:extLst>
          </p:cNvPr>
          <p:cNvSpPr>
            <a:spLocks noGrp="1"/>
          </p:cNvSpPr>
          <p:nvPr>
            <p:ph sz="half" idx="1" hasCustomPrompt="1"/>
          </p:nvPr>
        </p:nvSpPr>
        <p:spPr bwMode="gray">
          <a:xfrm>
            <a:off x="838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EF25F9-31AF-45D7-90BD-D4D634628BC9}"/>
              </a:ext>
            </a:extLst>
          </p:cNvPr>
          <p:cNvSpPr>
            <a:spLocks noGrp="1"/>
          </p:cNvSpPr>
          <p:nvPr>
            <p:ph sz="half" idx="2" hasCustomPrompt="1"/>
          </p:nvPr>
        </p:nvSpPr>
        <p:spPr bwMode="gray">
          <a:xfrm>
            <a:off x="6172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220815-B520-464A-809E-9A762EE28066}"/>
              </a:ext>
            </a:extLst>
          </p:cNvPr>
          <p:cNvSpPr>
            <a:spLocks noGrp="1"/>
          </p:cNvSpPr>
          <p:nvPr>
            <p:ph type="dt" sz="half" idx="10"/>
          </p:nvPr>
        </p:nvSpPr>
        <p:spPr bwMode="gray"/>
        <p:txBody>
          <a:bodyPr/>
          <a:lstStyle/>
          <a:p>
            <a:fld id="{DFC8DD5C-8FB7-4018-9662-98EAE87793EC}" type="datetime1">
              <a:rPr lang="en-US" smtClean="0"/>
              <a:t>9/17/2026</a:t>
            </a:fld>
            <a:endParaRPr lang="en-US"/>
          </a:p>
        </p:txBody>
      </p:sp>
      <p:sp>
        <p:nvSpPr>
          <p:cNvPr id="6" name="Footer Placeholder 5">
            <a:extLst>
              <a:ext uri="{FF2B5EF4-FFF2-40B4-BE49-F238E27FC236}">
                <a16:creationId xmlns:a16="http://schemas.microsoft.com/office/drawing/2014/main" id="{562DD608-68C8-4550-8B5B-0AD9AE479018}"/>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469831F6-C4D6-424D-B187-C11B57AE40D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8" name="TextBox 7">
            <a:extLst>
              <a:ext uri="{FF2B5EF4-FFF2-40B4-BE49-F238E27FC236}">
                <a16:creationId xmlns:a16="http://schemas.microsoft.com/office/drawing/2014/main" id="{CD70083E-4733-4C8E-B27B-09B287FF1688}"/>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9" name="Multiply 45" descr="A large &quot;x&quot; indicating that this layout is not approved for use.">
            <a:extLst>
              <a:ext uri="{FF2B5EF4-FFF2-40B4-BE49-F238E27FC236}">
                <a16:creationId xmlns:a16="http://schemas.microsoft.com/office/drawing/2014/main" id="{E3B84647-6F26-4054-9D48-B442E97479F6}"/>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50800" cap="rnd"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2711221741"/>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E2E3-6B30-46B0-B4B4-027D6D07175E}"/>
              </a:ext>
            </a:extLst>
          </p:cNvPr>
          <p:cNvSpPr>
            <a:spLocks noGrp="1"/>
          </p:cNvSpPr>
          <p:nvPr>
            <p:ph type="title" hasCustomPrompt="1"/>
          </p:nvPr>
        </p:nvSpPr>
        <p:spPr bwMode="gray">
          <a:xfrm>
            <a:off x="457199" y="555639"/>
            <a:ext cx="11274426" cy="304699"/>
          </a:xfrm>
        </p:spPr>
        <p:txBody>
          <a:bodyPr/>
          <a:lstStyle>
            <a:lvl1pPr>
              <a:defRPr/>
            </a:lvl1pPr>
          </a:lstStyle>
          <a:p>
            <a:r>
              <a:rPr lang="en-US"/>
              <a:t>Not for use. This is a Microsoft default.</a:t>
            </a:r>
          </a:p>
        </p:txBody>
      </p:sp>
      <p:sp>
        <p:nvSpPr>
          <p:cNvPr id="3" name="Text Placeholder 2">
            <a:extLst>
              <a:ext uri="{FF2B5EF4-FFF2-40B4-BE49-F238E27FC236}">
                <a16:creationId xmlns:a16="http://schemas.microsoft.com/office/drawing/2014/main" id="{FCE00B74-BF12-4966-8AA7-173AC3483119}"/>
              </a:ext>
            </a:extLst>
          </p:cNvPr>
          <p:cNvSpPr>
            <a:spLocks noGrp="1"/>
          </p:cNvSpPr>
          <p:nvPr>
            <p:ph type="body" idx="1"/>
          </p:nvPr>
        </p:nvSpPr>
        <p:spPr bwMode="gray">
          <a:xfrm>
            <a:off x="839787" y="1469346"/>
            <a:ext cx="5184132"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024F8A-D5E1-459D-8864-ECDE8305BEE3}"/>
              </a:ext>
            </a:extLst>
          </p:cNvPr>
          <p:cNvSpPr>
            <a:spLocks noGrp="1"/>
          </p:cNvSpPr>
          <p:nvPr>
            <p:ph sz="half" idx="2" hasCustomPrompt="1"/>
          </p:nvPr>
        </p:nvSpPr>
        <p:spPr bwMode="gray">
          <a:xfrm>
            <a:off x="839787" y="2293257"/>
            <a:ext cx="5184132" cy="352784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AA130C-8D3A-4BEE-B54E-02D7DF9EEB6D}"/>
              </a:ext>
            </a:extLst>
          </p:cNvPr>
          <p:cNvSpPr>
            <a:spLocks noGrp="1"/>
          </p:cNvSpPr>
          <p:nvPr>
            <p:ph type="body" sz="quarter" idx="3"/>
          </p:nvPr>
        </p:nvSpPr>
        <p:spPr bwMode="gray">
          <a:xfrm>
            <a:off x="6172200" y="1469346"/>
            <a:ext cx="5183188"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475553-3346-44A6-9C9C-B79A3C596C9C}"/>
              </a:ext>
            </a:extLst>
          </p:cNvPr>
          <p:cNvSpPr>
            <a:spLocks noGrp="1"/>
          </p:cNvSpPr>
          <p:nvPr>
            <p:ph sz="quarter" idx="4" hasCustomPrompt="1"/>
          </p:nvPr>
        </p:nvSpPr>
        <p:spPr bwMode="gray">
          <a:xfrm>
            <a:off x="6172200" y="2293258"/>
            <a:ext cx="5183188" cy="3527844"/>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1E6BBF-F3E7-49D2-A6BF-EC70F1823AB9}"/>
              </a:ext>
            </a:extLst>
          </p:cNvPr>
          <p:cNvSpPr>
            <a:spLocks noGrp="1"/>
          </p:cNvSpPr>
          <p:nvPr>
            <p:ph type="dt" sz="half" idx="10"/>
          </p:nvPr>
        </p:nvSpPr>
        <p:spPr bwMode="gray"/>
        <p:txBody>
          <a:bodyPr/>
          <a:lstStyle/>
          <a:p>
            <a:fld id="{BA550BF9-5CC0-45E0-A929-0C64F4DB7AB1}" type="datetime1">
              <a:rPr lang="en-US" smtClean="0"/>
              <a:t>9/17/2026</a:t>
            </a:fld>
            <a:endParaRPr lang="en-US"/>
          </a:p>
        </p:txBody>
      </p:sp>
      <p:sp>
        <p:nvSpPr>
          <p:cNvPr id="8" name="Footer Placeholder 7">
            <a:extLst>
              <a:ext uri="{FF2B5EF4-FFF2-40B4-BE49-F238E27FC236}">
                <a16:creationId xmlns:a16="http://schemas.microsoft.com/office/drawing/2014/main" id="{208D5CB4-1D71-40A2-9087-19CAB8292F6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64858ABD-186B-4697-ADA0-B1768243BB6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10" name="TextBox 9">
            <a:extLst>
              <a:ext uri="{FF2B5EF4-FFF2-40B4-BE49-F238E27FC236}">
                <a16:creationId xmlns:a16="http://schemas.microsoft.com/office/drawing/2014/main" id="{E00E51F3-FA16-4CC6-97C6-6EECCB9AFCB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11" name="Multiply 45" descr="A large &quot;x&quot; indicating that this layout is not approved for use.">
            <a:extLst>
              <a:ext uri="{FF2B5EF4-FFF2-40B4-BE49-F238E27FC236}">
                <a16:creationId xmlns:a16="http://schemas.microsoft.com/office/drawing/2014/main" id="{08AB274D-12CA-4F3C-A2F4-FCB00909EC9C}"/>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488667748"/>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8FED-F893-4202-9729-070B73F89088}"/>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3" name="Content Placeholder 2">
            <a:extLst>
              <a:ext uri="{FF2B5EF4-FFF2-40B4-BE49-F238E27FC236}">
                <a16:creationId xmlns:a16="http://schemas.microsoft.com/office/drawing/2014/main" id="{FAAB0851-1B55-4EF9-9DB6-030D02FC7FC5}"/>
              </a:ext>
            </a:extLst>
          </p:cNvPr>
          <p:cNvSpPr>
            <a:spLocks noGrp="1"/>
          </p:cNvSpPr>
          <p:nvPr>
            <p:ph idx="1" hasCustomPrompt="1"/>
          </p:nvPr>
        </p:nvSpPr>
        <p:spPr bwMode="gray">
          <a:xfrm>
            <a:off x="5183188" y="959471"/>
            <a:ext cx="6172200" cy="4531785"/>
          </a:xfrm>
        </p:spPr>
        <p:txBody>
          <a:bodyPr/>
          <a:lstStyle>
            <a:lvl1pPr>
              <a:defRPr sz="1800"/>
            </a:lvl1pPr>
            <a:lvl2pPr>
              <a:defRPr sz="18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CF252D-B8C8-459E-A3CF-ADE2DCB40929}"/>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5" name="Date Placeholder 4">
            <a:extLst>
              <a:ext uri="{FF2B5EF4-FFF2-40B4-BE49-F238E27FC236}">
                <a16:creationId xmlns:a16="http://schemas.microsoft.com/office/drawing/2014/main" id="{B5E4B62D-C99F-4CC3-9E19-1114B3E55C1F}"/>
              </a:ext>
            </a:extLst>
          </p:cNvPr>
          <p:cNvSpPr>
            <a:spLocks noGrp="1"/>
          </p:cNvSpPr>
          <p:nvPr>
            <p:ph type="dt" sz="half" idx="10"/>
          </p:nvPr>
        </p:nvSpPr>
        <p:spPr bwMode="gray"/>
        <p:txBody>
          <a:bodyPr/>
          <a:lstStyle/>
          <a:p>
            <a:fld id="{49DC409E-992A-4539-8EF9-A32E9543A062}" type="datetime1">
              <a:rPr lang="en-US" smtClean="0"/>
              <a:t>9/17/2026</a:t>
            </a:fld>
            <a:endParaRPr lang="en-US"/>
          </a:p>
        </p:txBody>
      </p:sp>
      <p:sp>
        <p:nvSpPr>
          <p:cNvPr id="6" name="Footer Placeholder 5">
            <a:extLst>
              <a:ext uri="{FF2B5EF4-FFF2-40B4-BE49-F238E27FC236}">
                <a16:creationId xmlns:a16="http://schemas.microsoft.com/office/drawing/2014/main" id="{1F63B6A4-E537-4167-B34F-EDFE426E1E8F}"/>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D8D5DB69-D84E-44DD-8501-317F2D6B91BC}"/>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9" name="TextBox 8">
            <a:extLst>
              <a:ext uri="{FF2B5EF4-FFF2-40B4-BE49-F238E27FC236}">
                <a16:creationId xmlns:a16="http://schemas.microsoft.com/office/drawing/2014/main" id="{2A212493-ED92-4B1B-901F-F8694A916BC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10" name="Multiply 45" descr="A large &quot;x&quot; indicating that this layout is not approved for use.">
            <a:extLst>
              <a:ext uri="{FF2B5EF4-FFF2-40B4-BE49-F238E27FC236}">
                <a16:creationId xmlns:a16="http://schemas.microsoft.com/office/drawing/2014/main" id="{6CB82732-EB0E-440B-A61E-F00B16BF0965}"/>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3119207609"/>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F256-EE8B-4C42-8A9F-D709E45FC9CE}"/>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3" name="Picture Placeholder 2">
            <a:extLst>
              <a:ext uri="{FF2B5EF4-FFF2-40B4-BE49-F238E27FC236}">
                <a16:creationId xmlns:a16="http://schemas.microsoft.com/office/drawing/2014/main" id="{F9491D2A-A402-47AC-9A86-6002422F21C9}"/>
              </a:ext>
            </a:extLst>
          </p:cNvPr>
          <p:cNvSpPr>
            <a:spLocks noGrp="1"/>
          </p:cNvSpPr>
          <p:nvPr>
            <p:ph type="pic" idx="1"/>
          </p:nvPr>
        </p:nvSpPr>
        <p:spPr bwMode="gray">
          <a:xfrm>
            <a:off x="5183188" y="959471"/>
            <a:ext cx="6172200" cy="4531785"/>
          </a:xfr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2DB0F51-CDD0-41D4-A559-624A4917070B}"/>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5" name="Date Placeholder 4">
            <a:extLst>
              <a:ext uri="{FF2B5EF4-FFF2-40B4-BE49-F238E27FC236}">
                <a16:creationId xmlns:a16="http://schemas.microsoft.com/office/drawing/2014/main" id="{14CD89A7-8ADC-4D39-B15F-96B3FCC81854}"/>
              </a:ext>
            </a:extLst>
          </p:cNvPr>
          <p:cNvSpPr>
            <a:spLocks noGrp="1"/>
          </p:cNvSpPr>
          <p:nvPr>
            <p:ph type="dt" sz="half" idx="10"/>
          </p:nvPr>
        </p:nvSpPr>
        <p:spPr bwMode="gray"/>
        <p:txBody>
          <a:bodyPr/>
          <a:lstStyle/>
          <a:p>
            <a:fld id="{93CC6C9D-7D35-441A-8E7D-B481D2DC7F21}" type="datetime1">
              <a:rPr lang="en-US" smtClean="0"/>
              <a:t>9/17/2026</a:t>
            </a:fld>
            <a:endParaRPr lang="en-US"/>
          </a:p>
        </p:txBody>
      </p:sp>
      <p:sp>
        <p:nvSpPr>
          <p:cNvPr id="6" name="Footer Placeholder 5">
            <a:extLst>
              <a:ext uri="{FF2B5EF4-FFF2-40B4-BE49-F238E27FC236}">
                <a16:creationId xmlns:a16="http://schemas.microsoft.com/office/drawing/2014/main" id="{17F543A3-3277-40A0-B1C2-CADD5AB0387B}"/>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F13D95E8-D049-4386-B18A-005E7667328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9" name="TextBox 8">
            <a:extLst>
              <a:ext uri="{FF2B5EF4-FFF2-40B4-BE49-F238E27FC236}">
                <a16:creationId xmlns:a16="http://schemas.microsoft.com/office/drawing/2014/main" id="{349FD152-129D-41A4-81CE-BC9A8DCD0B3A}"/>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10" name="Multiply 45" descr="A large &quot;x&quot; indicating that this layout is not approved for use.">
            <a:extLst>
              <a:ext uri="{FF2B5EF4-FFF2-40B4-BE49-F238E27FC236}">
                <a16:creationId xmlns:a16="http://schemas.microsoft.com/office/drawing/2014/main" id="{66B6567B-A13A-474B-8D2F-ECF1267DF687}"/>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103367083"/>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9D853-E248-4BE3-8F8C-4FF1369CBDAE}"/>
              </a:ext>
            </a:extLst>
          </p:cNvPr>
          <p:cNvSpPr>
            <a:spLocks noGrp="1"/>
          </p:cNvSpPr>
          <p:nvPr>
            <p:ph type="title" hasCustomPrompt="1"/>
          </p:nvPr>
        </p:nvSpPr>
        <p:spPr bwMode="gray"/>
        <p:txBody>
          <a:bodyPr/>
          <a:lstStyle/>
          <a:p>
            <a:r>
              <a:rPr lang="en-US"/>
              <a:t>Not for use. This is a Microsoft default.</a:t>
            </a:r>
          </a:p>
        </p:txBody>
      </p:sp>
      <p:sp>
        <p:nvSpPr>
          <p:cNvPr id="3" name="Vertical Text Placeholder 2">
            <a:extLst>
              <a:ext uri="{FF2B5EF4-FFF2-40B4-BE49-F238E27FC236}">
                <a16:creationId xmlns:a16="http://schemas.microsoft.com/office/drawing/2014/main" id="{E7268BF8-16E9-442C-865D-E015BE37821F}"/>
              </a:ext>
            </a:extLst>
          </p:cNvPr>
          <p:cNvSpPr>
            <a:spLocks noGrp="1"/>
          </p:cNvSpPr>
          <p:nvPr>
            <p:ph type="body" orient="vert" idx="1" hasCustomPrompt="1"/>
          </p:nvPr>
        </p:nvSpPr>
        <p:spPr bwMode="gray">
          <a:xfrm>
            <a:off x="1524000" y="1468197"/>
            <a:ext cx="9144000" cy="3930085"/>
          </a:xfrm>
        </p:spPr>
        <p:txBody>
          <a:bodyPr vert="eaVert"/>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B24B87-31C9-4BD9-B6CB-469EE19051A3}"/>
              </a:ext>
            </a:extLst>
          </p:cNvPr>
          <p:cNvSpPr>
            <a:spLocks noGrp="1"/>
          </p:cNvSpPr>
          <p:nvPr>
            <p:ph type="dt" sz="half" idx="10"/>
          </p:nvPr>
        </p:nvSpPr>
        <p:spPr bwMode="gray"/>
        <p:txBody>
          <a:bodyPr/>
          <a:lstStyle/>
          <a:p>
            <a:fld id="{BA27F08E-62AF-4984-9352-B1BF15FE0584}" type="datetime1">
              <a:rPr lang="en-US" smtClean="0"/>
              <a:t>9/17/2026</a:t>
            </a:fld>
            <a:endParaRPr lang="en-US"/>
          </a:p>
        </p:txBody>
      </p:sp>
      <p:sp>
        <p:nvSpPr>
          <p:cNvPr id="5" name="Footer Placeholder 4">
            <a:extLst>
              <a:ext uri="{FF2B5EF4-FFF2-40B4-BE49-F238E27FC236}">
                <a16:creationId xmlns:a16="http://schemas.microsoft.com/office/drawing/2014/main" id="{0765FB1D-8B17-4CDB-BAAD-56DCBE7C650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A563E8E-48A6-4825-9CB7-1E5880454802}"/>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TextBox 6">
            <a:extLst>
              <a:ext uri="{FF2B5EF4-FFF2-40B4-BE49-F238E27FC236}">
                <a16:creationId xmlns:a16="http://schemas.microsoft.com/office/drawing/2014/main" id="{C2B6F59F-8687-492F-A2D4-E8EBFECAC4AB}"/>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8" name="Multiply 45" descr="A large &quot;x&quot; indicating that this layout is not approved for use.">
            <a:extLst>
              <a:ext uri="{FF2B5EF4-FFF2-40B4-BE49-F238E27FC236}">
                <a16:creationId xmlns:a16="http://schemas.microsoft.com/office/drawing/2014/main" id="{340CE423-4A52-449C-9C78-E284D9A049E1}"/>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1500397949"/>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B8F935-64F2-4650-80FF-CFD09440797C}"/>
              </a:ext>
            </a:extLst>
          </p:cNvPr>
          <p:cNvSpPr>
            <a:spLocks noGrp="1"/>
          </p:cNvSpPr>
          <p:nvPr>
            <p:ph type="title" orient="vert" hasCustomPrompt="1"/>
          </p:nvPr>
        </p:nvSpPr>
        <p:spPr bwMode="gray">
          <a:xfrm>
            <a:off x="10945256" y="546100"/>
            <a:ext cx="786369" cy="5297292"/>
          </a:xfrm>
        </p:spPr>
        <p:txBody>
          <a:bodyPr vert="eaVert"/>
          <a:lstStyle/>
          <a:p>
            <a:r>
              <a:rPr lang="en-US"/>
              <a:t>Not for use. This is a Microsoft default.</a:t>
            </a:r>
          </a:p>
        </p:txBody>
      </p:sp>
      <p:sp>
        <p:nvSpPr>
          <p:cNvPr id="3" name="Vertical Text Placeholder 2">
            <a:extLst>
              <a:ext uri="{FF2B5EF4-FFF2-40B4-BE49-F238E27FC236}">
                <a16:creationId xmlns:a16="http://schemas.microsoft.com/office/drawing/2014/main" id="{1A0DAF3A-9FF6-438D-AEE6-0F69D361006E}"/>
              </a:ext>
            </a:extLst>
          </p:cNvPr>
          <p:cNvSpPr>
            <a:spLocks noGrp="1"/>
          </p:cNvSpPr>
          <p:nvPr>
            <p:ph type="body" orient="vert" idx="1" hasCustomPrompt="1"/>
          </p:nvPr>
        </p:nvSpPr>
        <p:spPr bwMode="gray">
          <a:xfrm>
            <a:off x="3058556" y="546100"/>
            <a:ext cx="7734300" cy="5297292"/>
          </a:xfrm>
        </p:spPr>
        <p:txBody>
          <a:bodyPr vert="eaVert"/>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8046B-162A-46A6-A5E8-53242F87888E}"/>
              </a:ext>
            </a:extLst>
          </p:cNvPr>
          <p:cNvSpPr>
            <a:spLocks noGrp="1"/>
          </p:cNvSpPr>
          <p:nvPr>
            <p:ph type="dt" sz="half" idx="10"/>
          </p:nvPr>
        </p:nvSpPr>
        <p:spPr bwMode="gray"/>
        <p:txBody>
          <a:bodyPr/>
          <a:lstStyle/>
          <a:p>
            <a:fld id="{64BD37AA-1D3A-4134-B436-1DCEC1BAB4B1}" type="datetime1">
              <a:rPr lang="en-US" smtClean="0"/>
              <a:t>9/17/2026</a:t>
            </a:fld>
            <a:endParaRPr lang="en-US"/>
          </a:p>
        </p:txBody>
      </p:sp>
      <p:sp>
        <p:nvSpPr>
          <p:cNvPr id="5" name="Footer Placeholder 4">
            <a:extLst>
              <a:ext uri="{FF2B5EF4-FFF2-40B4-BE49-F238E27FC236}">
                <a16:creationId xmlns:a16="http://schemas.microsoft.com/office/drawing/2014/main" id="{9D3EA6C7-F505-4DA8-9747-410A859FC904}"/>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8DD75DA2-D743-4167-8A0F-F9B035E62107}"/>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TextBox 6">
            <a:extLst>
              <a:ext uri="{FF2B5EF4-FFF2-40B4-BE49-F238E27FC236}">
                <a16:creationId xmlns:a16="http://schemas.microsoft.com/office/drawing/2014/main" id="{C05104E2-CEF6-4BD8-B7C0-2C8692A17794}"/>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8" name="Multiply 45" descr="A large &quot;x&quot; indicating that this layout is not approved for use.">
            <a:extLst>
              <a:ext uri="{FF2B5EF4-FFF2-40B4-BE49-F238E27FC236}">
                <a16:creationId xmlns:a16="http://schemas.microsoft.com/office/drawing/2014/main" id="{D8807564-3DF6-491D-A764-145269B5B371}"/>
              </a:ext>
            </a:extLst>
          </p:cNvPr>
          <p:cNvSpPr>
            <a:spLocks noChangeAspect="1"/>
          </p:cNvSpPr>
          <p:nvPr userDrawn="1"/>
        </p:nvSpPr>
        <p:spPr bwMode="gray">
          <a:xfrm>
            <a:off x="399748" y="93534"/>
            <a:ext cx="344720" cy="344720"/>
          </a:xfrm>
          <a:prstGeom prst="mathMultiply">
            <a:avLst>
              <a:gd name="adj1" fmla="val 11892"/>
            </a:avLst>
          </a:prstGeom>
          <a:solidFill>
            <a:srgbClr val="C4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defTabSz="1463675"/>
            <a:endParaRPr lang="en-US" sz="900">
              <a:solidFill>
                <a:schemeClr val="bg2"/>
              </a:solidFill>
              <a:latin typeface="+mj-lt"/>
            </a:endParaRPr>
          </a:p>
        </p:txBody>
      </p:sp>
    </p:spTree>
    <p:extLst>
      <p:ext uri="{BB962C8B-B14F-4D97-AF65-F5344CB8AC3E}">
        <p14:creationId xmlns:p14="http://schemas.microsoft.com/office/powerpoint/2010/main" val="1334358615"/>
      </p:ext>
    </p:extLst>
  </p:cSld>
  <p:clrMapOvr>
    <a:masterClrMapping/>
  </p:clrMapOvr>
  <p:extLst>
    <p:ext uri="{DCECCB84-F9BA-43D5-87BE-67443E8EF086}">
      <p15:sldGuideLst xmlns:p15="http://schemas.microsoft.com/office/powerpoint/2012/main">
        <p15:guide id="1" orient="horz" pos="3776" userDrawn="1">
          <p15:clr>
            <a:srgbClr val="F26B43"/>
          </p15:clr>
        </p15:guide>
        <p15:guide id="2" orient="horz" pos="344" userDrawn="1">
          <p15:clr>
            <a:srgbClr val="F26B43"/>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404812"/>
            <a:ext cx="1758315" cy="1000274"/>
          </a:xfrm>
          <a:prstGeom prst="rect">
            <a:avLst/>
          </a:prstGeom>
          <a:noFill/>
        </p:spPr>
        <p:txBody>
          <a:bodyPr wrap="square" lIns="0" tIns="0" rIns="0" bIns="0" rtlCol="0">
            <a:spAutoFit/>
          </a:bodyPr>
          <a:lstStyle/>
          <a:p>
            <a:pPr algn="l">
              <a:spcBef>
                <a:spcPts val="714"/>
              </a:spcBef>
            </a:pPr>
            <a:r>
              <a:rPr lang="en-US" sz="6500" b="1">
                <a:solidFill>
                  <a:schemeClr val="accent6"/>
                </a:solidFill>
              </a:rPr>
              <a:t>16:9</a:t>
            </a:r>
          </a:p>
        </p:txBody>
      </p:sp>
      <p:sp>
        <p:nvSpPr>
          <p:cNvPr id="22" name="TextBox 21">
            <a:extLst>
              <a:ext uri="{FF2B5EF4-FFF2-40B4-BE49-F238E27FC236}">
                <a16:creationId xmlns:a16="http://schemas.microsoft.com/office/drawing/2014/main" id="{3E57223A-B05B-4614-AAEA-675CF58D9E9B}"/>
              </a:ext>
            </a:extLst>
          </p:cNvPr>
          <p:cNvSpPr txBox="1"/>
          <p:nvPr userDrawn="1"/>
        </p:nvSpPr>
        <p:spPr bwMode="gray">
          <a:xfrm>
            <a:off x="824247" y="3177094"/>
            <a:ext cx="2436843" cy="615553"/>
          </a:xfrm>
          <a:prstGeom prst="rect">
            <a:avLst/>
          </a:prstGeom>
          <a:noFill/>
        </p:spPr>
        <p:txBody>
          <a:bodyPr wrap="square" lIns="0" tIns="0" rIns="0" bIns="0" rtlCol="0">
            <a:spAutoFit/>
          </a:bodyPr>
          <a:lstStyle/>
          <a:p>
            <a:pPr algn="l">
              <a:spcBef>
                <a:spcPts val="0"/>
              </a:spcBef>
            </a:pPr>
            <a:r>
              <a:rPr lang="en-US" sz="4000" b="0">
                <a:solidFill>
                  <a:schemeClr val="accent6"/>
                </a:solidFill>
              </a:rPr>
              <a:t>on-screen</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January 2024</a:t>
            </a:r>
          </a:p>
        </p:txBody>
      </p:sp>
      <p:pic>
        <p:nvPicPr>
          <p:cNvPr id="12" name="Picture 11" descr="Star icon">
            <a:extLst>
              <a:ext uri="{FF2B5EF4-FFF2-40B4-BE49-F238E27FC236}">
                <a16:creationId xmlns:a16="http://schemas.microsoft.com/office/drawing/2014/main" id="{82FEFB7F-0CFC-4989-B627-4D0D34B303E2}"/>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827390" y="4941778"/>
            <a:ext cx="587679" cy="587679"/>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a:solidFill>
                  <a:schemeClr val="accent6"/>
                </a:solidFill>
              </a:rPr>
              <a:t>Reminder: </a:t>
            </a:r>
            <a:r>
              <a:rPr lang="en-US" sz="1100">
                <a:solidFill>
                  <a:schemeClr val="tx1"/>
                </a:solidFill>
              </a:rPr>
              <a:t>Download a new template from</a:t>
            </a:r>
            <a:br>
              <a:rPr lang="en-US" sz="1100">
                <a:solidFill>
                  <a:schemeClr val="tx1"/>
                </a:solidFill>
              </a:rPr>
            </a:br>
            <a:r>
              <a:rPr lang="en-US" sz="1100">
                <a:solidFill>
                  <a:schemeClr val="tx1"/>
                </a:solidFill>
              </a:rPr>
              <a:t>Optum Brand Center </a:t>
            </a:r>
            <a:r>
              <a:rPr lang="en-US" sz="1100" b="1">
                <a:solidFill>
                  <a:schemeClr val="tx1"/>
                </a:solidFill>
              </a:rPr>
              <a:t>each time</a:t>
            </a:r>
            <a:r>
              <a:rPr lang="en-US" sz="1100">
                <a:solidFill>
                  <a:schemeClr val="tx1"/>
                </a:solidFill>
              </a:rPr>
              <a:t> a document is started. Templates continuously evolve.</a:t>
            </a:r>
          </a:p>
        </p:txBody>
      </p:sp>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bwMode="gray">
          <a:xfrm>
            <a:off x="5122888" y="4245508"/>
            <a:ext cx="3298775"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421497" y="4243004"/>
            <a:ext cx="3310128" cy="1859623"/>
          </a:xfrm>
          <a:prstGeom prst="rect">
            <a:avLst/>
          </a:prstGeom>
          <a:ln w="6350">
            <a:solidFill>
              <a:schemeClr val="accent2"/>
            </a:solidFill>
          </a:ln>
        </p:spPr>
      </p:pic>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6"/>
          <a:stretch>
            <a:fillRect/>
          </a:stretch>
        </p:blipFill>
        <p:spPr>
          <a:xfrm>
            <a:off x="5121966" y="525529"/>
            <a:ext cx="6609660" cy="3725696"/>
          </a:xfrm>
          <a:prstGeom prst="rect">
            <a:avLst/>
          </a:prstGeom>
          <a:ln w="6350">
            <a:solidFill>
              <a:schemeClr val="accent2"/>
            </a:solidFill>
          </a:ln>
        </p:spPr>
      </p:pic>
    </p:spTree>
    <p:extLst>
      <p:ext uri="{BB962C8B-B14F-4D97-AF65-F5344CB8AC3E}">
        <p14:creationId xmlns:p14="http://schemas.microsoft.com/office/powerpoint/2010/main" val="400031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07888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sp>
        <p:nvSpPr>
          <p:cNvPr id="10" name="Freeform 11">
            <a:extLst>
              <a:ext uri="{FF2B5EF4-FFF2-40B4-BE49-F238E27FC236}">
                <a16:creationId xmlns:a16="http://schemas.microsoft.com/office/drawing/2014/main" id="{018ADF08-66C4-7A27-5941-438B95462BC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6037330" cy="6858000"/>
          </a:xfrm>
          <a:custGeom>
            <a:avLst/>
            <a:gdLst>
              <a:gd name="connsiteX0" fmla="*/ 0 w 6037330"/>
              <a:gd name="connsiteY0" fmla="*/ 0 h 6858000"/>
              <a:gd name="connsiteX1" fmla="*/ 3835988 w 6037330"/>
              <a:gd name="connsiteY1" fmla="*/ 0 h 6858000"/>
              <a:gd name="connsiteX2" fmla="*/ 4114800 w 6037330"/>
              <a:gd name="connsiteY2" fmla="*/ 0 h 6858000"/>
              <a:gd name="connsiteX3" fmla="*/ 6037330 w 6037330"/>
              <a:gd name="connsiteY3" fmla="*/ 0 h 6858000"/>
              <a:gd name="connsiteX4" fmla="*/ 5982904 w 6037330"/>
              <a:gd name="connsiteY4" fmla="*/ 57086 h 6858000"/>
              <a:gd name="connsiteX5" fmla="*/ 4680119 w 6037330"/>
              <a:gd name="connsiteY5" fmla="*/ 3429000 h 6858000"/>
              <a:gd name="connsiteX6" fmla="*/ 5982904 w 6037330"/>
              <a:gd name="connsiteY6" fmla="*/ 6800914 h 6858000"/>
              <a:gd name="connsiteX7" fmla="*/ 6037330 w 6037330"/>
              <a:gd name="connsiteY7" fmla="*/ 6858000 h 6858000"/>
              <a:gd name="connsiteX8" fmla="*/ 4114800 w 6037330"/>
              <a:gd name="connsiteY8" fmla="*/ 6858000 h 6858000"/>
              <a:gd name="connsiteX9" fmla="*/ 3835988 w 6037330"/>
              <a:gd name="connsiteY9" fmla="*/ 6858000 h 6858000"/>
              <a:gd name="connsiteX10" fmla="*/ 0 w 603733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37330" h="6858000">
                <a:moveTo>
                  <a:pt x="0" y="0"/>
                </a:moveTo>
                <a:lnTo>
                  <a:pt x="3835988" y="0"/>
                </a:lnTo>
                <a:lnTo>
                  <a:pt x="4114800" y="0"/>
                </a:lnTo>
                <a:lnTo>
                  <a:pt x="6037330" y="0"/>
                </a:lnTo>
                <a:lnTo>
                  <a:pt x="5982904" y="57086"/>
                </a:lnTo>
                <a:cubicBezTo>
                  <a:pt x="5173461" y="947670"/>
                  <a:pt x="4680119" y="2130722"/>
                  <a:pt x="4680119" y="3429000"/>
                </a:cubicBezTo>
                <a:cubicBezTo>
                  <a:pt x="4680119" y="4727278"/>
                  <a:pt x="5173461" y="5910330"/>
                  <a:pt x="5982904" y="6800914"/>
                </a:cubicBezTo>
                <a:lnTo>
                  <a:pt x="6037330" y="6858000"/>
                </a:lnTo>
                <a:lnTo>
                  <a:pt x="4114800" y="6858000"/>
                </a:lnTo>
                <a:lnTo>
                  <a:pt x="3835988" y="6858000"/>
                </a:lnTo>
                <a:lnTo>
                  <a:pt x="0" y="6858000"/>
                </a:lnTo>
                <a:close/>
              </a:path>
            </a:pathLst>
          </a:cu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12" name="Optum logo" descr="Optum">
            <a:extLst>
              <a:ext uri="{FF2B5EF4-FFF2-40B4-BE49-F238E27FC236}">
                <a16:creationId xmlns:a16="http://schemas.microsoft.com/office/drawing/2014/main" id="{FA968874-41BB-1E3A-AF0C-1B4952106FCF}"/>
              </a:ext>
              <a:ext uri="{C183D7F6-B498-43B3-948B-1728B52AA6E4}">
                <adec:decorative xmlns:adec="http://schemas.microsoft.com/office/drawing/2017/decorative" val="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bwMode="gray">
          <a:xfrm>
            <a:off x="937990" y="3019667"/>
            <a:ext cx="2827394" cy="818667"/>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6594904" y="1649301"/>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6594904" y="3834665"/>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6594904" y="5396367"/>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ABD5255B-62C8-4970-931D-B77163B385B9}"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1506895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pos="4152">
          <p15:clr>
            <a:srgbClr val="FFC000"/>
          </p15:clr>
        </p15:guide>
        <p15:guide id="2" pos="7120">
          <p15:clr>
            <a:srgbClr val="FFC000"/>
          </p15:clr>
        </p15:guide>
        <p15:guide id="3" orient="horz" pos="2216">
          <p15:clr>
            <a:srgbClr val="FFC000"/>
          </p15:clr>
        </p15:guide>
        <p15:guide id="4" orient="horz" pos="2408">
          <p15:clr>
            <a:srgbClr val="FFC00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375092" y="2317660"/>
            <a:ext cx="7315200" cy="1246495"/>
          </a:xfrm>
        </p:spPr>
        <p:txBody>
          <a:bodyPr anchor="b"/>
          <a:lstStyle>
            <a:lvl1pPr>
              <a:defRPr sz="4500"/>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375092" y="3898459"/>
            <a:ext cx="7315200" cy="553998"/>
          </a:xfrm>
        </p:spPr>
        <p:txBody>
          <a:bodyPr wrap="square">
            <a:spAutoFit/>
          </a:bodyPr>
          <a:lstStyle>
            <a:lvl1pPr marL="0" indent="0">
              <a:spcBef>
                <a:spcPts val="0"/>
              </a:spcBef>
              <a:buFont typeface="Arial" panose="020B0604020202020204" pitchFamily="34" charset="0"/>
              <a:buNone/>
              <a:defRPr sz="18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bold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375091" y="4992329"/>
            <a:ext cx="731520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4" name="Freeform: Shape 13">
            <a:extLst>
              <a:ext uri="{FF2B5EF4-FFF2-40B4-BE49-F238E27FC236}">
                <a16:creationId xmlns:a16="http://schemas.microsoft.com/office/drawing/2014/main" id="{F33E8723-94DB-5556-1A86-67D45CBF982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3907075"/>
            <a:ext cx="12188952" cy="2950926"/>
          </a:xfrm>
          <a:custGeom>
            <a:avLst/>
            <a:gdLst>
              <a:gd name="connsiteX0" fmla="*/ 12188952 w 12188952"/>
              <a:gd name="connsiteY0" fmla="*/ 0 h 2950926"/>
              <a:gd name="connsiteX1" fmla="*/ 12188952 w 12188952"/>
              <a:gd name="connsiteY1" fmla="*/ 2950926 h 2950926"/>
              <a:gd name="connsiteX2" fmla="*/ 0 w 12188952"/>
              <a:gd name="connsiteY2" fmla="*/ 2950926 h 2950926"/>
              <a:gd name="connsiteX3" fmla="*/ 0 w 12188952"/>
              <a:gd name="connsiteY3" fmla="*/ 1951527 h 2950926"/>
              <a:gd name="connsiteX4" fmla="*/ 170764 w 12188952"/>
              <a:gd name="connsiteY4" fmla="*/ 2006967 h 2950926"/>
              <a:gd name="connsiteX5" fmla="*/ 4194949 w 12188952"/>
              <a:gd name="connsiteY5" fmla="*/ 2615366 h 2950926"/>
              <a:gd name="connsiteX6" fmla="*/ 11761160 w 12188952"/>
              <a:gd name="connsiteY6" fmla="*/ 304209 h 295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2950926">
                <a:moveTo>
                  <a:pt x="12188952" y="0"/>
                </a:moveTo>
                <a:lnTo>
                  <a:pt x="12188952" y="2950926"/>
                </a:lnTo>
                <a:lnTo>
                  <a:pt x="0" y="2950926"/>
                </a:lnTo>
                <a:lnTo>
                  <a:pt x="0" y="1951527"/>
                </a:lnTo>
                <a:lnTo>
                  <a:pt x="170764" y="2006967"/>
                </a:lnTo>
                <a:cubicBezTo>
                  <a:pt x="1442002" y="2402363"/>
                  <a:pt x="2793601" y="2615366"/>
                  <a:pt x="4194949" y="2615366"/>
                </a:cubicBezTo>
                <a:cubicBezTo>
                  <a:pt x="6997644" y="2615366"/>
                  <a:pt x="9601341" y="1763354"/>
                  <a:pt x="11761160" y="304209"/>
                </a:cubicBezTo>
                <a:close/>
              </a:path>
            </a:pathLst>
          </a:cu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7F9D45FD-5E41-4099-8C3D-34BB181680CA}"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3226781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1496">
          <p15:clr>
            <a:srgbClr val="FBAE40"/>
          </p15:clr>
        </p15:guide>
        <p15:guide id="3" orient="horz" pos="2246">
          <p15:clr>
            <a:srgbClr val="FBAE40"/>
          </p15:clr>
        </p15:guide>
        <p15:guide id="4" orient="horz" pos="2447">
          <p15:clr>
            <a:srgbClr val="FBAE40"/>
          </p15:clr>
        </p15:guide>
        <p15:guide id="5" pos="610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chemeClr val="bg2"/>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4" name="Picture Placeholder 3">
            <a:extLst>
              <a:ext uri="{FF2B5EF4-FFF2-40B4-BE49-F238E27FC236}">
                <a16:creationId xmlns:a16="http://schemas.microsoft.com/office/drawing/2014/main" id="{8CD0ED72-F2BF-4DE5-8A8E-A97770B1058A}"/>
              </a:ext>
              <a:ext uri="{C183D7F6-B498-43B3-948B-1728B52AA6E4}">
                <adec:decorative xmlns:adec="http://schemas.microsoft.com/office/drawing/2017/decorative" val="1"/>
              </a:ext>
            </a:extLst>
          </p:cNvPr>
          <p:cNvSpPr>
            <a:spLocks noGrp="1"/>
          </p:cNvSpPr>
          <p:nvPr>
            <p:ph type="pic" sz="quarter" idx="15" hasCustomPrompt="1"/>
          </p:nvPr>
        </p:nvSpPr>
        <p:spPr bwMode="gray">
          <a:xfrm>
            <a:off x="6019800" y="0"/>
            <a:ext cx="6172200" cy="6858000"/>
          </a:xfrm>
          <a:noFill/>
        </p:spPr>
        <p:txBody>
          <a:bodyPr lIns="914400" rIns="914400">
            <a:normAutofit/>
          </a:bodyPr>
          <a:lstStyle>
            <a:lvl1pPr algn="ctr">
              <a:defRPr sz="1400"/>
            </a:lvl1pPr>
          </a:lstStyle>
          <a:p>
            <a:br>
              <a:rPr lang="en-US"/>
            </a:br>
            <a:br>
              <a:rPr lang="en-US"/>
            </a:br>
            <a:br>
              <a:rPr lang="en-US"/>
            </a:br>
            <a:r>
              <a:rPr lang="en-US"/>
              <a:t>An image or illustration should be inserted into this region, but the dimensions should remain unchanged. </a:t>
            </a:r>
            <a:br>
              <a:rPr lang="en-US"/>
            </a:br>
            <a:br>
              <a:rPr lang="en-US"/>
            </a:br>
            <a:r>
              <a:rPr lang="en-US"/>
              <a:t>To access brand approved photography, visit: brand.optum.com/content/photography-library.</a:t>
            </a:r>
            <a:br>
              <a:rPr lang="en-US"/>
            </a:br>
            <a:br>
              <a:rPr lang="en-US"/>
            </a:br>
            <a:r>
              <a:rPr lang="en-US"/>
              <a:t>The above page also provides instructions for requesting the appropriate Secure groups.</a:t>
            </a:r>
            <a:br>
              <a:rPr lang="en-US"/>
            </a:br>
            <a:br>
              <a:rPr lang="en-US"/>
            </a:br>
            <a:br>
              <a:rPr lang="en-US"/>
            </a:br>
            <a:br>
              <a:rPr lang="en-US"/>
            </a:br>
            <a:br>
              <a:rPr lang="en-US"/>
            </a:br>
            <a:br>
              <a:rPr lang="en-US"/>
            </a:br>
            <a:r>
              <a:rPr lang="en-US"/>
              <a:t>To access brand approved illustrations, visit: brand.optum.com/content/illustration-library. </a:t>
            </a:r>
            <a:br>
              <a:rPr lang="en-US"/>
            </a:br>
            <a:br>
              <a:rPr lang="en-US"/>
            </a:br>
            <a:r>
              <a:rPr lang="en-US"/>
              <a:t>Once an illustration is downloaded, insert the SVG from within the PowerPoint folder.</a:t>
            </a:r>
          </a:p>
        </p:txBody>
      </p:sp>
      <p:sp>
        <p:nvSpPr>
          <p:cNvPr id="10" name="Date Placeholder 9">
            <a:extLst>
              <a:ext uri="{FF2B5EF4-FFF2-40B4-BE49-F238E27FC236}">
                <a16:creationId xmlns:a16="http://schemas.microsoft.com/office/drawing/2014/main" id="{D64D994A-1F86-650F-91D1-D9CF4A6D5AF1}"/>
              </a:ext>
            </a:extLst>
          </p:cNvPr>
          <p:cNvSpPr>
            <a:spLocks noGrp="1"/>
          </p:cNvSpPr>
          <p:nvPr>
            <p:ph type="dt" sz="half" idx="16"/>
          </p:nvPr>
        </p:nvSpPr>
        <p:spPr/>
        <p:txBody>
          <a:bodyPr/>
          <a:lstStyle/>
          <a:p>
            <a:fld id="{2BDFFDD4-3B43-4355-8C7D-FBA6FB7C7EF0}" type="datetime1">
              <a:rPr lang="en-US" smtClean="0"/>
              <a:t>9/17/2026</a:t>
            </a:fld>
            <a:endParaRPr lang="en-US"/>
          </a:p>
        </p:txBody>
      </p:sp>
      <p:sp>
        <p:nvSpPr>
          <p:cNvPr id="12" name="Footer Placeholder 11">
            <a:extLst>
              <a:ext uri="{FF2B5EF4-FFF2-40B4-BE49-F238E27FC236}">
                <a16:creationId xmlns:a16="http://schemas.microsoft.com/office/drawing/2014/main" id="{97300FDB-6AA7-7D29-6E6C-DAB8AF3C6B3B}"/>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13" name="Slide Number Placeholder 12">
            <a:extLst>
              <a:ext uri="{FF2B5EF4-FFF2-40B4-BE49-F238E27FC236}">
                <a16:creationId xmlns:a16="http://schemas.microsoft.com/office/drawing/2014/main" id="{7FADA5F4-B71C-E968-5670-1EEE3C6C9F24}"/>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0829025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chemeClr val="bg2"/>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5" name="Picture Placeholder 4">
            <a:extLst>
              <a:ext uri="{FF2B5EF4-FFF2-40B4-BE49-F238E27FC236}">
                <a16:creationId xmlns:a16="http://schemas.microsoft.com/office/drawing/2014/main" id="{6602CFF5-9BBC-863E-C089-A676996FA394}"/>
              </a:ext>
              <a:ext uri="{C183D7F6-B498-43B3-948B-1728B52AA6E4}">
                <adec:decorative xmlns:adec="http://schemas.microsoft.com/office/drawing/2017/decorative" val="1"/>
              </a:ext>
            </a:extLst>
          </p:cNvPr>
          <p:cNvSpPr>
            <a:spLocks noGrp="1"/>
          </p:cNvSpPr>
          <p:nvPr>
            <p:ph type="pic" sz="quarter" idx="15" hasCustomPrompt="1"/>
          </p:nvPr>
        </p:nvSpPr>
        <p:spPr bwMode="gray">
          <a:xfrm>
            <a:off x="6032150" y="0"/>
            <a:ext cx="6159851" cy="6858000"/>
          </a:xfrm>
          <a:custGeom>
            <a:avLst/>
            <a:gdLst>
              <a:gd name="connsiteX0" fmla="*/ 1344464 w 6159851"/>
              <a:gd name="connsiteY0" fmla="*/ 0 h 6858000"/>
              <a:gd name="connsiteX1" fmla="*/ 6159851 w 6159851"/>
              <a:gd name="connsiteY1" fmla="*/ 0 h 6858000"/>
              <a:gd name="connsiteX2" fmla="*/ 6159851 w 6159851"/>
              <a:gd name="connsiteY2" fmla="*/ 6858000 h 6858000"/>
              <a:gd name="connsiteX3" fmla="*/ 1344464 w 6159851"/>
              <a:gd name="connsiteY3" fmla="*/ 6858000 h 6858000"/>
              <a:gd name="connsiteX4" fmla="*/ 1311470 w 6159851"/>
              <a:gd name="connsiteY4" fmla="*/ 6823394 h 6858000"/>
              <a:gd name="connsiteX5" fmla="*/ 0 w 6159851"/>
              <a:gd name="connsiteY5" fmla="*/ 3429000 h 6858000"/>
              <a:gd name="connsiteX6" fmla="*/ 1311470 w 6159851"/>
              <a:gd name="connsiteY6" fmla="*/ 346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9851" h="6858000">
                <a:moveTo>
                  <a:pt x="1344464" y="0"/>
                </a:moveTo>
                <a:lnTo>
                  <a:pt x="6159851" y="0"/>
                </a:lnTo>
                <a:lnTo>
                  <a:pt x="6159851" y="6858000"/>
                </a:lnTo>
                <a:lnTo>
                  <a:pt x="1344464" y="6858000"/>
                </a:lnTo>
                <a:lnTo>
                  <a:pt x="1311470" y="6823394"/>
                </a:lnTo>
                <a:cubicBezTo>
                  <a:pt x="496631" y="5926872"/>
                  <a:pt x="0" y="4735933"/>
                  <a:pt x="0" y="3429000"/>
                </a:cubicBezTo>
                <a:cubicBezTo>
                  <a:pt x="0" y="2122067"/>
                  <a:pt x="496631" y="931128"/>
                  <a:pt x="1311470" y="34607"/>
                </a:cubicBezTo>
                <a:close/>
              </a:path>
            </a:pathLst>
          </a:custGeom>
          <a:noFill/>
        </p:spPr>
        <p:txBody>
          <a:bodyPr wrap="square" lIns="914400" rIns="914400">
            <a:noAutofit/>
          </a:bodyPr>
          <a:lstStyle>
            <a:lvl1pPr algn="ctr">
              <a:defRPr sz="1400"/>
            </a:lvl1pPr>
          </a:lstStyle>
          <a:p>
            <a:br>
              <a:rPr lang="en-US"/>
            </a:br>
            <a:br>
              <a:rPr lang="en-US"/>
            </a:br>
            <a:br>
              <a:rPr lang="en-US"/>
            </a:br>
            <a:r>
              <a:rPr lang="en-US"/>
              <a:t>An image or illustration should be inserted into this region, but the dimensions should remain unchanged. </a:t>
            </a:r>
            <a:br>
              <a:rPr lang="en-US"/>
            </a:br>
            <a:br>
              <a:rPr lang="en-US"/>
            </a:br>
            <a:r>
              <a:rPr lang="en-US"/>
              <a:t>To access brand approved photography, visit: brand.optum.com/content/photography-library.</a:t>
            </a:r>
            <a:br>
              <a:rPr lang="en-US"/>
            </a:br>
            <a:br>
              <a:rPr lang="en-US"/>
            </a:br>
            <a:r>
              <a:rPr lang="en-US"/>
              <a:t>The above page also provides instructions for requesting the appropriate Secure groups.</a:t>
            </a:r>
            <a:br>
              <a:rPr lang="en-US"/>
            </a:br>
            <a:br>
              <a:rPr lang="en-US"/>
            </a:br>
            <a:br>
              <a:rPr lang="en-US"/>
            </a:br>
            <a:br>
              <a:rPr lang="en-US"/>
            </a:br>
            <a:br>
              <a:rPr lang="en-US"/>
            </a:br>
            <a:br>
              <a:rPr lang="en-US"/>
            </a:br>
            <a:r>
              <a:rPr lang="en-US"/>
              <a:t>To access brand approved illustrations, visit: brand.optum.com/content/illustration-library. </a:t>
            </a:r>
            <a:br>
              <a:rPr lang="en-US"/>
            </a:br>
            <a:br>
              <a:rPr lang="en-US"/>
            </a:br>
            <a:r>
              <a:rPr lang="en-US"/>
              <a:t>Once an illustration is downloaded, insert the SVG from within the PowerPoint folder.</a:t>
            </a:r>
          </a:p>
        </p:txBody>
      </p:sp>
      <p:sp>
        <p:nvSpPr>
          <p:cNvPr id="3" name="Date Placeholder 2">
            <a:extLst>
              <a:ext uri="{FF2B5EF4-FFF2-40B4-BE49-F238E27FC236}">
                <a16:creationId xmlns:a16="http://schemas.microsoft.com/office/drawing/2014/main" id="{14B58E5A-BF8F-9CC6-1870-BB7839F7C399}"/>
              </a:ext>
            </a:extLst>
          </p:cNvPr>
          <p:cNvSpPr>
            <a:spLocks noGrp="1"/>
          </p:cNvSpPr>
          <p:nvPr>
            <p:ph type="dt" sz="half" idx="16"/>
          </p:nvPr>
        </p:nvSpPr>
        <p:spPr/>
        <p:txBody>
          <a:bodyPr/>
          <a:lstStyle/>
          <a:p>
            <a:fld id="{6B8B65AB-8101-4603-8392-5337355D955B}" type="datetime1">
              <a:rPr lang="en-US" smtClean="0"/>
              <a:t>9/17/2026</a:t>
            </a:fld>
            <a:endParaRPr lang="en-US"/>
          </a:p>
        </p:txBody>
      </p:sp>
      <p:sp>
        <p:nvSpPr>
          <p:cNvPr id="4" name="Footer Placeholder 3">
            <a:extLst>
              <a:ext uri="{FF2B5EF4-FFF2-40B4-BE49-F238E27FC236}">
                <a16:creationId xmlns:a16="http://schemas.microsoft.com/office/drawing/2014/main" id="{5CCAC17E-165F-4D50-26D1-8EE65CB27552}"/>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E64404C2-5DC8-B39C-1165-3141C2711ECC}"/>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128201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05">
    <p:bg>
      <p:bgRef idx="1001">
        <a:schemeClr val="bg1"/>
      </p:bgRef>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4" name="Picture Placeholder 3">
            <a:extLst>
              <a:ext uri="{FF2B5EF4-FFF2-40B4-BE49-F238E27FC236}">
                <a16:creationId xmlns:a16="http://schemas.microsoft.com/office/drawing/2014/main" id="{8CD0ED72-F2BF-4DE5-8A8E-A97770B1058A}"/>
              </a:ext>
              <a:ext uri="{C183D7F6-B498-43B3-948B-1728B52AA6E4}">
                <adec:decorative xmlns:adec="http://schemas.microsoft.com/office/drawing/2017/decorative" val="1"/>
              </a:ext>
            </a:extLst>
          </p:cNvPr>
          <p:cNvSpPr>
            <a:spLocks noGrp="1"/>
          </p:cNvSpPr>
          <p:nvPr>
            <p:ph type="pic" sz="quarter" idx="15" hasCustomPrompt="1"/>
          </p:nvPr>
        </p:nvSpPr>
        <p:spPr bwMode="gray">
          <a:xfrm>
            <a:off x="6019800" y="0"/>
            <a:ext cx="6172200" cy="6858000"/>
          </a:xfrm>
          <a:noFill/>
        </p:spPr>
        <p:txBody>
          <a:bodyPr lIns="914400" rIns="914400">
            <a:normAutofit/>
          </a:bodyPr>
          <a:lstStyle>
            <a:lvl1pPr algn="ctr">
              <a:defRPr sz="1400"/>
            </a:lvl1pPr>
          </a:lstStyle>
          <a:p>
            <a:br>
              <a:rPr lang="en-US"/>
            </a:br>
            <a:br>
              <a:rPr lang="en-US"/>
            </a:br>
            <a:br>
              <a:rPr lang="en-US"/>
            </a:br>
            <a:r>
              <a:rPr lang="en-US"/>
              <a:t>An image or illustration should be inserted into this region, but the dimensions should remain unchanged. </a:t>
            </a:r>
            <a:br>
              <a:rPr lang="en-US"/>
            </a:br>
            <a:br>
              <a:rPr lang="en-US"/>
            </a:br>
            <a:r>
              <a:rPr lang="en-US"/>
              <a:t>To access brand approved photography, visit: brand.optum.com/content/photography-library.</a:t>
            </a:r>
            <a:br>
              <a:rPr lang="en-US"/>
            </a:br>
            <a:br>
              <a:rPr lang="en-US"/>
            </a:br>
            <a:r>
              <a:rPr lang="en-US"/>
              <a:t>The above page also provides instructions for requesting the appropriate Secure groups.</a:t>
            </a:r>
            <a:br>
              <a:rPr lang="en-US"/>
            </a:br>
            <a:br>
              <a:rPr lang="en-US"/>
            </a:br>
            <a:br>
              <a:rPr lang="en-US"/>
            </a:br>
            <a:br>
              <a:rPr lang="en-US"/>
            </a:br>
            <a:br>
              <a:rPr lang="en-US"/>
            </a:br>
            <a:br>
              <a:rPr lang="en-US"/>
            </a:br>
            <a:r>
              <a:rPr lang="en-US"/>
              <a:t>To access brand approved illustrations, visit: brand.optum.com/content/illustration-library. </a:t>
            </a:r>
            <a:br>
              <a:rPr lang="en-US"/>
            </a:br>
            <a:br>
              <a:rPr lang="en-US"/>
            </a:br>
            <a:r>
              <a:rPr lang="en-US"/>
              <a:t>Once an illustration is downloaded, insert the SVG from within the PowerPoint folder.</a:t>
            </a:r>
          </a:p>
        </p:txBody>
      </p:sp>
      <p:sp>
        <p:nvSpPr>
          <p:cNvPr id="13" name="Date Placeholder 12">
            <a:extLst>
              <a:ext uri="{FF2B5EF4-FFF2-40B4-BE49-F238E27FC236}">
                <a16:creationId xmlns:a16="http://schemas.microsoft.com/office/drawing/2014/main" id="{B3E840D2-D053-6E6F-0B27-C096734737F9}"/>
              </a:ext>
            </a:extLst>
          </p:cNvPr>
          <p:cNvSpPr>
            <a:spLocks noGrp="1"/>
          </p:cNvSpPr>
          <p:nvPr>
            <p:ph type="dt" sz="half" idx="16"/>
          </p:nvPr>
        </p:nvSpPr>
        <p:spPr/>
        <p:txBody>
          <a:bodyPr/>
          <a:lstStyle/>
          <a:p>
            <a:fld id="{79F95C81-D4B2-49D0-968C-E1F3D64A3D27}" type="datetime1">
              <a:rPr lang="en-US" smtClean="0"/>
              <a:t>9/17/2026</a:t>
            </a:fld>
            <a:endParaRPr lang="en-US"/>
          </a:p>
        </p:txBody>
      </p:sp>
      <p:sp>
        <p:nvSpPr>
          <p:cNvPr id="14" name="Footer Placeholder 13">
            <a:extLst>
              <a:ext uri="{FF2B5EF4-FFF2-40B4-BE49-F238E27FC236}">
                <a16:creationId xmlns:a16="http://schemas.microsoft.com/office/drawing/2014/main" id="{8EE78183-D8BF-5FE0-7735-D8FFB8197C80}"/>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15" name="Slide Number Placeholder 14">
            <a:extLst>
              <a:ext uri="{FF2B5EF4-FFF2-40B4-BE49-F238E27FC236}">
                <a16:creationId xmlns:a16="http://schemas.microsoft.com/office/drawing/2014/main" id="{2507B2F4-B4AF-C862-4E69-D674DC621594}"/>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2803576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chemeClr val="bg1"/>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3" name="Picture Placeholder 12">
            <a:extLst>
              <a:ext uri="{FF2B5EF4-FFF2-40B4-BE49-F238E27FC236}">
                <a16:creationId xmlns:a16="http://schemas.microsoft.com/office/drawing/2014/main" id="{D42CBABA-1415-19BE-D237-380FC8DEF6DE}"/>
              </a:ext>
              <a:ext uri="{C183D7F6-B498-43B3-948B-1728B52AA6E4}">
                <adec:decorative xmlns:adec="http://schemas.microsoft.com/office/drawing/2017/decorative" val="1"/>
              </a:ext>
            </a:extLst>
          </p:cNvPr>
          <p:cNvSpPr>
            <a:spLocks noGrp="1"/>
          </p:cNvSpPr>
          <p:nvPr>
            <p:ph type="pic" sz="quarter" idx="15" hasCustomPrompt="1"/>
          </p:nvPr>
        </p:nvSpPr>
        <p:spPr bwMode="gray">
          <a:xfrm>
            <a:off x="6032150" y="0"/>
            <a:ext cx="6159851" cy="6858000"/>
          </a:xfrm>
          <a:custGeom>
            <a:avLst/>
            <a:gdLst>
              <a:gd name="connsiteX0" fmla="*/ 1344464 w 6159851"/>
              <a:gd name="connsiteY0" fmla="*/ 0 h 6858000"/>
              <a:gd name="connsiteX1" fmla="*/ 6159851 w 6159851"/>
              <a:gd name="connsiteY1" fmla="*/ 0 h 6858000"/>
              <a:gd name="connsiteX2" fmla="*/ 6159851 w 6159851"/>
              <a:gd name="connsiteY2" fmla="*/ 6858000 h 6858000"/>
              <a:gd name="connsiteX3" fmla="*/ 1344464 w 6159851"/>
              <a:gd name="connsiteY3" fmla="*/ 6858000 h 6858000"/>
              <a:gd name="connsiteX4" fmla="*/ 1311470 w 6159851"/>
              <a:gd name="connsiteY4" fmla="*/ 6823394 h 6858000"/>
              <a:gd name="connsiteX5" fmla="*/ 0 w 6159851"/>
              <a:gd name="connsiteY5" fmla="*/ 3429000 h 6858000"/>
              <a:gd name="connsiteX6" fmla="*/ 1311470 w 6159851"/>
              <a:gd name="connsiteY6" fmla="*/ 346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9851" h="6858000">
                <a:moveTo>
                  <a:pt x="1344464" y="0"/>
                </a:moveTo>
                <a:lnTo>
                  <a:pt x="6159851" y="0"/>
                </a:lnTo>
                <a:lnTo>
                  <a:pt x="6159851" y="6858000"/>
                </a:lnTo>
                <a:lnTo>
                  <a:pt x="1344464" y="6858000"/>
                </a:lnTo>
                <a:lnTo>
                  <a:pt x="1311470" y="6823394"/>
                </a:lnTo>
                <a:cubicBezTo>
                  <a:pt x="496631" y="5926872"/>
                  <a:pt x="0" y="4735933"/>
                  <a:pt x="0" y="3429000"/>
                </a:cubicBezTo>
                <a:cubicBezTo>
                  <a:pt x="0" y="2122067"/>
                  <a:pt x="496631" y="931128"/>
                  <a:pt x="1311470" y="34607"/>
                </a:cubicBezTo>
                <a:close/>
              </a:path>
            </a:pathLst>
          </a:custGeom>
          <a:noFill/>
        </p:spPr>
        <p:txBody>
          <a:bodyPr wrap="square" lIns="914400" rIns="914400">
            <a:noAutofit/>
          </a:bodyPr>
          <a:lstStyle>
            <a:lvl1pPr algn="ctr">
              <a:defRPr sz="1400"/>
            </a:lvl1pPr>
          </a:lstStyle>
          <a:p>
            <a:br>
              <a:rPr lang="en-US"/>
            </a:br>
            <a:br>
              <a:rPr lang="en-US"/>
            </a:br>
            <a:br>
              <a:rPr lang="en-US"/>
            </a:br>
            <a:r>
              <a:rPr lang="en-US"/>
              <a:t>An image or illustration should be inserted into this region, but the dimensions should remain unchanged. </a:t>
            </a:r>
            <a:br>
              <a:rPr lang="en-US"/>
            </a:br>
            <a:br>
              <a:rPr lang="en-US"/>
            </a:br>
            <a:r>
              <a:rPr lang="en-US"/>
              <a:t>To access brand approved photography, visit: brand.optum.com/content/photography-library.</a:t>
            </a:r>
            <a:br>
              <a:rPr lang="en-US"/>
            </a:br>
            <a:br>
              <a:rPr lang="en-US"/>
            </a:br>
            <a:r>
              <a:rPr lang="en-US"/>
              <a:t>The above page also provides instructions for requesting the appropriate Secure groups.</a:t>
            </a:r>
            <a:br>
              <a:rPr lang="en-US"/>
            </a:br>
            <a:br>
              <a:rPr lang="en-US"/>
            </a:br>
            <a:br>
              <a:rPr lang="en-US"/>
            </a:br>
            <a:br>
              <a:rPr lang="en-US"/>
            </a:br>
            <a:br>
              <a:rPr lang="en-US"/>
            </a:br>
            <a:br>
              <a:rPr lang="en-US"/>
            </a:br>
            <a:r>
              <a:rPr lang="en-US"/>
              <a:t>To access brand approved illustrations, visit: brand.optum.com/content/illustration-library. </a:t>
            </a:r>
            <a:br>
              <a:rPr lang="en-US"/>
            </a:br>
            <a:br>
              <a:rPr lang="en-US"/>
            </a:br>
            <a:r>
              <a:rPr lang="en-US"/>
              <a:t>Once an illustration is downloaded, insert the SVG from within the PowerPoint folder.</a:t>
            </a:r>
          </a:p>
        </p:txBody>
      </p:sp>
      <p:sp>
        <p:nvSpPr>
          <p:cNvPr id="3" name="Date Placeholder 2">
            <a:extLst>
              <a:ext uri="{FF2B5EF4-FFF2-40B4-BE49-F238E27FC236}">
                <a16:creationId xmlns:a16="http://schemas.microsoft.com/office/drawing/2014/main" id="{DCF03D0B-5402-EF45-D126-86ACF7A1BEBD}"/>
              </a:ext>
            </a:extLst>
          </p:cNvPr>
          <p:cNvSpPr>
            <a:spLocks noGrp="1"/>
          </p:cNvSpPr>
          <p:nvPr>
            <p:ph type="dt" sz="half" idx="16"/>
          </p:nvPr>
        </p:nvSpPr>
        <p:spPr/>
        <p:txBody>
          <a:bodyPr/>
          <a:lstStyle/>
          <a:p>
            <a:fld id="{555A700A-DE3D-4C25-9F30-4012DF69D24E}" type="datetime1">
              <a:rPr lang="en-US" smtClean="0"/>
              <a:t>9/17/2026</a:t>
            </a:fld>
            <a:endParaRPr lang="en-US"/>
          </a:p>
        </p:txBody>
      </p:sp>
      <p:sp>
        <p:nvSpPr>
          <p:cNvPr id="4" name="Footer Placeholder 3">
            <a:extLst>
              <a:ext uri="{FF2B5EF4-FFF2-40B4-BE49-F238E27FC236}">
                <a16:creationId xmlns:a16="http://schemas.microsoft.com/office/drawing/2014/main" id="{1FF9B01D-9565-F36F-8010-39CED224AA25}"/>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FE5BA348-E888-6410-6785-0BF3F28CBCE0}"/>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6748923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07">
    <p:bg>
      <p:bgPr>
        <a:solidFill>
          <a:srgbClr val="FBF9F4"/>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4" name="Picture Placeholder 3">
            <a:extLst>
              <a:ext uri="{FF2B5EF4-FFF2-40B4-BE49-F238E27FC236}">
                <a16:creationId xmlns:a16="http://schemas.microsoft.com/office/drawing/2014/main" id="{8CD0ED72-F2BF-4DE5-8A8E-A97770B1058A}"/>
              </a:ext>
              <a:ext uri="{C183D7F6-B498-43B3-948B-1728B52AA6E4}">
                <adec:decorative xmlns:adec="http://schemas.microsoft.com/office/drawing/2017/decorative" val="1"/>
              </a:ext>
            </a:extLst>
          </p:cNvPr>
          <p:cNvSpPr>
            <a:spLocks noGrp="1"/>
          </p:cNvSpPr>
          <p:nvPr>
            <p:ph type="pic" sz="quarter" idx="15" hasCustomPrompt="1"/>
          </p:nvPr>
        </p:nvSpPr>
        <p:spPr bwMode="gray">
          <a:xfrm>
            <a:off x="6019800" y="0"/>
            <a:ext cx="6172200" cy="6858000"/>
          </a:xfrm>
          <a:noFill/>
        </p:spPr>
        <p:txBody>
          <a:bodyPr lIns="914400" rIns="914400">
            <a:normAutofit/>
          </a:bodyPr>
          <a:lstStyle>
            <a:lvl1pPr algn="ctr">
              <a:defRPr sz="1400"/>
            </a:lvl1pPr>
          </a:lstStyle>
          <a:p>
            <a:br>
              <a:rPr lang="en-US"/>
            </a:br>
            <a:br>
              <a:rPr lang="en-US"/>
            </a:br>
            <a:br>
              <a:rPr lang="en-US"/>
            </a:br>
            <a:r>
              <a:rPr lang="en-US"/>
              <a:t>An image or illustration should be inserted into this region, but the dimensions should remain unchanged. </a:t>
            </a:r>
            <a:br>
              <a:rPr lang="en-US"/>
            </a:br>
            <a:br>
              <a:rPr lang="en-US"/>
            </a:br>
            <a:r>
              <a:rPr lang="en-US"/>
              <a:t>To access brand approved photography, visit: brand.optum.com/content/photography-library.</a:t>
            </a:r>
            <a:br>
              <a:rPr lang="en-US"/>
            </a:br>
            <a:br>
              <a:rPr lang="en-US"/>
            </a:br>
            <a:r>
              <a:rPr lang="en-US"/>
              <a:t>The above page also provides instructions for requesting the appropriate Secure groups.</a:t>
            </a:r>
            <a:br>
              <a:rPr lang="en-US"/>
            </a:br>
            <a:br>
              <a:rPr lang="en-US"/>
            </a:br>
            <a:br>
              <a:rPr lang="en-US"/>
            </a:br>
            <a:br>
              <a:rPr lang="en-US"/>
            </a:br>
            <a:br>
              <a:rPr lang="en-US"/>
            </a:br>
            <a:br>
              <a:rPr lang="en-US"/>
            </a:br>
            <a:r>
              <a:rPr lang="en-US"/>
              <a:t>To access brand approved illustrations, visit: brand.optum.com/content/illustration-library. </a:t>
            </a:r>
            <a:br>
              <a:rPr lang="en-US"/>
            </a:br>
            <a:br>
              <a:rPr lang="en-US"/>
            </a:br>
            <a:r>
              <a:rPr lang="en-US"/>
              <a:t>Once an illustration is downloaded, insert the SVG from within the PowerPoint folder.</a:t>
            </a:r>
          </a:p>
        </p:txBody>
      </p:sp>
      <p:sp>
        <p:nvSpPr>
          <p:cNvPr id="9" name="Date Placeholder 8">
            <a:extLst>
              <a:ext uri="{FF2B5EF4-FFF2-40B4-BE49-F238E27FC236}">
                <a16:creationId xmlns:a16="http://schemas.microsoft.com/office/drawing/2014/main" id="{52474C07-8F5D-CC3D-9724-9A29EA763F79}"/>
              </a:ext>
            </a:extLst>
          </p:cNvPr>
          <p:cNvSpPr>
            <a:spLocks noGrp="1"/>
          </p:cNvSpPr>
          <p:nvPr>
            <p:ph type="dt" sz="half" idx="16"/>
          </p:nvPr>
        </p:nvSpPr>
        <p:spPr/>
        <p:txBody>
          <a:bodyPr/>
          <a:lstStyle/>
          <a:p>
            <a:fld id="{C7CE0BA8-CBFE-4EDD-9053-90766C8BBA05}" type="datetime1">
              <a:rPr lang="en-US" smtClean="0"/>
              <a:t>9/17/2026</a:t>
            </a:fld>
            <a:endParaRPr lang="en-US"/>
          </a:p>
        </p:txBody>
      </p:sp>
      <p:sp>
        <p:nvSpPr>
          <p:cNvPr id="10" name="Footer Placeholder 9">
            <a:extLst>
              <a:ext uri="{FF2B5EF4-FFF2-40B4-BE49-F238E27FC236}">
                <a16:creationId xmlns:a16="http://schemas.microsoft.com/office/drawing/2014/main" id="{D471F904-8B56-7EFA-3473-9DFAE1BFA581}"/>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12" name="Slide Number Placeholder 11">
            <a:extLst>
              <a:ext uri="{FF2B5EF4-FFF2-40B4-BE49-F238E27FC236}">
                <a16:creationId xmlns:a16="http://schemas.microsoft.com/office/drawing/2014/main" id="{FC8C7DF5-F873-F2E9-CB9E-9C8CF17D2CC0}"/>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9053697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 08">
    <p:bg>
      <p:bgPr>
        <a:solidFill>
          <a:srgbClr val="FBF9F4"/>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5" name="Picture Placeholder 4">
            <a:extLst>
              <a:ext uri="{FF2B5EF4-FFF2-40B4-BE49-F238E27FC236}">
                <a16:creationId xmlns:a16="http://schemas.microsoft.com/office/drawing/2014/main" id="{693E2B6F-B0F8-598A-12EC-0815E7654FD0}"/>
              </a:ext>
              <a:ext uri="{C183D7F6-B498-43B3-948B-1728B52AA6E4}">
                <adec:decorative xmlns:adec="http://schemas.microsoft.com/office/drawing/2017/decorative" val="1"/>
              </a:ext>
            </a:extLst>
          </p:cNvPr>
          <p:cNvSpPr>
            <a:spLocks noGrp="1"/>
          </p:cNvSpPr>
          <p:nvPr>
            <p:ph type="pic" sz="quarter" idx="15" hasCustomPrompt="1"/>
          </p:nvPr>
        </p:nvSpPr>
        <p:spPr bwMode="gray">
          <a:xfrm>
            <a:off x="6032150" y="0"/>
            <a:ext cx="6159851" cy="6858000"/>
          </a:xfrm>
          <a:custGeom>
            <a:avLst/>
            <a:gdLst>
              <a:gd name="connsiteX0" fmla="*/ 1344464 w 6159851"/>
              <a:gd name="connsiteY0" fmla="*/ 0 h 6858000"/>
              <a:gd name="connsiteX1" fmla="*/ 6159851 w 6159851"/>
              <a:gd name="connsiteY1" fmla="*/ 0 h 6858000"/>
              <a:gd name="connsiteX2" fmla="*/ 6159851 w 6159851"/>
              <a:gd name="connsiteY2" fmla="*/ 6858000 h 6858000"/>
              <a:gd name="connsiteX3" fmla="*/ 1344464 w 6159851"/>
              <a:gd name="connsiteY3" fmla="*/ 6858000 h 6858000"/>
              <a:gd name="connsiteX4" fmla="*/ 1311470 w 6159851"/>
              <a:gd name="connsiteY4" fmla="*/ 6823394 h 6858000"/>
              <a:gd name="connsiteX5" fmla="*/ 0 w 6159851"/>
              <a:gd name="connsiteY5" fmla="*/ 3429000 h 6858000"/>
              <a:gd name="connsiteX6" fmla="*/ 1311470 w 6159851"/>
              <a:gd name="connsiteY6" fmla="*/ 346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9851" h="6858000">
                <a:moveTo>
                  <a:pt x="1344464" y="0"/>
                </a:moveTo>
                <a:lnTo>
                  <a:pt x="6159851" y="0"/>
                </a:lnTo>
                <a:lnTo>
                  <a:pt x="6159851" y="6858000"/>
                </a:lnTo>
                <a:lnTo>
                  <a:pt x="1344464" y="6858000"/>
                </a:lnTo>
                <a:lnTo>
                  <a:pt x="1311470" y="6823394"/>
                </a:lnTo>
                <a:cubicBezTo>
                  <a:pt x="496631" y="5926872"/>
                  <a:pt x="0" y="4735933"/>
                  <a:pt x="0" y="3429000"/>
                </a:cubicBezTo>
                <a:cubicBezTo>
                  <a:pt x="0" y="2122067"/>
                  <a:pt x="496631" y="931128"/>
                  <a:pt x="1311470" y="34607"/>
                </a:cubicBezTo>
                <a:close/>
              </a:path>
            </a:pathLst>
          </a:custGeom>
          <a:noFill/>
        </p:spPr>
        <p:txBody>
          <a:bodyPr wrap="square" lIns="914400" rIns="914400">
            <a:noAutofit/>
          </a:bodyPr>
          <a:lstStyle>
            <a:lvl1pPr algn="ctr">
              <a:defRPr sz="1400"/>
            </a:lvl1pPr>
          </a:lstStyle>
          <a:p>
            <a:br>
              <a:rPr lang="en-US"/>
            </a:br>
            <a:br>
              <a:rPr lang="en-US"/>
            </a:br>
            <a:br>
              <a:rPr lang="en-US"/>
            </a:br>
            <a:r>
              <a:rPr lang="en-US"/>
              <a:t>An image or illustration should be inserted into this region, but the dimensions should remain unchanged. </a:t>
            </a:r>
            <a:br>
              <a:rPr lang="en-US"/>
            </a:br>
            <a:br>
              <a:rPr lang="en-US"/>
            </a:br>
            <a:r>
              <a:rPr lang="en-US"/>
              <a:t>To access brand approved photography, visit: brand.optum.com/content/photography-library.</a:t>
            </a:r>
            <a:br>
              <a:rPr lang="en-US"/>
            </a:br>
            <a:br>
              <a:rPr lang="en-US"/>
            </a:br>
            <a:r>
              <a:rPr lang="en-US"/>
              <a:t>The above page also provides instructions for requesting the appropriate Secure groups.</a:t>
            </a:r>
            <a:br>
              <a:rPr lang="en-US"/>
            </a:br>
            <a:br>
              <a:rPr lang="en-US"/>
            </a:br>
            <a:br>
              <a:rPr lang="en-US"/>
            </a:br>
            <a:br>
              <a:rPr lang="en-US"/>
            </a:br>
            <a:br>
              <a:rPr lang="en-US"/>
            </a:br>
            <a:br>
              <a:rPr lang="en-US"/>
            </a:br>
            <a:r>
              <a:rPr lang="en-US"/>
              <a:t>To access brand approved illustrations, visit: brand.optum.com/content/illustration-library. </a:t>
            </a:r>
            <a:br>
              <a:rPr lang="en-US"/>
            </a:br>
            <a:br>
              <a:rPr lang="en-US"/>
            </a:br>
            <a:r>
              <a:rPr lang="en-US"/>
              <a:t>Once an illustration is downloaded, insert the SVG from within the PowerPoint folder.</a:t>
            </a:r>
          </a:p>
        </p:txBody>
      </p:sp>
      <p:sp>
        <p:nvSpPr>
          <p:cNvPr id="3" name="Date Placeholder 2">
            <a:extLst>
              <a:ext uri="{FF2B5EF4-FFF2-40B4-BE49-F238E27FC236}">
                <a16:creationId xmlns:a16="http://schemas.microsoft.com/office/drawing/2014/main" id="{9696FBF0-1B42-325E-9531-A33DF9031814}"/>
              </a:ext>
            </a:extLst>
          </p:cNvPr>
          <p:cNvSpPr>
            <a:spLocks noGrp="1"/>
          </p:cNvSpPr>
          <p:nvPr>
            <p:ph type="dt" sz="half" idx="16"/>
          </p:nvPr>
        </p:nvSpPr>
        <p:spPr/>
        <p:txBody>
          <a:bodyPr/>
          <a:lstStyle/>
          <a:p>
            <a:fld id="{31D07194-3FCF-4B6D-B722-EDAE00F746E4}" type="datetime1">
              <a:rPr lang="en-US" smtClean="0"/>
              <a:t>9/17/2026</a:t>
            </a:fld>
            <a:endParaRPr lang="en-US"/>
          </a:p>
        </p:txBody>
      </p:sp>
      <p:sp>
        <p:nvSpPr>
          <p:cNvPr id="4" name="Footer Placeholder 3">
            <a:extLst>
              <a:ext uri="{FF2B5EF4-FFF2-40B4-BE49-F238E27FC236}">
                <a16:creationId xmlns:a16="http://schemas.microsoft.com/office/drawing/2014/main" id="{E529C78D-F523-2F5F-AF8F-9D18AFD1F748}"/>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2483F371-F5E3-E66E-2FC2-36252A822E65}"/>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2081519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442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13310617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pos="1101">
          <p15:clr>
            <a:srgbClr val="FBAE40"/>
          </p15:clr>
        </p15:guide>
        <p15:guide id="2" pos="6576">
          <p15:clr>
            <a:srgbClr val="FBAE40"/>
          </p15:clr>
        </p15:guide>
        <p15:guide id="3" orient="horz" pos="2505">
          <p15:clr>
            <a:srgbClr val="FBAE40"/>
          </p15:clr>
        </p15:guide>
        <p15:guide id="4" orient="horz" pos="267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0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AA231FC8-4CC9-4D4D-9D42-4100B12BBFD2}" type="datetime1">
              <a:rPr lang="en-US" smtClean="0"/>
              <a:t>9/17/2026</a:t>
            </a:fld>
            <a:endParaRPr lang="en-US"/>
          </a:p>
        </p:txBody>
      </p:sp>
    </p:spTree>
    <p:extLst>
      <p:ext uri="{BB962C8B-B14F-4D97-AF65-F5344CB8AC3E}">
        <p14:creationId xmlns:p14="http://schemas.microsoft.com/office/powerpoint/2010/main" val="17477318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pos="1101">
          <p15:clr>
            <a:srgbClr val="FBAE40"/>
          </p15:clr>
        </p15:guide>
        <p15:guide id="2" pos="6577">
          <p15:clr>
            <a:srgbClr val="FBAE40"/>
          </p15:clr>
        </p15:guide>
        <p15:guide id="3" orient="horz" pos="2505">
          <p15:clr>
            <a:srgbClr val="FBAE40"/>
          </p15:clr>
        </p15:guide>
        <p15:guide id="4" orient="horz" pos="267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Standard layouts</a:t>
            </a: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09165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p:txBody>
          <a:bodyPr/>
          <a:lstStyle>
            <a:lvl1pPr>
              <a:defRPr/>
            </a:lvl1pPr>
          </a:lstStyle>
          <a:p>
            <a:r>
              <a:rPr lang="en-US"/>
              <a:t>Slide title; Arial 22pt bold, sentence case (1 line)</a:t>
            </a:r>
          </a:p>
        </p:txBody>
      </p:sp>
      <p:sp>
        <p:nvSpPr>
          <p:cNvPr id="4" name="Footer Placeholder 3">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C408F62C-9090-4EA7-BBD2-481410405BBE}"/>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3" name="Date Placeholder 2" hidden="1">
            <a:extLst>
              <a:ext uri="{FF2B5EF4-FFF2-40B4-BE49-F238E27FC236}">
                <a16:creationId xmlns:a16="http://schemas.microsoft.com/office/drawing/2014/main" id="{8A49B71C-EE28-4F4C-994D-7E3486111388}"/>
              </a:ext>
            </a:extLst>
          </p:cNvPr>
          <p:cNvSpPr>
            <a:spLocks noGrp="1"/>
          </p:cNvSpPr>
          <p:nvPr>
            <p:ph type="dt" sz="half" idx="10"/>
          </p:nvPr>
        </p:nvSpPr>
        <p:spPr/>
        <p:txBody>
          <a:bodyPr/>
          <a:lstStyle/>
          <a:p>
            <a:fld id="{699AD85F-304C-4BF5-94FB-50C7E84ED8FF}" type="datetime1">
              <a:rPr lang="en-US" smtClean="0"/>
              <a:t>9/17/2026</a:t>
            </a:fld>
            <a:endParaRPr lang="en-US"/>
          </a:p>
        </p:txBody>
      </p:sp>
    </p:spTree>
    <p:extLst>
      <p:ext uri="{BB962C8B-B14F-4D97-AF65-F5344CB8AC3E}">
        <p14:creationId xmlns:p14="http://schemas.microsoft.com/office/powerpoint/2010/main" val="1702741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3" orient="horz" pos="793">
          <p15:clr>
            <a:srgbClr val="FBAE40"/>
          </p15:clr>
        </p15:guide>
        <p15:guide id="4" orient="horz" pos="3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71777-1CC4-46CB-8EB7-B1DE3217D445}"/>
              </a:ext>
            </a:extLst>
          </p:cNvPr>
          <p:cNvSpPr>
            <a:spLocks noGrp="1"/>
          </p:cNvSpPr>
          <p:nvPr>
            <p:ph type="title" hasCustomPrompt="1"/>
          </p:nvPr>
        </p:nvSpPr>
        <p:spPr bwMode="gray"/>
        <p:txBody>
          <a:bodyPr/>
          <a:lstStyle>
            <a:lvl1pPr>
              <a:defRPr/>
            </a:lvl1pPr>
          </a:lstStyle>
          <a:p>
            <a:r>
              <a:rPr lang="en-US"/>
              <a:t>Slide title; Arial 22pt bold,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57198" y="958653"/>
            <a:ext cx="9601200" cy="269304"/>
          </a:xfrm>
        </p:spPr>
        <p:txBody>
          <a:bodyPr wrap="square">
            <a:spAutoFit/>
          </a:bodyPr>
          <a:lstStyle>
            <a:lvl1pPr>
              <a:lnSpc>
                <a:spcPct val="100000"/>
              </a:lnSpc>
              <a:spcBef>
                <a:spcPts val="0"/>
              </a:spcBef>
              <a:defRPr sz="1750" b="1">
                <a:solidFill>
                  <a:schemeClr val="accent6"/>
                </a:solidFill>
              </a:defRPr>
            </a:lvl1pPr>
          </a:lstStyle>
          <a:p>
            <a:pPr lvl="0"/>
            <a:r>
              <a:rPr lang="en-US"/>
              <a:t>Slide subtitle; Arial 17.5pt bold, sentence case (1 line)</a:t>
            </a:r>
          </a:p>
        </p:txBody>
      </p:sp>
      <p:sp>
        <p:nvSpPr>
          <p:cNvPr id="4" name="Footer Placeholder 3">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CFBBDC95-8D51-42CB-B4C0-9B8E3C030FAA}"/>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76B3DF85-06AB-4D09-9458-B0A4DE468FDB}"/>
              </a:ext>
            </a:extLst>
          </p:cNvPr>
          <p:cNvSpPr>
            <a:spLocks noGrp="1"/>
          </p:cNvSpPr>
          <p:nvPr>
            <p:ph type="dt" sz="half" idx="10"/>
          </p:nvPr>
        </p:nvSpPr>
        <p:spPr/>
        <p:txBody>
          <a:bodyPr/>
          <a:lstStyle/>
          <a:p>
            <a:fld id="{5C49669F-A6B0-45C8-9E96-E3ECF646095E}" type="datetime1">
              <a:rPr lang="en-US" smtClean="0"/>
              <a:t>9/17/2026</a:t>
            </a:fld>
            <a:endParaRPr lang="en-US"/>
          </a:p>
        </p:txBody>
      </p:sp>
    </p:spTree>
    <p:extLst>
      <p:ext uri="{BB962C8B-B14F-4D97-AF65-F5344CB8AC3E}">
        <p14:creationId xmlns:p14="http://schemas.microsoft.com/office/powerpoint/2010/main" val="2142008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2" orient="horz" pos="603">
          <p15:clr>
            <a:srgbClr val="FBAE40"/>
          </p15:clr>
        </p15:guide>
        <p15:guide id="3" orient="horz" pos="1014">
          <p15:clr>
            <a:srgbClr val="FBAE40"/>
          </p15:clr>
        </p15:guide>
        <p15:guide id="4" orient="horz" pos="3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57199" y="555639"/>
            <a:ext cx="9601200" cy="609398"/>
          </a:xfrm>
        </p:spPr>
        <p:txBody>
          <a:bodyPr/>
          <a:lstStyle>
            <a:lvl1pPr>
              <a:defRPr/>
            </a:lvl1pPr>
          </a:lstStyle>
          <a:p>
            <a:r>
              <a:rPr lang="en-US"/>
              <a:t>Slide title; Arial 22pt bold, sentence case. This layout accommodates a slide title that extends downward to a second line (max. 2 lines).</a:t>
            </a:r>
          </a:p>
        </p:txBody>
      </p:sp>
      <p:sp>
        <p:nvSpPr>
          <p:cNvPr id="7" name="Footer Placeholder 6">
            <a:extLst>
              <a:ext uri="{FF2B5EF4-FFF2-40B4-BE49-F238E27FC236}">
                <a16:creationId xmlns:a16="http://schemas.microsoft.com/office/drawing/2014/main" id="{2F19E74A-0080-4967-9833-9ACB7226DDE7}"/>
              </a:ext>
            </a:extLst>
          </p:cNvPr>
          <p:cNvSpPr>
            <a:spLocks noGrp="1"/>
          </p:cNvSpPr>
          <p:nvPr>
            <p:ph type="ftr" sz="quarter" idx="11"/>
          </p:nvPr>
        </p:nvSpPr>
        <p:spPr/>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8B45D769-A041-452F-B2B9-DCBF82634579}"/>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6" name="Date Placeholder 5" hidden="1">
            <a:extLst>
              <a:ext uri="{FF2B5EF4-FFF2-40B4-BE49-F238E27FC236}">
                <a16:creationId xmlns:a16="http://schemas.microsoft.com/office/drawing/2014/main" id="{371431DB-E6A6-49C5-8087-27C6A3B2A54B}"/>
              </a:ext>
            </a:extLst>
          </p:cNvPr>
          <p:cNvSpPr>
            <a:spLocks noGrp="1"/>
          </p:cNvSpPr>
          <p:nvPr>
            <p:ph type="dt" sz="half" idx="10"/>
          </p:nvPr>
        </p:nvSpPr>
        <p:spPr/>
        <p:txBody>
          <a:bodyPr/>
          <a:lstStyle/>
          <a:p>
            <a:fld id="{563D2711-4916-4AC1-9EA9-C56F49A70B8A}" type="datetime1">
              <a:rPr lang="en-US" smtClean="0"/>
              <a:t>9/17/2026</a:t>
            </a:fld>
            <a:endParaRPr lang="en-US"/>
          </a:p>
        </p:txBody>
      </p:sp>
    </p:spTree>
    <p:extLst>
      <p:ext uri="{BB962C8B-B14F-4D97-AF65-F5344CB8AC3E}">
        <p14:creationId xmlns:p14="http://schemas.microsoft.com/office/powerpoint/2010/main" val="2017625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3" orient="horz" pos="1016">
          <p15:clr>
            <a:srgbClr val="FBAE40"/>
          </p15:clr>
        </p15:guide>
        <p15:guide id="4" orient="horz" pos="3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07F8-7529-498B-8D34-E0851EDB82CA}"/>
              </a:ext>
            </a:extLst>
          </p:cNvPr>
          <p:cNvSpPr>
            <a:spLocks noGrp="1"/>
          </p:cNvSpPr>
          <p:nvPr>
            <p:ph type="title" hasCustomPrompt="1"/>
          </p:nvPr>
        </p:nvSpPr>
        <p:spPr bwMode="gray"/>
        <p:txBody>
          <a:bodyPr/>
          <a:lstStyle>
            <a:lvl1pPr>
              <a:defRPr/>
            </a:lvl1pPr>
          </a:lstStyle>
          <a:p>
            <a:r>
              <a:rPr lang="en-US"/>
              <a:t>Slide title; Arial 22pt bold, sentence case (1 line)</a:t>
            </a:r>
          </a:p>
        </p:txBody>
      </p:sp>
      <p:sp>
        <p:nvSpPr>
          <p:cNvPr id="3" name="Content Placeholder 2">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8F7E04CA-C30D-40A2-B51C-2DAC9C9B2D09}" type="datetime1">
              <a:rPr lang="en-US" smtClean="0"/>
              <a:t>9/17/2026</a:t>
            </a:fld>
            <a:endParaRPr lang="en-US"/>
          </a:p>
        </p:txBody>
      </p:sp>
    </p:spTree>
    <p:extLst>
      <p:ext uri="{BB962C8B-B14F-4D97-AF65-F5344CB8AC3E}">
        <p14:creationId xmlns:p14="http://schemas.microsoft.com/office/powerpoint/2010/main" val="104126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2" orient="horz" pos="792">
          <p15:clr>
            <a:srgbClr val="FBAE40"/>
          </p15:clr>
        </p15:guide>
        <p15:guide id="3" orient="horz" pos="34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3">
            <a:extLst>
              <a:ext uri="{FF2B5EF4-FFF2-40B4-BE49-F238E27FC236}">
                <a16:creationId xmlns:a16="http://schemas.microsoft.com/office/drawing/2014/main" id="{7F8E785F-27DE-459F-AC73-FAA76F4C475F}"/>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2" name="Date Placeholder 1" hidden="1">
            <a:extLst>
              <a:ext uri="{FF2B5EF4-FFF2-40B4-BE49-F238E27FC236}">
                <a16:creationId xmlns:a16="http://schemas.microsoft.com/office/drawing/2014/main" id="{2A88930E-BBA5-4E1B-A5EF-DED17AD07096}"/>
              </a:ext>
            </a:extLst>
          </p:cNvPr>
          <p:cNvSpPr>
            <a:spLocks noGrp="1"/>
          </p:cNvSpPr>
          <p:nvPr>
            <p:ph type="dt" sz="half" idx="10"/>
          </p:nvPr>
        </p:nvSpPr>
        <p:spPr/>
        <p:txBody>
          <a:bodyPr/>
          <a:lstStyle/>
          <a:p>
            <a:fld id="{8F242276-4B37-464E-82B5-A2CCFA8D2047}" type="datetime1">
              <a:rPr lang="en-US" smtClean="0"/>
              <a:t>9/17/2026</a:t>
            </a:fld>
            <a:endParaRPr lang="en-US"/>
          </a:p>
        </p:txBody>
      </p:sp>
    </p:spTree>
    <p:extLst>
      <p:ext uri="{BB962C8B-B14F-4D97-AF65-F5344CB8AC3E}">
        <p14:creationId xmlns:p14="http://schemas.microsoft.com/office/powerpoint/2010/main" val="36880547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4" orient="horz" pos="34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1954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1" name="Quotemark" descr="Large, stylized quotation 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113159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AC1A5A6-F2E7-4A6D-960D-C8D830EDC445}" type="datetime1">
              <a:rPr lang="en-US" smtClean="0"/>
              <a:t>9/17/2026</a:t>
            </a:fld>
            <a:endParaRPr lang="en-US"/>
          </a:p>
        </p:txBody>
      </p:sp>
    </p:spTree>
    <p:extLst>
      <p:ext uri="{BB962C8B-B14F-4D97-AF65-F5344CB8AC3E}">
        <p14:creationId xmlns:p14="http://schemas.microsoft.com/office/powerpoint/2010/main" val="1345639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2" name="Quotemark" descr="Large, stylized quotation 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70590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3" name="Picture Placeholder 7">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accent6"/>
                </a:solidFill>
              </a:defRPr>
            </a:lvl1pPr>
          </a:lstStyle>
          <a:p>
            <a:r>
              <a:rPr lang="en-US"/>
              <a:t>Insert attribution photo</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BEDB376A-9CC0-4260-A1FB-E4D7D3B0E9C8}" type="datetime1">
              <a:rPr lang="en-US" smtClean="0"/>
              <a:t>9/17/2026</a:t>
            </a:fld>
            <a:endParaRPr lang="en-US"/>
          </a:p>
        </p:txBody>
      </p:sp>
    </p:spTree>
    <p:extLst>
      <p:ext uri="{BB962C8B-B14F-4D97-AF65-F5344CB8AC3E}">
        <p14:creationId xmlns:p14="http://schemas.microsoft.com/office/powerpoint/2010/main" val="10951268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02">
    <p:spTree>
      <p:nvGrpSpPr>
        <p:cNvPr id="1" name=""/>
        <p:cNvGrpSpPr/>
        <p:nvPr/>
      </p:nvGrpSpPr>
      <p:grpSpPr>
        <a:xfrm>
          <a:off x="0" y="0"/>
          <a:ext cx="0" cy="0"/>
          <a:chOff x="0" y="0"/>
          <a:chExt cx="0" cy="0"/>
        </a:xfrm>
      </p:grpSpPr>
      <p:sp>
        <p:nvSpPr>
          <p:cNvPr id="7" name="Background box">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1" name="Quotemark" descr="Large, stylized quotation 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113159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B8DFD118-AC3B-49F2-BA0B-7B9DF70B8F3E}" type="datetime1">
              <a:rPr lang="en-US" smtClean="0"/>
              <a:t>9/17/2026</a:t>
            </a:fld>
            <a:endParaRPr lang="en-US"/>
          </a:p>
        </p:txBody>
      </p:sp>
    </p:spTree>
    <p:extLst>
      <p:ext uri="{BB962C8B-B14F-4D97-AF65-F5344CB8AC3E}">
        <p14:creationId xmlns:p14="http://schemas.microsoft.com/office/powerpoint/2010/main" val="2694382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with Photo 02">
    <p:spTree>
      <p:nvGrpSpPr>
        <p:cNvPr id="1" name=""/>
        <p:cNvGrpSpPr/>
        <p:nvPr/>
      </p:nvGrpSpPr>
      <p:grpSpPr>
        <a:xfrm>
          <a:off x="0" y="0"/>
          <a:ext cx="0" cy="0"/>
          <a:chOff x="0" y="0"/>
          <a:chExt cx="0" cy="0"/>
        </a:xfrm>
      </p:grpSpPr>
      <p:sp>
        <p:nvSpPr>
          <p:cNvPr id="7" name="Background box">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12" name="Quotemark" descr="Large, stylized quotation 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859458" y="705903"/>
            <a:ext cx="473085" cy="473085"/>
          </a:xfrm>
          <a:prstGeom prst="rect">
            <a:avLst/>
          </a:prstGeom>
        </p:spPr>
      </p:pic>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3" name="Picture Placeholder 7">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tx1"/>
                </a:solidFill>
              </a:defRPr>
            </a:lvl1pPr>
          </a:lstStyle>
          <a:p>
            <a:r>
              <a:rPr lang="en-US"/>
              <a:t>Insert attribution photo</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9F7F53CA-DA9B-42DE-BC32-1FB13BF92AF8}" type="datetime1">
              <a:rPr lang="en-US" smtClean="0"/>
              <a:t>9/17/2026</a:t>
            </a:fld>
            <a:endParaRPr lang="en-US"/>
          </a:p>
        </p:txBody>
      </p:sp>
    </p:spTree>
    <p:extLst>
      <p:ext uri="{BB962C8B-B14F-4D97-AF65-F5344CB8AC3E}">
        <p14:creationId xmlns:p14="http://schemas.microsoft.com/office/powerpoint/2010/main" val="37398049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3924300"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3924300" y="3708424"/>
            <a:ext cx="4343400" cy="230832"/>
          </a:xfrm>
        </p:spPr>
        <p:txBody>
          <a:bodyPr>
            <a:spAutoFit/>
          </a:bodyPr>
          <a:lstStyle>
            <a:lvl1pPr algn="ctr">
              <a:defRPr sz="1500"/>
            </a:lvl1pPr>
          </a:lstStyle>
          <a:p>
            <a:pPr lvl="0"/>
            <a:r>
              <a:rPr lang="en-US"/>
              <a:t>Context about fact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5087FC9B-1C7F-4ADF-9DC1-8BD3DCF6C9B1}" type="datetime1">
              <a:rPr lang="en-US" smtClean="0"/>
              <a:t>9/17/2026</a:t>
            </a:fld>
            <a:endParaRPr lang="en-US"/>
          </a:p>
        </p:txBody>
      </p:sp>
    </p:spTree>
    <p:extLst>
      <p:ext uri="{BB962C8B-B14F-4D97-AF65-F5344CB8AC3E}">
        <p14:creationId xmlns:p14="http://schemas.microsoft.com/office/powerpoint/2010/main" val="26392902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lvl1pPr>
          </a:lstStyle>
          <a:p>
            <a:pPr lvl="0"/>
            <a:r>
              <a:rPr lang="en-US"/>
              <a:t>Context about fact</a:t>
            </a:r>
          </a:p>
        </p:txBody>
      </p:sp>
      <p:sp>
        <p:nvSpPr>
          <p:cNvPr id="7" name="Text Placeholder 5">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8" name="Text Placeholder 8">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lvl1pPr>
          </a:lstStyle>
          <a:p>
            <a:pPr lvl="0"/>
            <a:r>
              <a:rPr lang="en-US"/>
              <a:t>Context about fact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D66124C2-8024-4FE0-A9C8-31A6FDFB86B0}" type="datetime1">
              <a:rPr lang="en-US" smtClean="0"/>
              <a:t>9/17/2026</a:t>
            </a:fld>
            <a:endParaRPr lang="en-US"/>
          </a:p>
        </p:txBody>
      </p:sp>
    </p:spTree>
    <p:extLst>
      <p:ext uri="{BB962C8B-B14F-4D97-AF65-F5344CB8AC3E}">
        <p14:creationId xmlns:p14="http://schemas.microsoft.com/office/powerpoint/2010/main" val="18724843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13225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1"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2024 Optum, Inc. All rights reserved. </a:t>
            </a:r>
          </a:p>
        </p:txBody>
      </p:sp>
    </p:spTree>
    <p:extLst>
      <p:ext uri="{BB962C8B-B14F-4D97-AF65-F5344CB8AC3E}">
        <p14:creationId xmlns:p14="http://schemas.microsoft.com/office/powerpoint/2010/main" val="19727185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C4000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99502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A large &quot;x&quot; indicating that this layout is not approved for use.">
            <a:extLst>
              <a:ext uri="{FF2B5EF4-FFF2-40B4-BE49-F238E27FC236}">
                <a16:creationId xmlns:a16="http://schemas.microsoft.com/office/drawing/2014/main" id="{F637101A-C75C-41F9-A59B-BB01DC6F1A81}"/>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57B99AAD-1C70-4066-97B8-7CB0AFCDBCB0}"/>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B7568664-50C7-4DB8-8C47-CFB226FB188C}"/>
              </a:ext>
            </a:extLst>
          </p:cNvPr>
          <p:cNvSpPr>
            <a:spLocks noGrp="1"/>
          </p:cNvSpPr>
          <p:nvPr>
            <p:ph type="ctrTitle" hasCustomPrompt="1"/>
          </p:nvPr>
        </p:nvSpPr>
        <p:spPr bwMode="gray">
          <a:xfrm>
            <a:off x="1524000" y="2886715"/>
            <a:ext cx="9144000" cy="623248"/>
          </a:xfrm>
        </p:spPr>
        <p:txBody>
          <a:bodyPr anchor="b"/>
          <a:lstStyle>
            <a:lvl1pPr algn="ctr">
              <a:defRPr sz="4500"/>
            </a:lvl1pPr>
          </a:lstStyle>
          <a:p>
            <a:r>
              <a:rPr lang="en-US"/>
              <a:t>Not for use. Microsoft default.</a:t>
            </a:r>
          </a:p>
        </p:txBody>
      </p:sp>
      <p:sp>
        <p:nvSpPr>
          <p:cNvPr id="3" name="Subtitle 2">
            <a:extLst>
              <a:ext uri="{FF2B5EF4-FFF2-40B4-BE49-F238E27FC236}">
                <a16:creationId xmlns:a16="http://schemas.microsoft.com/office/drawing/2014/main" id="{4EAF0C85-44B2-4CC0-932D-2F9ADF1FFD31}"/>
              </a:ext>
            </a:extLst>
          </p:cNvPr>
          <p:cNvSpPr>
            <a:spLocks noGrp="1"/>
          </p:cNvSpPr>
          <p:nvPr>
            <p:ph type="subTitle" idx="1" hasCustomPrompt="1"/>
          </p:nvPr>
        </p:nvSpPr>
        <p:spPr bwMode="gray">
          <a:xfrm>
            <a:off x="1524000" y="3602038"/>
            <a:ext cx="9144000" cy="1130600"/>
          </a:xfrm>
        </p:spPr>
        <p:txBody>
          <a:bodyPr/>
          <a:lstStyle>
            <a:lvl1pPr marL="0" indent="0" algn="ctr">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This layout is not intended for use within Optum presentations.</a:t>
            </a:r>
          </a:p>
        </p:txBody>
      </p:sp>
      <p:sp>
        <p:nvSpPr>
          <p:cNvPr id="5" name="Footer Placeholder 4">
            <a:extLst>
              <a:ext uri="{FF2B5EF4-FFF2-40B4-BE49-F238E27FC236}">
                <a16:creationId xmlns:a16="http://schemas.microsoft.com/office/drawing/2014/main" id="{6A126410-8F3C-4F0B-B7C5-2D48B3EF1A6A}"/>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D02FE67C-069E-48A9-B723-DEF10C50C01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a:extLst>
              <a:ext uri="{FF2B5EF4-FFF2-40B4-BE49-F238E27FC236}">
                <a16:creationId xmlns:a16="http://schemas.microsoft.com/office/drawing/2014/main" id="{372CD502-C58E-4BBA-9A0D-8801688B5209}"/>
              </a:ext>
            </a:extLst>
          </p:cNvPr>
          <p:cNvSpPr>
            <a:spLocks noGrp="1"/>
          </p:cNvSpPr>
          <p:nvPr>
            <p:ph type="dt" sz="half" idx="10"/>
          </p:nvPr>
        </p:nvSpPr>
        <p:spPr bwMode="gray"/>
        <p:txBody>
          <a:bodyPr/>
          <a:lstStyle/>
          <a:p>
            <a:fld id="{F162BC2A-6E37-4CC1-B6FC-7AA5CD4A505C}" type="datetime1">
              <a:rPr lang="en-US" smtClean="0"/>
              <a:t>9/17/2026</a:t>
            </a:fld>
            <a:endParaRPr lang="en-US"/>
          </a:p>
        </p:txBody>
      </p:sp>
    </p:spTree>
    <p:extLst>
      <p:ext uri="{BB962C8B-B14F-4D97-AF65-F5344CB8AC3E}">
        <p14:creationId xmlns:p14="http://schemas.microsoft.com/office/powerpoint/2010/main" val="40811475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Freeform: Shape 9" descr="A large &quot;x&quot; indicating that this layout is not approved for use.">
            <a:extLst>
              <a:ext uri="{FF2B5EF4-FFF2-40B4-BE49-F238E27FC236}">
                <a16:creationId xmlns:a16="http://schemas.microsoft.com/office/drawing/2014/main" id="{B6B42EE6-B915-4BF1-8B9C-7DD5ACE2DD69}"/>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8" name="TextBox 7">
            <a:extLst>
              <a:ext uri="{FF2B5EF4-FFF2-40B4-BE49-F238E27FC236}">
                <a16:creationId xmlns:a16="http://schemas.microsoft.com/office/drawing/2014/main" id="{CD70083E-4733-4C8E-B27B-09B287FF1688}"/>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3A8B14AA-3234-4FFB-B4D3-512ED6FA45CB}"/>
              </a:ext>
            </a:extLst>
          </p:cNvPr>
          <p:cNvSpPr>
            <a:spLocks noGrp="1"/>
          </p:cNvSpPr>
          <p:nvPr>
            <p:ph type="title" hasCustomPrompt="1"/>
          </p:nvPr>
        </p:nvSpPr>
        <p:spPr bwMode="gray">
          <a:xfrm>
            <a:off x="457199" y="555639"/>
            <a:ext cx="11274425" cy="304699"/>
          </a:xfrm>
        </p:spPr>
        <p:txBody>
          <a:bodyPr/>
          <a:lstStyle>
            <a:lvl1pPr>
              <a:defRPr/>
            </a:lvl1pPr>
          </a:lstStyle>
          <a:p>
            <a:r>
              <a:rPr lang="en-US"/>
              <a:t>Not for use. This is a Microsoft default.</a:t>
            </a:r>
          </a:p>
        </p:txBody>
      </p:sp>
      <p:sp>
        <p:nvSpPr>
          <p:cNvPr id="3" name="Content Placeholder 2">
            <a:extLst>
              <a:ext uri="{FF2B5EF4-FFF2-40B4-BE49-F238E27FC236}">
                <a16:creationId xmlns:a16="http://schemas.microsoft.com/office/drawing/2014/main" id="{4ABCB17D-A7A6-41F6-83CB-566500CE0480}"/>
              </a:ext>
            </a:extLst>
          </p:cNvPr>
          <p:cNvSpPr>
            <a:spLocks noGrp="1"/>
          </p:cNvSpPr>
          <p:nvPr>
            <p:ph sz="half" idx="1" hasCustomPrompt="1"/>
          </p:nvPr>
        </p:nvSpPr>
        <p:spPr bwMode="gray">
          <a:xfrm>
            <a:off x="838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EF25F9-31AF-45D7-90BD-D4D634628BC9}"/>
              </a:ext>
            </a:extLst>
          </p:cNvPr>
          <p:cNvSpPr>
            <a:spLocks noGrp="1"/>
          </p:cNvSpPr>
          <p:nvPr>
            <p:ph sz="half" idx="2" hasCustomPrompt="1"/>
          </p:nvPr>
        </p:nvSpPr>
        <p:spPr bwMode="gray">
          <a:xfrm>
            <a:off x="6172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62DD608-68C8-4550-8B5B-0AD9AE479018}"/>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469831F6-C4D6-424D-B187-C11B57AE40D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9A220815-B520-464A-809E-9A762EE28066}"/>
              </a:ext>
            </a:extLst>
          </p:cNvPr>
          <p:cNvSpPr>
            <a:spLocks noGrp="1"/>
          </p:cNvSpPr>
          <p:nvPr>
            <p:ph type="dt" sz="half" idx="10"/>
          </p:nvPr>
        </p:nvSpPr>
        <p:spPr bwMode="gray"/>
        <p:txBody>
          <a:bodyPr/>
          <a:lstStyle/>
          <a:p>
            <a:fld id="{905E7EE1-CC23-4392-A75F-0151249E6FE6}" type="datetime1">
              <a:rPr lang="en-US" smtClean="0"/>
              <a:t>9/17/2026</a:t>
            </a:fld>
            <a:endParaRPr lang="en-US"/>
          </a:p>
        </p:txBody>
      </p:sp>
    </p:spTree>
    <p:extLst>
      <p:ext uri="{BB962C8B-B14F-4D97-AF65-F5344CB8AC3E}">
        <p14:creationId xmlns:p14="http://schemas.microsoft.com/office/powerpoint/2010/main" val="27612736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Freeform: Shape 11" descr="A large &quot;x&quot; indicating that this layout is not approved for use.">
            <a:extLst>
              <a:ext uri="{FF2B5EF4-FFF2-40B4-BE49-F238E27FC236}">
                <a16:creationId xmlns:a16="http://schemas.microsoft.com/office/drawing/2014/main" id="{1C70D576-33E1-4B49-8568-E8D97423AE77}"/>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E00E51F3-FA16-4CC6-97C6-6EECCB9AFCB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CFA8E2E3-6B30-46B0-B4B4-027D6D07175E}"/>
              </a:ext>
            </a:extLst>
          </p:cNvPr>
          <p:cNvSpPr>
            <a:spLocks noGrp="1"/>
          </p:cNvSpPr>
          <p:nvPr>
            <p:ph type="title" hasCustomPrompt="1"/>
          </p:nvPr>
        </p:nvSpPr>
        <p:spPr bwMode="gray">
          <a:xfrm>
            <a:off x="457199" y="555639"/>
            <a:ext cx="11274426" cy="304699"/>
          </a:xfrm>
        </p:spPr>
        <p:txBody>
          <a:bodyPr/>
          <a:lstStyle>
            <a:lvl1pPr>
              <a:defRPr/>
            </a:lvl1pPr>
          </a:lstStyle>
          <a:p>
            <a:r>
              <a:rPr lang="en-US"/>
              <a:t>Not for use. This is a Microsoft default.</a:t>
            </a:r>
          </a:p>
        </p:txBody>
      </p:sp>
      <p:sp>
        <p:nvSpPr>
          <p:cNvPr id="3" name="Text Placeholder 2">
            <a:extLst>
              <a:ext uri="{FF2B5EF4-FFF2-40B4-BE49-F238E27FC236}">
                <a16:creationId xmlns:a16="http://schemas.microsoft.com/office/drawing/2014/main" id="{FCE00B74-BF12-4966-8AA7-173AC3483119}"/>
              </a:ext>
            </a:extLst>
          </p:cNvPr>
          <p:cNvSpPr>
            <a:spLocks noGrp="1"/>
          </p:cNvSpPr>
          <p:nvPr>
            <p:ph type="body" idx="1"/>
          </p:nvPr>
        </p:nvSpPr>
        <p:spPr bwMode="gray">
          <a:xfrm>
            <a:off x="839787" y="1469346"/>
            <a:ext cx="5184132"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024F8A-D5E1-459D-8864-ECDE8305BEE3}"/>
              </a:ext>
            </a:extLst>
          </p:cNvPr>
          <p:cNvSpPr>
            <a:spLocks noGrp="1"/>
          </p:cNvSpPr>
          <p:nvPr>
            <p:ph sz="half" idx="2" hasCustomPrompt="1"/>
          </p:nvPr>
        </p:nvSpPr>
        <p:spPr bwMode="gray">
          <a:xfrm>
            <a:off x="839787" y="2293257"/>
            <a:ext cx="5184132" cy="352784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AA130C-8D3A-4BEE-B54E-02D7DF9EEB6D}"/>
              </a:ext>
            </a:extLst>
          </p:cNvPr>
          <p:cNvSpPr>
            <a:spLocks noGrp="1"/>
          </p:cNvSpPr>
          <p:nvPr>
            <p:ph type="body" sz="quarter" idx="3"/>
          </p:nvPr>
        </p:nvSpPr>
        <p:spPr bwMode="gray">
          <a:xfrm>
            <a:off x="6172200" y="1469346"/>
            <a:ext cx="5183188"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475553-3346-44A6-9C9C-B79A3C596C9C}"/>
              </a:ext>
            </a:extLst>
          </p:cNvPr>
          <p:cNvSpPr>
            <a:spLocks noGrp="1"/>
          </p:cNvSpPr>
          <p:nvPr>
            <p:ph sz="quarter" idx="4" hasCustomPrompt="1"/>
          </p:nvPr>
        </p:nvSpPr>
        <p:spPr bwMode="gray">
          <a:xfrm>
            <a:off x="6172200" y="2293258"/>
            <a:ext cx="5183188" cy="3527844"/>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08D5CB4-1D71-40A2-9087-19CAB8292F6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64858ABD-186B-4697-ADA0-B1768243BB6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Date Placeholder 6">
            <a:extLst>
              <a:ext uri="{FF2B5EF4-FFF2-40B4-BE49-F238E27FC236}">
                <a16:creationId xmlns:a16="http://schemas.microsoft.com/office/drawing/2014/main" id="{A31E6BBF-F3E7-49D2-A6BF-EC70F1823AB9}"/>
              </a:ext>
            </a:extLst>
          </p:cNvPr>
          <p:cNvSpPr>
            <a:spLocks noGrp="1"/>
          </p:cNvSpPr>
          <p:nvPr>
            <p:ph type="dt" sz="half" idx="10"/>
          </p:nvPr>
        </p:nvSpPr>
        <p:spPr bwMode="gray"/>
        <p:txBody>
          <a:bodyPr/>
          <a:lstStyle/>
          <a:p>
            <a:fld id="{C7E67C32-0E3A-477C-8FCF-E79CE5312C46}" type="datetime1">
              <a:rPr lang="en-US" smtClean="0"/>
              <a:t>9/17/2026</a:t>
            </a:fld>
            <a:endParaRPr lang="en-US"/>
          </a:p>
        </p:txBody>
      </p:sp>
    </p:spTree>
    <p:extLst>
      <p:ext uri="{BB962C8B-B14F-4D97-AF65-F5344CB8AC3E}">
        <p14:creationId xmlns:p14="http://schemas.microsoft.com/office/powerpoint/2010/main" val="1810583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descr="A large &quot;x&quot; indicating that this layout is not approved for use.">
            <a:extLst>
              <a:ext uri="{FF2B5EF4-FFF2-40B4-BE49-F238E27FC236}">
                <a16:creationId xmlns:a16="http://schemas.microsoft.com/office/drawing/2014/main" id="{5F25F3A1-BD13-41CE-9176-E8CD536BC4D9}"/>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2A212493-ED92-4B1B-901F-F8694A916BC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A12F8FED-F893-4202-9729-070B73F89088}"/>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4" name="Text Placeholder 3">
            <a:extLst>
              <a:ext uri="{FF2B5EF4-FFF2-40B4-BE49-F238E27FC236}">
                <a16:creationId xmlns:a16="http://schemas.microsoft.com/office/drawing/2014/main" id="{3CCF252D-B8C8-459E-A3CF-ADE2DCB40929}"/>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3" name="Content Placeholder 2">
            <a:extLst>
              <a:ext uri="{FF2B5EF4-FFF2-40B4-BE49-F238E27FC236}">
                <a16:creationId xmlns:a16="http://schemas.microsoft.com/office/drawing/2014/main" id="{FAAB0851-1B55-4EF9-9DB6-030D02FC7FC5}"/>
              </a:ext>
            </a:extLst>
          </p:cNvPr>
          <p:cNvSpPr>
            <a:spLocks noGrp="1"/>
          </p:cNvSpPr>
          <p:nvPr>
            <p:ph idx="1" hasCustomPrompt="1"/>
          </p:nvPr>
        </p:nvSpPr>
        <p:spPr bwMode="gray">
          <a:xfrm>
            <a:off x="5183188" y="959471"/>
            <a:ext cx="6172200" cy="4531785"/>
          </a:xfrm>
        </p:spPr>
        <p:txBody>
          <a:bodyPr/>
          <a:lstStyle>
            <a:lvl1pPr>
              <a:defRPr sz="1800"/>
            </a:lvl1pPr>
            <a:lvl2pPr>
              <a:defRPr sz="18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F63B6A4-E537-4167-B34F-EDFE426E1E8F}"/>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D8D5DB69-D84E-44DD-8501-317F2D6B91BC}"/>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B5E4B62D-C99F-4CC3-9E19-1114B3E55C1F}"/>
              </a:ext>
            </a:extLst>
          </p:cNvPr>
          <p:cNvSpPr>
            <a:spLocks noGrp="1"/>
          </p:cNvSpPr>
          <p:nvPr>
            <p:ph type="dt" sz="half" idx="10"/>
          </p:nvPr>
        </p:nvSpPr>
        <p:spPr bwMode="gray"/>
        <p:txBody>
          <a:bodyPr/>
          <a:lstStyle/>
          <a:p>
            <a:fld id="{0756414A-3F0D-460A-95CF-C7910A70C1D4}" type="datetime1">
              <a:rPr lang="en-US" smtClean="0"/>
              <a:t>9/17/2026</a:t>
            </a:fld>
            <a:endParaRPr lang="en-US"/>
          </a:p>
        </p:txBody>
      </p:sp>
    </p:spTree>
    <p:extLst>
      <p:ext uri="{BB962C8B-B14F-4D97-AF65-F5344CB8AC3E}">
        <p14:creationId xmlns:p14="http://schemas.microsoft.com/office/powerpoint/2010/main" val="19074675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descr="A large &quot;x&quot; indicating that this layout is not approved for use.">
            <a:extLst>
              <a:ext uri="{FF2B5EF4-FFF2-40B4-BE49-F238E27FC236}">
                <a16:creationId xmlns:a16="http://schemas.microsoft.com/office/drawing/2014/main" id="{60799103-2F70-4C44-9BCC-51D14763EF0E}"/>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349FD152-129D-41A4-81CE-BC9A8DCD0B3A}"/>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3871F256-EE8B-4C42-8A9F-D709E45FC9CE}"/>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4" name="Text Placeholder 3">
            <a:extLst>
              <a:ext uri="{FF2B5EF4-FFF2-40B4-BE49-F238E27FC236}">
                <a16:creationId xmlns:a16="http://schemas.microsoft.com/office/drawing/2014/main" id="{F2DB0F51-CDD0-41D4-A559-624A4917070B}"/>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3" name="Picture Placeholder 2">
            <a:extLst>
              <a:ext uri="{FF2B5EF4-FFF2-40B4-BE49-F238E27FC236}">
                <a16:creationId xmlns:a16="http://schemas.microsoft.com/office/drawing/2014/main" id="{F9491D2A-A402-47AC-9A86-6002422F21C9}"/>
              </a:ext>
              <a:ext uri="{C183D7F6-B498-43B3-948B-1728B52AA6E4}">
                <adec:decorative xmlns:adec="http://schemas.microsoft.com/office/drawing/2017/decorative" val="1"/>
              </a:ext>
            </a:extLst>
          </p:cNvPr>
          <p:cNvSpPr>
            <a:spLocks noGrp="1"/>
          </p:cNvSpPr>
          <p:nvPr>
            <p:ph type="pic" idx="1"/>
          </p:nvPr>
        </p:nvSpPr>
        <p:spPr bwMode="gray">
          <a:xfrm>
            <a:off x="5183188" y="959471"/>
            <a:ext cx="6172200" cy="4531785"/>
          </a:xfr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17F543A3-3277-40A0-B1C2-CADD5AB0387B}"/>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F13D95E8-D049-4386-B18A-005E7667328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14CD89A7-8ADC-4D39-B15F-96B3FCC81854}"/>
              </a:ext>
            </a:extLst>
          </p:cNvPr>
          <p:cNvSpPr>
            <a:spLocks noGrp="1"/>
          </p:cNvSpPr>
          <p:nvPr>
            <p:ph type="dt" sz="half" idx="10"/>
          </p:nvPr>
        </p:nvSpPr>
        <p:spPr bwMode="gray"/>
        <p:txBody>
          <a:bodyPr/>
          <a:lstStyle/>
          <a:p>
            <a:fld id="{991743E0-E954-4790-A436-446467232A0A}" type="datetime1">
              <a:rPr lang="en-US" smtClean="0"/>
              <a:t>9/17/2026</a:t>
            </a:fld>
            <a:endParaRPr lang="en-US"/>
          </a:p>
        </p:txBody>
      </p:sp>
    </p:spTree>
    <p:extLst>
      <p:ext uri="{BB962C8B-B14F-4D97-AF65-F5344CB8AC3E}">
        <p14:creationId xmlns:p14="http://schemas.microsoft.com/office/powerpoint/2010/main" val="26645214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Freeform: Shape 8" descr="A large &quot;x&quot; indicating that this layout is not approved for use.">
            <a:extLst>
              <a:ext uri="{FF2B5EF4-FFF2-40B4-BE49-F238E27FC236}">
                <a16:creationId xmlns:a16="http://schemas.microsoft.com/office/drawing/2014/main" id="{22419F1F-051D-4EAB-BCEA-2B4614A0214F}"/>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C2B6F59F-8687-492F-A2D4-E8EBFECAC4AB}"/>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2E19D853-E248-4BE3-8F8C-4FF1369CBDAE}"/>
              </a:ext>
            </a:extLst>
          </p:cNvPr>
          <p:cNvSpPr>
            <a:spLocks noGrp="1"/>
          </p:cNvSpPr>
          <p:nvPr>
            <p:ph type="title" hasCustomPrompt="1"/>
          </p:nvPr>
        </p:nvSpPr>
        <p:spPr bwMode="gray"/>
        <p:txBody>
          <a:bodyPr/>
          <a:lstStyle/>
          <a:p>
            <a:r>
              <a:rPr lang="en-US"/>
              <a:t>Not for use. This is a Microsoft default.</a:t>
            </a:r>
          </a:p>
        </p:txBody>
      </p:sp>
      <p:sp>
        <p:nvSpPr>
          <p:cNvPr id="3" name="Vertical Text Placeholder 2">
            <a:extLst>
              <a:ext uri="{FF2B5EF4-FFF2-40B4-BE49-F238E27FC236}">
                <a16:creationId xmlns:a16="http://schemas.microsoft.com/office/drawing/2014/main" id="{E7268BF8-16E9-442C-865D-E015BE37821F}"/>
              </a:ext>
            </a:extLst>
          </p:cNvPr>
          <p:cNvSpPr>
            <a:spLocks noGrp="1"/>
          </p:cNvSpPr>
          <p:nvPr>
            <p:ph type="body" orient="vert" idx="1" hasCustomPrompt="1"/>
          </p:nvPr>
        </p:nvSpPr>
        <p:spPr bwMode="gray">
          <a:xfrm>
            <a:off x="1524000" y="1468197"/>
            <a:ext cx="9144000" cy="3930085"/>
          </a:xfrm>
        </p:spPr>
        <p:txBody>
          <a:bodyPr vert="eaVert"/>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765FB1D-8B17-4CDB-BAAD-56DCBE7C650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A563E8E-48A6-4825-9CB7-1E5880454802}"/>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a:extLst>
              <a:ext uri="{FF2B5EF4-FFF2-40B4-BE49-F238E27FC236}">
                <a16:creationId xmlns:a16="http://schemas.microsoft.com/office/drawing/2014/main" id="{DBB24B87-31C9-4BD9-B6CB-469EE19051A3}"/>
              </a:ext>
            </a:extLst>
          </p:cNvPr>
          <p:cNvSpPr>
            <a:spLocks noGrp="1"/>
          </p:cNvSpPr>
          <p:nvPr>
            <p:ph type="dt" sz="half" idx="10"/>
          </p:nvPr>
        </p:nvSpPr>
        <p:spPr bwMode="gray"/>
        <p:txBody>
          <a:bodyPr/>
          <a:lstStyle/>
          <a:p>
            <a:fld id="{1AE5C768-D019-4ED7-8F7F-FAE1BFA84AC6}" type="datetime1">
              <a:rPr lang="en-US" smtClean="0"/>
              <a:t>9/17/2026</a:t>
            </a:fld>
            <a:endParaRPr lang="en-US"/>
          </a:p>
        </p:txBody>
      </p:sp>
    </p:spTree>
    <p:extLst>
      <p:ext uri="{BB962C8B-B14F-4D97-AF65-F5344CB8AC3E}">
        <p14:creationId xmlns:p14="http://schemas.microsoft.com/office/powerpoint/2010/main" val="31584146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9" name="Freeform: Shape 8" descr="A large &quot;x&quot; indicating that this layout is not approved for use.">
            <a:extLst>
              <a:ext uri="{FF2B5EF4-FFF2-40B4-BE49-F238E27FC236}">
                <a16:creationId xmlns:a16="http://schemas.microsoft.com/office/drawing/2014/main" id="{AB58FB46-F330-4E2D-8F18-92EB7F8636A2}"/>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C05104E2-CEF6-4BD8-B7C0-2C8692A17794}"/>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Vertical Title 1">
            <a:extLst>
              <a:ext uri="{FF2B5EF4-FFF2-40B4-BE49-F238E27FC236}">
                <a16:creationId xmlns:a16="http://schemas.microsoft.com/office/drawing/2014/main" id="{04B8F935-64F2-4650-80FF-CFD09440797C}"/>
              </a:ext>
            </a:extLst>
          </p:cNvPr>
          <p:cNvSpPr>
            <a:spLocks noGrp="1"/>
          </p:cNvSpPr>
          <p:nvPr>
            <p:ph type="title" orient="vert" hasCustomPrompt="1"/>
          </p:nvPr>
        </p:nvSpPr>
        <p:spPr bwMode="gray">
          <a:xfrm>
            <a:off x="10945256" y="546100"/>
            <a:ext cx="786369" cy="5297292"/>
          </a:xfrm>
        </p:spPr>
        <p:txBody>
          <a:bodyPr vert="eaVert"/>
          <a:lstStyle/>
          <a:p>
            <a:r>
              <a:rPr lang="en-US"/>
              <a:t>Not for use. This is a Microsoft default.</a:t>
            </a:r>
          </a:p>
        </p:txBody>
      </p:sp>
      <p:sp>
        <p:nvSpPr>
          <p:cNvPr id="3" name="Vertical Text Placeholder 2">
            <a:extLst>
              <a:ext uri="{FF2B5EF4-FFF2-40B4-BE49-F238E27FC236}">
                <a16:creationId xmlns:a16="http://schemas.microsoft.com/office/drawing/2014/main" id="{1A0DAF3A-9FF6-438D-AEE6-0F69D361006E}"/>
              </a:ext>
            </a:extLst>
          </p:cNvPr>
          <p:cNvSpPr>
            <a:spLocks noGrp="1"/>
          </p:cNvSpPr>
          <p:nvPr>
            <p:ph type="body" orient="vert" idx="1" hasCustomPrompt="1"/>
          </p:nvPr>
        </p:nvSpPr>
        <p:spPr bwMode="gray">
          <a:xfrm>
            <a:off x="3058556" y="546100"/>
            <a:ext cx="7734300" cy="5297292"/>
          </a:xfrm>
        </p:spPr>
        <p:txBody>
          <a:bodyPr vert="eaVert"/>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D3EA6C7-F505-4DA8-9747-410A859FC904}"/>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8DD75DA2-D743-4167-8A0F-F9B035E62107}"/>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a:extLst>
              <a:ext uri="{FF2B5EF4-FFF2-40B4-BE49-F238E27FC236}">
                <a16:creationId xmlns:a16="http://schemas.microsoft.com/office/drawing/2014/main" id="{DD08046B-162A-46A6-A5E8-53242F87888E}"/>
              </a:ext>
            </a:extLst>
          </p:cNvPr>
          <p:cNvSpPr>
            <a:spLocks noGrp="1"/>
          </p:cNvSpPr>
          <p:nvPr>
            <p:ph type="dt" sz="half" idx="10"/>
          </p:nvPr>
        </p:nvSpPr>
        <p:spPr bwMode="gray"/>
        <p:txBody>
          <a:bodyPr/>
          <a:lstStyle/>
          <a:p>
            <a:fld id="{4CE34731-28BB-4E54-A569-1972AD05E047}" type="datetime1">
              <a:rPr lang="en-US" smtClean="0"/>
              <a:t>9/17/2026</a:t>
            </a:fld>
            <a:endParaRPr lang="en-US"/>
          </a:p>
        </p:txBody>
      </p:sp>
    </p:spTree>
    <p:extLst>
      <p:ext uri="{BB962C8B-B14F-4D97-AF65-F5344CB8AC3E}">
        <p14:creationId xmlns:p14="http://schemas.microsoft.com/office/powerpoint/2010/main" val="4692675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388377"/>
            <a:ext cx="3211725" cy="1384995"/>
          </a:xfrm>
          <a:prstGeom prst="rect">
            <a:avLst/>
          </a:prstGeom>
          <a:noFill/>
        </p:spPr>
        <p:txBody>
          <a:bodyPr wrap="square" lIns="0" tIns="0" rIns="0" bIns="0" rtlCol="0">
            <a:spAutoFit/>
          </a:bodyPr>
          <a:lstStyle/>
          <a:p>
            <a:pPr algn="l">
              <a:lnSpc>
                <a:spcPct val="90000"/>
              </a:lnSpc>
              <a:spcBef>
                <a:spcPts val="0"/>
              </a:spcBef>
            </a:pPr>
            <a:r>
              <a:rPr lang="en-US" sz="5000" b="0" spc="0" baseline="0">
                <a:solidFill>
                  <a:schemeClr val="tx1"/>
                </a:solidFill>
                <a:latin typeface="+mj-lt"/>
              </a:rPr>
              <a:t>On-screen template</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October 2025</a:t>
            </a:r>
          </a:p>
        </p:txBody>
      </p:sp>
      <p:pic>
        <p:nvPicPr>
          <p:cNvPr id="5" name="Picture 15">
            <a:extLst>
              <a:ext uri="{FF2B5EF4-FFF2-40B4-BE49-F238E27FC236}">
                <a16:creationId xmlns:a16="http://schemas.microsoft.com/office/drawing/2014/main" id="{988C516D-72E0-1E11-8DEB-841DAEC518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1572" r="1572"/>
          <a:stretch/>
        </p:blipFill>
        <p:spPr bwMode="gray">
          <a:xfrm>
            <a:off x="827390" y="4941778"/>
            <a:ext cx="585216" cy="604208"/>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a:solidFill>
                  <a:schemeClr val="tx1"/>
                </a:solidFill>
              </a:rPr>
              <a:t>Reminder: </a:t>
            </a:r>
            <a:r>
              <a:rPr lang="en-US" sz="1100">
                <a:solidFill>
                  <a:schemeClr val="tx1"/>
                </a:solidFill>
              </a:rPr>
              <a:t>Download a new template from</a:t>
            </a:r>
            <a:br>
              <a:rPr lang="en-US" sz="1100">
                <a:solidFill>
                  <a:schemeClr val="tx1"/>
                </a:solidFill>
              </a:rPr>
            </a:br>
            <a:r>
              <a:rPr lang="en-US" sz="1100">
                <a:solidFill>
                  <a:schemeClr val="tx1"/>
                </a:solidFill>
              </a:rPr>
              <a:t>Optum Brand Center </a:t>
            </a:r>
            <a:r>
              <a:rPr lang="en-US" sz="1100" b="1">
                <a:solidFill>
                  <a:schemeClr val="tx1"/>
                </a:solidFill>
              </a:rPr>
              <a:t>each time</a:t>
            </a:r>
            <a:r>
              <a:rPr lang="en-US" sz="1100">
                <a:solidFill>
                  <a:schemeClr val="tx1"/>
                </a:solidFill>
              </a:rPr>
              <a:t> a document is started. Templates continuously evolve.</a:t>
            </a:r>
          </a:p>
        </p:txBody>
      </p:sp>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119" r="119"/>
          <a:stretch/>
        </p:blipFill>
        <p:spPr bwMode="gray">
          <a:xfrm>
            <a:off x="5121966" y="525529"/>
            <a:ext cx="6608284" cy="3725696"/>
          </a:xfrm>
          <a:prstGeom prst="rect">
            <a:avLst/>
          </a:prstGeom>
          <a:ln w="6350">
            <a:solidFill>
              <a:schemeClr val="accent2"/>
            </a:solidFill>
          </a:ln>
        </p:spPr>
      </p:pic>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134" r="134"/>
          <a:stretch/>
        </p:blipFill>
        <p:spPr bwMode="gray">
          <a:xfrm>
            <a:off x="5122888" y="4245508"/>
            <a:ext cx="3298222"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rcRect l="24" r="24"/>
          <a:stretch/>
        </p:blipFill>
        <p:spPr bwMode="gray">
          <a:xfrm>
            <a:off x="8421497" y="4243004"/>
            <a:ext cx="3309903" cy="1859623"/>
          </a:xfrm>
          <a:prstGeom prst="rect">
            <a:avLst/>
          </a:prstGeom>
          <a:ln w="6350">
            <a:solidFill>
              <a:schemeClr val="accent2"/>
            </a:solidFill>
          </a:ln>
        </p:spPr>
      </p:pic>
    </p:spTree>
    <p:extLst>
      <p:ext uri="{BB962C8B-B14F-4D97-AF65-F5344CB8AC3E}">
        <p14:creationId xmlns:p14="http://schemas.microsoft.com/office/powerpoint/2010/main" val="343508915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25587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pic>
        <p:nvPicPr>
          <p:cNvPr id="40" name="Effervescent Os">
            <a:extLst>
              <a:ext uri="{FF2B5EF4-FFF2-40B4-BE49-F238E27FC236}">
                <a16:creationId xmlns:a16="http://schemas.microsoft.com/office/drawing/2014/main" id="{C300C3DD-AF64-2455-9C31-9807271FD0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5190744" cy="6858000"/>
          </a:xfrm>
          <a:prstGeom prst="rect">
            <a:avLst/>
          </a:prstGeom>
        </p:spPr>
      </p:pic>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4778715" y="1482691"/>
            <a:ext cx="1799974" cy="521179"/>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791325" y="2397577"/>
            <a:ext cx="5715000" cy="1994392"/>
          </a:xfrm>
        </p:spPr>
        <p:txBody>
          <a:bodyPr anchor="b"/>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791326" y="4717534"/>
            <a:ext cx="571500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791326" y="5869333"/>
            <a:ext cx="5715000" cy="215444"/>
          </a:xfrm>
        </p:spPr>
        <p:txBody>
          <a:bodyPr wrap="square" anchor="t" anchorCtr="0">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9/17/2026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8099712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07">
          <p15:clr>
            <a:srgbClr val="5ACBF0"/>
          </p15:clr>
        </p15:guide>
        <p15:guide id="2" pos="6626">
          <p15:clr>
            <a:srgbClr val="5ACBF0"/>
          </p15:clr>
        </p15:guide>
        <p15:guide id="3" orient="horz" pos="2773">
          <p15:clr>
            <a:srgbClr val="5ACBF0"/>
          </p15:clr>
        </p15:guide>
        <p15:guide id="4" orient="horz" pos="2963">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14" name="Effervescent Os">
            <a:extLst>
              <a:ext uri="{FF2B5EF4-FFF2-40B4-BE49-F238E27FC236}">
                <a16:creationId xmlns:a16="http://schemas.microsoft.com/office/drawing/2014/main" id="{D1C60B49-87D9-5317-CAB6-BAA4F3ABDF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pic>
        <p:nvPicPr>
          <p:cNvPr id="19" name="Optum Logo" descr="Optum">
            <a:extLst>
              <a:ext uri="{FF2B5EF4-FFF2-40B4-BE49-F238E27FC236}">
                <a16:creationId xmlns:a16="http://schemas.microsoft.com/office/drawing/2014/main" id="{EA1167EF-E311-C282-E3BA-7E1A3F1F9C6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2375092" y="860296"/>
            <a:ext cx="1913130" cy="553943"/>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381398" y="2193123"/>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381398" y="4125732"/>
            <a:ext cx="45720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381398" y="5334953"/>
            <a:ext cx="45720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9/17/2026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6870976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494">
          <p15:clr>
            <a:srgbClr val="5ACBF0"/>
          </p15:clr>
        </p15:guide>
        <p15:guide id="3" orient="horz" pos="2431">
          <p15:clr>
            <a:srgbClr val="5ACBF0"/>
          </p15:clr>
        </p15:guide>
        <p15:guide id="4" orient="horz" pos="2590">
          <p15:clr>
            <a:srgbClr val="5ACBF0"/>
          </p15:clr>
        </p15:guide>
        <p15:guide id="5" pos="6404">
          <p15:clr>
            <a:srgbClr val="5ACBF0"/>
          </p15:clr>
        </p15:guide>
        <p15:guide id="6" pos="4386">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over 03">
    <p:bg>
      <p:bgRef idx="1001">
        <a:schemeClr val="bg1"/>
      </p:bgRef>
    </p:bg>
    <p:spTree>
      <p:nvGrpSpPr>
        <p:cNvPr id="1" name=""/>
        <p:cNvGrpSpPr/>
        <p:nvPr/>
      </p:nvGrpSpPr>
      <p:grpSpPr>
        <a:xfrm>
          <a:off x="0" y="0"/>
          <a:ext cx="0" cy="0"/>
          <a:chOff x="0" y="0"/>
          <a:chExt cx="0" cy="0"/>
        </a:xfrm>
      </p:grpSpPr>
      <p:pic>
        <p:nvPicPr>
          <p:cNvPr id="5" name="Optum Logo" descr="Optum">
            <a:extLst>
              <a:ext uri="{FF2B5EF4-FFF2-40B4-BE49-F238E27FC236}">
                <a16:creationId xmlns:a16="http://schemas.microsoft.com/office/drawing/2014/main" id="{DF18BD8F-34A2-D1E4-F62D-FAB96200D9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956816" cy="6858000"/>
          </a:xfrm>
          <a:prstGeom prst="rect">
            <a:avLst/>
          </a:prstGeom>
        </p:spPr>
      </p:pic>
      <p:cxnSp>
        <p:nvCxnSpPr>
          <p:cNvPr id="4" name="Str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2797608" y="232160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797608" y="2790064"/>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797608" y="4654602"/>
            <a:ext cx="59436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797608" y="1486079"/>
            <a:ext cx="59436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9/17/2026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40309738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752">
          <p15:clr>
            <a:srgbClr val="5ACBF0"/>
          </p15:clr>
        </p15:guide>
        <p15:guide id="3" orient="horz" pos="2808">
          <p15:clr>
            <a:srgbClr val="5ACBF0"/>
          </p15:clr>
        </p15:guide>
        <p15:guide id="4" orient="horz" pos="2928">
          <p15:clr>
            <a:srgbClr val="5ACBF0"/>
          </p15:clr>
        </p15:guide>
        <p15:guide id="5" pos="6666">
          <p15:clr>
            <a:srgbClr val="5ACBF0"/>
          </p15:clr>
        </p15:guide>
        <p15:guide id="6" pos="551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over 04">
    <p:bg>
      <p:bgRef idx="1001">
        <a:schemeClr val="bg1"/>
      </p:bgRef>
    </p:bg>
    <p:spTree>
      <p:nvGrpSpPr>
        <p:cNvPr id="1" name=""/>
        <p:cNvGrpSpPr/>
        <p:nvPr/>
      </p:nvGrpSpPr>
      <p:grpSpPr>
        <a:xfrm>
          <a:off x="0" y="0"/>
          <a:ext cx="0" cy="0"/>
          <a:chOff x="0" y="0"/>
          <a:chExt cx="0" cy="0"/>
        </a:xfrm>
      </p:grpSpPr>
      <p:grpSp>
        <p:nvGrpSpPr>
          <p:cNvPr id="69" name="Circle Stadium Pattern">
            <a:extLst>
              <a:ext uri="{FF2B5EF4-FFF2-40B4-BE49-F238E27FC236}">
                <a16:creationId xmlns:a16="http://schemas.microsoft.com/office/drawing/2014/main" id="{2551E252-DCA7-19E9-8306-BEF75906BBD5}"/>
              </a:ext>
              <a:ext uri="{C183D7F6-B498-43B3-948B-1728B52AA6E4}">
                <adec:decorative xmlns:adec="http://schemas.microsoft.com/office/drawing/2017/decorative" val="1"/>
              </a:ext>
            </a:extLst>
          </p:cNvPr>
          <p:cNvGrpSpPr/>
          <p:nvPr userDrawn="1"/>
        </p:nvGrpSpPr>
        <p:grpSpPr bwMode="gray">
          <a:xfrm>
            <a:off x="5947993" y="0"/>
            <a:ext cx="6244007" cy="6226551"/>
            <a:chOff x="5947993" y="0"/>
            <a:chExt cx="6244007" cy="6226551"/>
          </a:xfrm>
        </p:grpSpPr>
        <p:sp>
          <p:nvSpPr>
            <p:cNvPr id="19" name="Oval 18">
              <a:extLst>
                <a:ext uri="{FF2B5EF4-FFF2-40B4-BE49-F238E27FC236}">
                  <a16:creationId xmlns:a16="http://schemas.microsoft.com/office/drawing/2014/main" id="{308CE868-DEA8-F327-8227-FB061351C070}"/>
                </a:ext>
              </a:extLst>
            </p:cNvPr>
            <p:cNvSpPr/>
            <p:nvPr userDrawn="1"/>
          </p:nvSpPr>
          <p:spPr bwMode="gray">
            <a:xfrm>
              <a:off x="7083850" y="396026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Oval 20">
              <a:extLst>
                <a:ext uri="{FF2B5EF4-FFF2-40B4-BE49-F238E27FC236}">
                  <a16:creationId xmlns:a16="http://schemas.microsoft.com/office/drawing/2014/main" id="{3F935C36-EB39-9378-F953-BDA2ED3CDD61}"/>
                </a:ext>
              </a:extLst>
            </p:cNvPr>
            <p:cNvSpPr/>
            <p:nvPr userDrawn="1"/>
          </p:nvSpPr>
          <p:spPr bwMode="gray">
            <a:xfrm>
              <a:off x="10491421" y="396026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6" name="Oval 25">
              <a:extLst>
                <a:ext uri="{FF2B5EF4-FFF2-40B4-BE49-F238E27FC236}">
                  <a16:creationId xmlns:a16="http://schemas.microsoft.com/office/drawing/2014/main" id="{BC7D8409-E4A3-BFC9-70F6-74B83738BC2A}"/>
                </a:ext>
              </a:extLst>
            </p:cNvPr>
            <p:cNvSpPr/>
            <p:nvPr userDrawn="1"/>
          </p:nvSpPr>
          <p:spPr bwMode="gray">
            <a:xfrm>
              <a:off x="9355564" y="509069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Oval 26">
              <a:extLst>
                <a:ext uri="{FF2B5EF4-FFF2-40B4-BE49-F238E27FC236}">
                  <a16:creationId xmlns:a16="http://schemas.microsoft.com/office/drawing/2014/main" id="{FEC6C7FE-FF17-A679-170E-73DBDD8D196A}"/>
                </a:ext>
              </a:extLst>
            </p:cNvPr>
            <p:cNvSpPr/>
            <p:nvPr userDrawn="1"/>
          </p:nvSpPr>
          <p:spPr bwMode="gray">
            <a:xfrm>
              <a:off x="10491421" y="5090694"/>
              <a:ext cx="1135857" cy="1135857"/>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2" name="Oval 31">
              <a:extLst>
                <a:ext uri="{FF2B5EF4-FFF2-40B4-BE49-F238E27FC236}">
                  <a16:creationId xmlns:a16="http://schemas.microsoft.com/office/drawing/2014/main" id="{279BDFF1-53D6-C802-C576-95E32D376E4B}"/>
                </a:ext>
              </a:extLst>
            </p:cNvPr>
            <p:cNvSpPr/>
            <p:nvPr userDrawn="1"/>
          </p:nvSpPr>
          <p:spPr bwMode="gray">
            <a:xfrm>
              <a:off x="9355564" y="283454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3" name="Oval 32">
              <a:extLst>
                <a:ext uri="{FF2B5EF4-FFF2-40B4-BE49-F238E27FC236}">
                  <a16:creationId xmlns:a16="http://schemas.microsoft.com/office/drawing/2014/main" id="{405266A8-15C0-555D-FA7A-D8BB3AA799AC}"/>
                </a:ext>
              </a:extLst>
            </p:cNvPr>
            <p:cNvSpPr/>
            <p:nvPr userDrawn="1"/>
          </p:nvSpPr>
          <p:spPr bwMode="gray">
            <a:xfrm>
              <a:off x="10491421" y="283454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5" name="Oval 34">
              <a:extLst>
                <a:ext uri="{FF2B5EF4-FFF2-40B4-BE49-F238E27FC236}">
                  <a16:creationId xmlns:a16="http://schemas.microsoft.com/office/drawing/2014/main" id="{22854B11-D11B-0E19-2A15-CC29F1E0DF8E}"/>
                </a:ext>
              </a:extLst>
            </p:cNvPr>
            <p:cNvSpPr/>
            <p:nvPr userDrawn="1"/>
          </p:nvSpPr>
          <p:spPr bwMode="gray">
            <a:xfrm>
              <a:off x="8219707" y="170247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8" name="Oval 37">
              <a:extLst>
                <a:ext uri="{FF2B5EF4-FFF2-40B4-BE49-F238E27FC236}">
                  <a16:creationId xmlns:a16="http://schemas.microsoft.com/office/drawing/2014/main" id="{2EF2E5AE-C64B-FBC0-585F-D939859F5586}"/>
                </a:ext>
              </a:extLst>
            </p:cNvPr>
            <p:cNvSpPr/>
            <p:nvPr userDrawn="1"/>
          </p:nvSpPr>
          <p:spPr bwMode="gray">
            <a:xfrm>
              <a:off x="9355564" y="170247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Oval 38">
              <a:extLst>
                <a:ext uri="{FF2B5EF4-FFF2-40B4-BE49-F238E27FC236}">
                  <a16:creationId xmlns:a16="http://schemas.microsoft.com/office/drawing/2014/main" id="{88D8E2C0-CA6F-042D-6562-8FE6879CA457}"/>
                </a:ext>
              </a:extLst>
            </p:cNvPr>
            <p:cNvSpPr/>
            <p:nvPr userDrawn="1"/>
          </p:nvSpPr>
          <p:spPr bwMode="gray">
            <a:xfrm>
              <a:off x="10491421" y="1702474"/>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Oval 43">
              <a:extLst>
                <a:ext uri="{FF2B5EF4-FFF2-40B4-BE49-F238E27FC236}">
                  <a16:creationId xmlns:a16="http://schemas.microsoft.com/office/drawing/2014/main" id="{4038A877-9A57-1E8A-834A-3773BEB7CBB8}"/>
                </a:ext>
              </a:extLst>
            </p:cNvPr>
            <p:cNvSpPr/>
            <p:nvPr userDrawn="1"/>
          </p:nvSpPr>
          <p:spPr bwMode="gray">
            <a:xfrm>
              <a:off x="9355564" y="574562"/>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5" name="Oval 44">
              <a:extLst>
                <a:ext uri="{FF2B5EF4-FFF2-40B4-BE49-F238E27FC236}">
                  <a16:creationId xmlns:a16="http://schemas.microsoft.com/office/drawing/2014/main" id="{887F1D93-9EC7-EEB1-8206-8E2D5E5954EE}"/>
                </a:ext>
              </a:extLst>
            </p:cNvPr>
            <p:cNvSpPr/>
            <p:nvPr userDrawn="1"/>
          </p:nvSpPr>
          <p:spPr bwMode="gray">
            <a:xfrm>
              <a:off x="10491421" y="574562"/>
              <a:ext cx="1135857" cy="113585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0" name="Rectangle: Rounded Corners 49">
              <a:extLst>
                <a:ext uri="{FF2B5EF4-FFF2-40B4-BE49-F238E27FC236}">
                  <a16:creationId xmlns:a16="http://schemas.microsoft.com/office/drawing/2014/main" id="{2C9DF24E-BA4A-1C3E-8EB4-8BD4AF05E537}"/>
                </a:ext>
              </a:extLst>
            </p:cNvPr>
            <p:cNvSpPr/>
            <p:nvPr userDrawn="1"/>
          </p:nvSpPr>
          <p:spPr bwMode="gray">
            <a:xfrm>
              <a:off x="5947993" y="5090694"/>
              <a:ext cx="3407571" cy="1135857"/>
            </a:xfrm>
            <a:prstGeom prst="roundRect">
              <a:avLst>
                <a:gd name="adj" fmla="val 50000"/>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3" name="Freeform: Shape 52">
              <a:extLst>
                <a:ext uri="{FF2B5EF4-FFF2-40B4-BE49-F238E27FC236}">
                  <a16:creationId xmlns:a16="http://schemas.microsoft.com/office/drawing/2014/main" id="{43A100E0-47DA-5C33-53D1-CB1DEDE4035C}"/>
                </a:ext>
              </a:extLst>
            </p:cNvPr>
            <p:cNvSpPr/>
            <p:nvPr userDrawn="1"/>
          </p:nvSpPr>
          <p:spPr bwMode="gray">
            <a:xfrm>
              <a:off x="11627278" y="0"/>
              <a:ext cx="564722" cy="579286"/>
            </a:xfrm>
            <a:custGeom>
              <a:avLst/>
              <a:gdLst>
                <a:gd name="connsiteX0" fmla="*/ 1177 w 564722"/>
                <a:gd name="connsiteY0" fmla="*/ 0 h 579286"/>
                <a:gd name="connsiteX1" fmla="*/ 564722 w 564722"/>
                <a:gd name="connsiteY1" fmla="*/ 0 h 579286"/>
                <a:gd name="connsiteX2" fmla="*/ 564722 w 564722"/>
                <a:gd name="connsiteY2" fmla="*/ 579286 h 579286"/>
                <a:gd name="connsiteX3" fmla="*/ 453471 w 564722"/>
                <a:gd name="connsiteY3" fmla="*/ 568071 h 579286"/>
                <a:gd name="connsiteX4" fmla="*/ 0 w 564722"/>
                <a:gd name="connsiteY4" fmla="*/ 11680 h 579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22" h="579286">
                  <a:moveTo>
                    <a:pt x="1177" y="0"/>
                  </a:moveTo>
                  <a:lnTo>
                    <a:pt x="564722" y="0"/>
                  </a:lnTo>
                  <a:lnTo>
                    <a:pt x="564722" y="579286"/>
                  </a:lnTo>
                  <a:lnTo>
                    <a:pt x="453471" y="568071"/>
                  </a:lnTo>
                  <a:cubicBezTo>
                    <a:pt x="194675" y="515114"/>
                    <a:pt x="0" y="286132"/>
                    <a:pt x="0" y="1168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5" name="Freeform: Shape 54">
              <a:extLst>
                <a:ext uri="{FF2B5EF4-FFF2-40B4-BE49-F238E27FC236}">
                  <a16:creationId xmlns:a16="http://schemas.microsoft.com/office/drawing/2014/main" id="{D9777110-AAE4-CA27-BCCC-53747C6CF802}"/>
                </a:ext>
              </a:extLst>
            </p:cNvPr>
            <p:cNvSpPr/>
            <p:nvPr userDrawn="1"/>
          </p:nvSpPr>
          <p:spPr bwMode="gray">
            <a:xfrm>
              <a:off x="11627278" y="574885"/>
              <a:ext cx="564722" cy="1135212"/>
            </a:xfrm>
            <a:custGeom>
              <a:avLst/>
              <a:gdLst>
                <a:gd name="connsiteX0" fmla="*/ 564722 w 564722"/>
                <a:gd name="connsiteY0" fmla="*/ 0 h 1135212"/>
                <a:gd name="connsiteX1" fmla="*/ 564722 w 564722"/>
                <a:gd name="connsiteY1" fmla="*/ 1135212 h 1135212"/>
                <a:gd name="connsiteX2" fmla="*/ 453471 w 564722"/>
                <a:gd name="connsiteY2" fmla="*/ 1123997 h 1135212"/>
                <a:gd name="connsiteX3" fmla="*/ 0 w 564722"/>
                <a:gd name="connsiteY3" fmla="*/ 567606 h 1135212"/>
                <a:gd name="connsiteX4" fmla="*/ 453471 w 564722"/>
                <a:gd name="connsiteY4" fmla="*/ 11215 h 1135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22" h="1135212">
                  <a:moveTo>
                    <a:pt x="564722" y="0"/>
                  </a:moveTo>
                  <a:lnTo>
                    <a:pt x="564722" y="1135212"/>
                  </a:lnTo>
                  <a:lnTo>
                    <a:pt x="453471" y="1123997"/>
                  </a:lnTo>
                  <a:cubicBezTo>
                    <a:pt x="194675" y="1071040"/>
                    <a:pt x="0" y="842058"/>
                    <a:pt x="0" y="567606"/>
                  </a:cubicBezTo>
                  <a:cubicBezTo>
                    <a:pt x="0" y="293154"/>
                    <a:pt x="194675" y="64173"/>
                    <a:pt x="453471" y="11215"/>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7" name="Freeform: Shape 56">
              <a:extLst>
                <a:ext uri="{FF2B5EF4-FFF2-40B4-BE49-F238E27FC236}">
                  <a16:creationId xmlns:a16="http://schemas.microsoft.com/office/drawing/2014/main" id="{DED87233-11F8-B940-D8A1-68EB2A74CB5D}"/>
                </a:ext>
              </a:extLst>
            </p:cNvPr>
            <p:cNvSpPr/>
            <p:nvPr userDrawn="1"/>
          </p:nvSpPr>
          <p:spPr bwMode="gray">
            <a:xfrm>
              <a:off x="11627278" y="1702797"/>
              <a:ext cx="564722" cy="1135212"/>
            </a:xfrm>
            <a:custGeom>
              <a:avLst/>
              <a:gdLst>
                <a:gd name="connsiteX0" fmla="*/ 564722 w 564722"/>
                <a:gd name="connsiteY0" fmla="*/ 0 h 1135212"/>
                <a:gd name="connsiteX1" fmla="*/ 564722 w 564722"/>
                <a:gd name="connsiteY1" fmla="*/ 1135212 h 1135212"/>
                <a:gd name="connsiteX2" fmla="*/ 453471 w 564722"/>
                <a:gd name="connsiteY2" fmla="*/ 1123997 h 1135212"/>
                <a:gd name="connsiteX3" fmla="*/ 0 w 564722"/>
                <a:gd name="connsiteY3" fmla="*/ 567606 h 1135212"/>
                <a:gd name="connsiteX4" fmla="*/ 453471 w 564722"/>
                <a:gd name="connsiteY4" fmla="*/ 11215 h 1135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22" h="1135212">
                  <a:moveTo>
                    <a:pt x="564722" y="0"/>
                  </a:moveTo>
                  <a:lnTo>
                    <a:pt x="564722" y="1135212"/>
                  </a:lnTo>
                  <a:lnTo>
                    <a:pt x="453471" y="1123997"/>
                  </a:lnTo>
                  <a:cubicBezTo>
                    <a:pt x="194675" y="1071040"/>
                    <a:pt x="0" y="842058"/>
                    <a:pt x="0" y="567606"/>
                  </a:cubicBezTo>
                  <a:cubicBezTo>
                    <a:pt x="0" y="293155"/>
                    <a:pt x="194675" y="64173"/>
                    <a:pt x="453471" y="11215"/>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9" name="Freeform: Shape 58">
              <a:extLst>
                <a:ext uri="{FF2B5EF4-FFF2-40B4-BE49-F238E27FC236}">
                  <a16:creationId xmlns:a16="http://schemas.microsoft.com/office/drawing/2014/main" id="{DE3E9F5B-7803-4590-952D-B18FE5850B82}"/>
                </a:ext>
              </a:extLst>
            </p:cNvPr>
            <p:cNvSpPr/>
            <p:nvPr userDrawn="1"/>
          </p:nvSpPr>
          <p:spPr bwMode="gray">
            <a:xfrm>
              <a:off x="11627278" y="2834869"/>
              <a:ext cx="564722" cy="1135211"/>
            </a:xfrm>
            <a:custGeom>
              <a:avLst/>
              <a:gdLst>
                <a:gd name="connsiteX0" fmla="*/ 564722 w 564722"/>
                <a:gd name="connsiteY0" fmla="*/ 0 h 1135211"/>
                <a:gd name="connsiteX1" fmla="*/ 564722 w 564722"/>
                <a:gd name="connsiteY1" fmla="*/ 1135211 h 1135211"/>
                <a:gd name="connsiteX2" fmla="*/ 453471 w 564722"/>
                <a:gd name="connsiteY2" fmla="*/ 1123996 h 1135211"/>
                <a:gd name="connsiteX3" fmla="*/ 0 w 564722"/>
                <a:gd name="connsiteY3" fmla="*/ 567605 h 1135211"/>
                <a:gd name="connsiteX4" fmla="*/ 453471 w 564722"/>
                <a:gd name="connsiteY4" fmla="*/ 11215 h 1135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22" h="1135211">
                  <a:moveTo>
                    <a:pt x="564722" y="0"/>
                  </a:moveTo>
                  <a:lnTo>
                    <a:pt x="564722" y="1135211"/>
                  </a:lnTo>
                  <a:lnTo>
                    <a:pt x="453471" y="1123996"/>
                  </a:lnTo>
                  <a:cubicBezTo>
                    <a:pt x="194675" y="1071039"/>
                    <a:pt x="0" y="842057"/>
                    <a:pt x="0" y="567605"/>
                  </a:cubicBezTo>
                  <a:cubicBezTo>
                    <a:pt x="0" y="293154"/>
                    <a:pt x="194675" y="64172"/>
                    <a:pt x="453471" y="11215"/>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1" name="Freeform: Shape 60">
              <a:extLst>
                <a:ext uri="{FF2B5EF4-FFF2-40B4-BE49-F238E27FC236}">
                  <a16:creationId xmlns:a16="http://schemas.microsoft.com/office/drawing/2014/main" id="{733C1759-EFA0-10D6-B7B1-B903F89C08AE}"/>
                </a:ext>
              </a:extLst>
            </p:cNvPr>
            <p:cNvSpPr/>
            <p:nvPr userDrawn="1"/>
          </p:nvSpPr>
          <p:spPr bwMode="gray">
            <a:xfrm>
              <a:off x="11627278" y="3960587"/>
              <a:ext cx="564722" cy="1135212"/>
            </a:xfrm>
            <a:custGeom>
              <a:avLst/>
              <a:gdLst>
                <a:gd name="connsiteX0" fmla="*/ 564722 w 564722"/>
                <a:gd name="connsiteY0" fmla="*/ 0 h 1135212"/>
                <a:gd name="connsiteX1" fmla="*/ 564722 w 564722"/>
                <a:gd name="connsiteY1" fmla="*/ 1135212 h 1135212"/>
                <a:gd name="connsiteX2" fmla="*/ 453471 w 564722"/>
                <a:gd name="connsiteY2" fmla="*/ 1123997 h 1135212"/>
                <a:gd name="connsiteX3" fmla="*/ 0 w 564722"/>
                <a:gd name="connsiteY3" fmla="*/ 567606 h 1135212"/>
                <a:gd name="connsiteX4" fmla="*/ 453471 w 564722"/>
                <a:gd name="connsiteY4" fmla="*/ 11215 h 1135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22" h="1135212">
                  <a:moveTo>
                    <a:pt x="564722" y="0"/>
                  </a:moveTo>
                  <a:lnTo>
                    <a:pt x="564722" y="1135212"/>
                  </a:lnTo>
                  <a:lnTo>
                    <a:pt x="453471" y="1123997"/>
                  </a:lnTo>
                  <a:cubicBezTo>
                    <a:pt x="194675" y="1071040"/>
                    <a:pt x="0" y="842058"/>
                    <a:pt x="0" y="567606"/>
                  </a:cubicBezTo>
                  <a:cubicBezTo>
                    <a:pt x="0" y="293155"/>
                    <a:pt x="194675" y="64173"/>
                    <a:pt x="453471" y="11215"/>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3" name="Freeform: Shape 62">
              <a:extLst>
                <a:ext uri="{FF2B5EF4-FFF2-40B4-BE49-F238E27FC236}">
                  <a16:creationId xmlns:a16="http://schemas.microsoft.com/office/drawing/2014/main" id="{1590722B-B0F4-5DDF-C229-BBE01DDB1BCD}"/>
                </a:ext>
              </a:extLst>
            </p:cNvPr>
            <p:cNvSpPr/>
            <p:nvPr userDrawn="1"/>
          </p:nvSpPr>
          <p:spPr bwMode="gray">
            <a:xfrm>
              <a:off x="11627278" y="5090694"/>
              <a:ext cx="564722" cy="1135211"/>
            </a:xfrm>
            <a:custGeom>
              <a:avLst/>
              <a:gdLst>
                <a:gd name="connsiteX0" fmla="*/ 564722 w 564722"/>
                <a:gd name="connsiteY0" fmla="*/ 0 h 1135211"/>
                <a:gd name="connsiteX1" fmla="*/ 564722 w 564722"/>
                <a:gd name="connsiteY1" fmla="*/ 1135211 h 1135211"/>
                <a:gd name="connsiteX2" fmla="*/ 453471 w 564722"/>
                <a:gd name="connsiteY2" fmla="*/ 1123996 h 1135211"/>
                <a:gd name="connsiteX3" fmla="*/ 0 w 564722"/>
                <a:gd name="connsiteY3" fmla="*/ 567605 h 1135211"/>
                <a:gd name="connsiteX4" fmla="*/ 453471 w 564722"/>
                <a:gd name="connsiteY4" fmla="*/ 11215 h 1135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22" h="1135211">
                  <a:moveTo>
                    <a:pt x="564722" y="0"/>
                  </a:moveTo>
                  <a:lnTo>
                    <a:pt x="564722" y="1135211"/>
                  </a:lnTo>
                  <a:lnTo>
                    <a:pt x="453471" y="1123996"/>
                  </a:lnTo>
                  <a:cubicBezTo>
                    <a:pt x="194675" y="1071039"/>
                    <a:pt x="0" y="842057"/>
                    <a:pt x="0" y="567605"/>
                  </a:cubicBezTo>
                  <a:cubicBezTo>
                    <a:pt x="0" y="293154"/>
                    <a:pt x="194675" y="64172"/>
                    <a:pt x="453471" y="11215"/>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5" name="Freeform: Shape 64">
              <a:extLst>
                <a:ext uri="{FF2B5EF4-FFF2-40B4-BE49-F238E27FC236}">
                  <a16:creationId xmlns:a16="http://schemas.microsoft.com/office/drawing/2014/main" id="{A7245EB2-D260-5A57-C4B3-D3E6C969E8AE}"/>
                </a:ext>
              </a:extLst>
            </p:cNvPr>
            <p:cNvSpPr/>
            <p:nvPr userDrawn="1"/>
          </p:nvSpPr>
          <p:spPr bwMode="gray">
            <a:xfrm>
              <a:off x="10491421" y="0"/>
              <a:ext cx="1135858" cy="579609"/>
            </a:xfrm>
            <a:custGeom>
              <a:avLst/>
              <a:gdLst>
                <a:gd name="connsiteX0" fmla="*/ 1177 w 1135858"/>
                <a:gd name="connsiteY0" fmla="*/ 0 h 579609"/>
                <a:gd name="connsiteX1" fmla="*/ 1134681 w 1135858"/>
                <a:gd name="connsiteY1" fmla="*/ 0 h 579609"/>
                <a:gd name="connsiteX2" fmla="*/ 1135858 w 1135858"/>
                <a:gd name="connsiteY2" fmla="*/ 11680 h 579609"/>
                <a:gd name="connsiteX3" fmla="*/ 567929 w 1135858"/>
                <a:gd name="connsiteY3" fmla="*/ 579609 h 579609"/>
                <a:gd name="connsiteX4" fmla="*/ 0 w 1135858"/>
                <a:gd name="connsiteY4" fmla="*/ 11680 h 579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858" h="579609">
                  <a:moveTo>
                    <a:pt x="1177" y="0"/>
                  </a:moveTo>
                  <a:lnTo>
                    <a:pt x="1134681" y="0"/>
                  </a:lnTo>
                  <a:lnTo>
                    <a:pt x="1135858" y="11680"/>
                  </a:lnTo>
                  <a:cubicBezTo>
                    <a:pt x="1135858" y="325339"/>
                    <a:pt x="881588" y="579609"/>
                    <a:pt x="567929" y="579609"/>
                  </a:cubicBezTo>
                  <a:cubicBezTo>
                    <a:pt x="254270" y="579609"/>
                    <a:pt x="0" y="325339"/>
                    <a:pt x="0" y="1168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7" name="Rectangle: Rounded Corners 66">
              <a:extLst>
                <a:ext uri="{FF2B5EF4-FFF2-40B4-BE49-F238E27FC236}">
                  <a16:creationId xmlns:a16="http://schemas.microsoft.com/office/drawing/2014/main" id="{F8F96606-6450-45A5-95FC-692C0129546A}"/>
                </a:ext>
              </a:extLst>
            </p:cNvPr>
            <p:cNvSpPr/>
            <p:nvPr userDrawn="1"/>
          </p:nvSpPr>
          <p:spPr bwMode="gray">
            <a:xfrm>
              <a:off x="8219707" y="3960264"/>
              <a:ext cx="2271714" cy="1135857"/>
            </a:xfrm>
            <a:prstGeom prst="roundRect">
              <a:avLst>
                <a:gd name="adj" fmla="val 50000"/>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8" name="Rectangle: Rounded Corners 67">
              <a:extLst>
                <a:ext uri="{FF2B5EF4-FFF2-40B4-BE49-F238E27FC236}">
                  <a16:creationId xmlns:a16="http://schemas.microsoft.com/office/drawing/2014/main" id="{0694793C-5BB0-B656-9C9E-A34ECC26192C}"/>
                </a:ext>
              </a:extLst>
            </p:cNvPr>
            <p:cNvSpPr/>
            <p:nvPr userDrawn="1"/>
          </p:nvSpPr>
          <p:spPr bwMode="gray">
            <a:xfrm>
              <a:off x="7083849" y="2834544"/>
              <a:ext cx="2271715" cy="1135857"/>
            </a:xfrm>
            <a:prstGeom prst="roundRect">
              <a:avLst>
                <a:gd name="adj" fmla="val 50000"/>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2075662"/>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2335923"/>
            <a:ext cx="7772400" cy="1846659"/>
          </a:xfrm>
        </p:spPr>
        <p:txBody>
          <a:bodyPr anchor="b"/>
          <a:lstStyle>
            <a:lvl1pPr>
              <a:lnSpc>
                <a:spcPct val="100000"/>
              </a:lnSpc>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4350840"/>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9/17/2026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6028539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642">
          <p15:clr>
            <a:srgbClr val="5ACBF0"/>
          </p15:clr>
        </p15:guide>
        <p15:guide id="4" orient="horz" pos="2733">
          <p15:clr>
            <a:srgbClr val="5ACBF0"/>
          </p15:clr>
        </p15:guide>
        <p15:guide id="5" pos="5283">
          <p15:clr>
            <a:srgbClr val="5ACBF0"/>
          </p15:clr>
        </p15:guide>
        <p15:guide id="6" pos="355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09936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pic>
        <p:nvPicPr>
          <p:cNvPr id="8" name="Effervescent Os">
            <a:extLst>
              <a:ext uri="{FF2B5EF4-FFF2-40B4-BE49-F238E27FC236}">
                <a16:creationId xmlns:a16="http://schemas.microsoft.com/office/drawing/2014/main" id="{41710843-CF36-9B4F-ED16-93B597018C5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035040"/>
          </a:xfrm>
          <a:prstGeom prst="rect">
            <a:avLst/>
          </a:prstGeom>
        </p:spPr>
      </p:pic>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37543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186206"/>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9/17/2026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573392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5ACBF0"/>
          </p15:clr>
        </p15:guide>
        <p15:guide id="2" pos="6576">
          <p15:clr>
            <a:srgbClr val="5ACBF0"/>
          </p15:clr>
        </p15:guide>
        <p15:guide id="3" orient="horz" pos="2459">
          <p15:clr>
            <a:srgbClr val="5ACBF0"/>
          </p15:clr>
        </p15:guide>
        <p15:guide id="4" orient="horz" pos="2630">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02">
    <p:bg>
      <p:bgRef idx="1001">
        <a:schemeClr val="bg1"/>
      </p:bgRef>
    </p:bg>
    <p:spTree>
      <p:nvGrpSpPr>
        <p:cNvPr id="1" name=""/>
        <p:cNvGrpSpPr/>
        <p:nvPr/>
      </p:nvGrpSpPr>
      <p:grpSpPr>
        <a:xfrm>
          <a:off x="0" y="0"/>
          <a:ext cx="0" cy="0"/>
          <a:chOff x="0" y="0"/>
          <a:chExt cx="0" cy="0"/>
        </a:xfrm>
      </p:grpSpPr>
      <p:grpSp>
        <p:nvGrpSpPr>
          <p:cNvPr id="44" name="Circle Stadium Pattern">
            <a:extLst>
              <a:ext uri="{FF2B5EF4-FFF2-40B4-BE49-F238E27FC236}">
                <a16:creationId xmlns:a16="http://schemas.microsoft.com/office/drawing/2014/main" id="{CD8BE584-90FC-DBC2-F42B-7BEF05FC43CD}"/>
              </a:ext>
              <a:ext uri="{C183D7F6-B498-43B3-948B-1728B52AA6E4}">
                <adec:decorative xmlns:adec="http://schemas.microsoft.com/office/drawing/2017/decorative" val="1"/>
              </a:ext>
            </a:extLst>
          </p:cNvPr>
          <p:cNvGrpSpPr/>
          <p:nvPr userDrawn="1"/>
        </p:nvGrpSpPr>
        <p:grpSpPr bwMode="gray">
          <a:xfrm>
            <a:off x="0" y="0"/>
            <a:ext cx="12192001" cy="5713263"/>
            <a:chOff x="0" y="0"/>
            <a:chExt cx="12192001" cy="5713263"/>
          </a:xfrm>
        </p:grpSpPr>
        <p:sp>
          <p:nvSpPr>
            <p:cNvPr id="9" name="Oval 8">
              <a:extLst>
                <a:ext uri="{FF2B5EF4-FFF2-40B4-BE49-F238E27FC236}">
                  <a16:creationId xmlns:a16="http://schemas.microsoft.com/office/drawing/2014/main" id="{216DDA80-269D-ECFE-41E7-51BFE2C2638E}"/>
                </a:ext>
              </a:extLst>
            </p:cNvPr>
            <p:cNvSpPr/>
            <p:nvPr userDrawn="1"/>
          </p:nvSpPr>
          <p:spPr bwMode="gray">
            <a:xfrm>
              <a:off x="7920039" y="757238"/>
              <a:ext cx="890587" cy="89058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7" name="Freeform: Shape 36">
              <a:extLst>
                <a:ext uri="{FF2B5EF4-FFF2-40B4-BE49-F238E27FC236}">
                  <a16:creationId xmlns:a16="http://schemas.microsoft.com/office/drawing/2014/main" id="{A247AF7E-75FE-973C-9C2B-94DA3D1675E3}"/>
                </a:ext>
              </a:extLst>
            </p:cNvPr>
            <p:cNvSpPr/>
            <p:nvPr userDrawn="1"/>
          </p:nvSpPr>
          <p:spPr bwMode="gray">
            <a:xfrm>
              <a:off x="9701212" y="0"/>
              <a:ext cx="890588" cy="757239"/>
            </a:xfrm>
            <a:custGeom>
              <a:avLst/>
              <a:gdLst>
                <a:gd name="connsiteX0" fmla="*/ 128010 w 890588"/>
                <a:gd name="connsiteY0" fmla="*/ 0 h 757239"/>
                <a:gd name="connsiteX1" fmla="*/ 762578 w 890588"/>
                <a:gd name="connsiteY1" fmla="*/ 0 h 757239"/>
                <a:gd name="connsiteX2" fmla="*/ 814539 w 890588"/>
                <a:gd name="connsiteY2" fmla="*/ 62977 h 757239"/>
                <a:gd name="connsiteX3" fmla="*/ 890588 w 890588"/>
                <a:gd name="connsiteY3" fmla="*/ 311945 h 757239"/>
                <a:gd name="connsiteX4" fmla="*/ 445294 w 890588"/>
                <a:gd name="connsiteY4" fmla="*/ 757239 h 757239"/>
                <a:gd name="connsiteX5" fmla="*/ 0 w 890588"/>
                <a:gd name="connsiteY5" fmla="*/ 311945 h 757239"/>
                <a:gd name="connsiteX6" fmla="*/ 76049 w 890588"/>
                <a:gd name="connsiteY6" fmla="*/ 62977 h 75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0588" h="757239">
                  <a:moveTo>
                    <a:pt x="128010" y="0"/>
                  </a:moveTo>
                  <a:lnTo>
                    <a:pt x="762578" y="0"/>
                  </a:lnTo>
                  <a:lnTo>
                    <a:pt x="814539" y="62977"/>
                  </a:lnTo>
                  <a:cubicBezTo>
                    <a:pt x="862552" y="134046"/>
                    <a:pt x="890588" y="219722"/>
                    <a:pt x="890588" y="311945"/>
                  </a:cubicBezTo>
                  <a:cubicBezTo>
                    <a:pt x="890588" y="557874"/>
                    <a:pt x="691223" y="757239"/>
                    <a:pt x="445294" y="757239"/>
                  </a:cubicBezTo>
                  <a:cubicBezTo>
                    <a:pt x="199365" y="757239"/>
                    <a:pt x="0" y="557874"/>
                    <a:pt x="0" y="311945"/>
                  </a:cubicBezTo>
                  <a:cubicBezTo>
                    <a:pt x="0" y="219722"/>
                    <a:pt x="28036" y="134046"/>
                    <a:pt x="76049" y="62977"/>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Oval 20">
              <a:extLst>
                <a:ext uri="{FF2B5EF4-FFF2-40B4-BE49-F238E27FC236}">
                  <a16:creationId xmlns:a16="http://schemas.microsoft.com/office/drawing/2014/main" id="{F9E3F9DF-7087-5603-75C2-7FB256772FFB}"/>
                </a:ext>
              </a:extLst>
            </p:cNvPr>
            <p:cNvSpPr/>
            <p:nvPr userDrawn="1"/>
          </p:nvSpPr>
          <p:spPr bwMode="gray">
            <a:xfrm>
              <a:off x="9701213" y="1644195"/>
              <a:ext cx="890587" cy="89058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Oval 26">
              <a:extLst>
                <a:ext uri="{FF2B5EF4-FFF2-40B4-BE49-F238E27FC236}">
                  <a16:creationId xmlns:a16="http://schemas.microsoft.com/office/drawing/2014/main" id="{0499AD84-AFB2-EEED-F656-CD815935C367}"/>
                </a:ext>
              </a:extLst>
            </p:cNvPr>
            <p:cNvSpPr/>
            <p:nvPr userDrawn="1"/>
          </p:nvSpPr>
          <p:spPr bwMode="gray">
            <a:xfrm>
              <a:off x="2239551" y="4822675"/>
              <a:ext cx="890587" cy="890587"/>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8" name="Rectangle: Rounded Corners 27">
              <a:extLst>
                <a:ext uri="{FF2B5EF4-FFF2-40B4-BE49-F238E27FC236}">
                  <a16:creationId xmlns:a16="http://schemas.microsoft.com/office/drawing/2014/main" id="{E6A09B0E-9A8F-A7DC-2D58-8426C665C629}"/>
                </a:ext>
              </a:extLst>
            </p:cNvPr>
            <p:cNvSpPr/>
            <p:nvPr userDrawn="1"/>
          </p:nvSpPr>
          <p:spPr bwMode="gray">
            <a:xfrm>
              <a:off x="458377" y="4822675"/>
              <a:ext cx="1781174" cy="890587"/>
            </a:xfrm>
            <a:prstGeom prst="roundRect">
              <a:avLst>
                <a:gd name="adj" fmla="val 50000"/>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0" name="Rectangle: Rounded Corners 29">
              <a:extLst>
                <a:ext uri="{FF2B5EF4-FFF2-40B4-BE49-F238E27FC236}">
                  <a16:creationId xmlns:a16="http://schemas.microsoft.com/office/drawing/2014/main" id="{78EB991A-FDED-AF4D-265D-16233EEEFD79}"/>
                </a:ext>
              </a:extLst>
            </p:cNvPr>
            <p:cNvSpPr/>
            <p:nvPr userDrawn="1"/>
          </p:nvSpPr>
          <p:spPr bwMode="gray">
            <a:xfrm>
              <a:off x="8810626" y="757238"/>
              <a:ext cx="2671761" cy="890587"/>
            </a:xfrm>
            <a:prstGeom prst="roundRect">
              <a:avLst>
                <a:gd name="adj" fmla="val 50000"/>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3" name="Freeform: Shape 32">
              <a:extLst>
                <a:ext uri="{FF2B5EF4-FFF2-40B4-BE49-F238E27FC236}">
                  <a16:creationId xmlns:a16="http://schemas.microsoft.com/office/drawing/2014/main" id="{36659BC6-FA58-EEA7-C2B9-29EFA60C783E}"/>
                </a:ext>
              </a:extLst>
            </p:cNvPr>
            <p:cNvSpPr/>
            <p:nvPr userDrawn="1"/>
          </p:nvSpPr>
          <p:spPr bwMode="gray">
            <a:xfrm>
              <a:off x="11482388" y="757238"/>
              <a:ext cx="709613" cy="890588"/>
            </a:xfrm>
            <a:custGeom>
              <a:avLst/>
              <a:gdLst>
                <a:gd name="connsiteX0" fmla="*/ 445294 w 709613"/>
                <a:gd name="connsiteY0" fmla="*/ 0 h 890588"/>
                <a:gd name="connsiteX1" fmla="*/ 694262 w 709613"/>
                <a:gd name="connsiteY1" fmla="*/ 76049 h 890588"/>
                <a:gd name="connsiteX2" fmla="*/ 709613 w 709613"/>
                <a:gd name="connsiteY2" fmla="*/ 88715 h 890588"/>
                <a:gd name="connsiteX3" fmla="*/ 709613 w 709613"/>
                <a:gd name="connsiteY3" fmla="*/ 801873 h 890588"/>
                <a:gd name="connsiteX4" fmla="*/ 694262 w 709613"/>
                <a:gd name="connsiteY4" fmla="*/ 814539 h 890588"/>
                <a:gd name="connsiteX5" fmla="*/ 445294 w 709613"/>
                <a:gd name="connsiteY5" fmla="*/ 890588 h 890588"/>
                <a:gd name="connsiteX6" fmla="*/ 0 w 709613"/>
                <a:gd name="connsiteY6" fmla="*/ 445294 h 890588"/>
                <a:gd name="connsiteX7" fmla="*/ 445294 w 709613"/>
                <a:gd name="connsiteY7" fmla="*/ 0 h 89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613" h="890588">
                  <a:moveTo>
                    <a:pt x="445294" y="0"/>
                  </a:moveTo>
                  <a:cubicBezTo>
                    <a:pt x="537517" y="0"/>
                    <a:pt x="623193" y="28036"/>
                    <a:pt x="694262" y="76049"/>
                  </a:cubicBezTo>
                  <a:lnTo>
                    <a:pt x="709613" y="88715"/>
                  </a:lnTo>
                  <a:lnTo>
                    <a:pt x="709613" y="801873"/>
                  </a:lnTo>
                  <a:lnTo>
                    <a:pt x="694262" y="814539"/>
                  </a:lnTo>
                  <a:cubicBezTo>
                    <a:pt x="623193" y="862552"/>
                    <a:pt x="537517" y="890588"/>
                    <a:pt x="445294" y="890588"/>
                  </a:cubicBezTo>
                  <a:cubicBezTo>
                    <a:pt x="199365" y="890588"/>
                    <a:pt x="0" y="691223"/>
                    <a:pt x="0" y="445294"/>
                  </a:cubicBezTo>
                  <a:cubicBezTo>
                    <a:pt x="0" y="199365"/>
                    <a:pt x="199365" y="0"/>
                    <a:pt x="445294"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5" name="Freeform: Shape 34">
              <a:extLst>
                <a:ext uri="{FF2B5EF4-FFF2-40B4-BE49-F238E27FC236}">
                  <a16:creationId xmlns:a16="http://schemas.microsoft.com/office/drawing/2014/main" id="{393C2E16-5447-D268-8D6E-E522816F3930}"/>
                </a:ext>
              </a:extLst>
            </p:cNvPr>
            <p:cNvSpPr/>
            <p:nvPr userDrawn="1"/>
          </p:nvSpPr>
          <p:spPr bwMode="gray">
            <a:xfrm>
              <a:off x="10591802" y="1644195"/>
              <a:ext cx="1600199" cy="890588"/>
            </a:xfrm>
            <a:custGeom>
              <a:avLst/>
              <a:gdLst>
                <a:gd name="connsiteX0" fmla="*/ 0 w 1600199"/>
                <a:gd name="connsiteY0" fmla="*/ 445293 h 890588"/>
                <a:gd name="connsiteX1" fmla="*/ 0 w 1600199"/>
                <a:gd name="connsiteY1" fmla="*/ 445294 h 890588"/>
                <a:gd name="connsiteX2" fmla="*/ 0 w 1600199"/>
                <a:gd name="connsiteY2" fmla="*/ 445294 h 890588"/>
                <a:gd name="connsiteX3" fmla="*/ 445294 w 1600199"/>
                <a:gd name="connsiteY3" fmla="*/ 0 h 890588"/>
                <a:gd name="connsiteX4" fmla="*/ 1335881 w 1600199"/>
                <a:gd name="connsiteY4" fmla="*/ 0 h 890588"/>
                <a:gd name="connsiteX5" fmla="*/ 1584849 w 1600199"/>
                <a:gd name="connsiteY5" fmla="*/ 76049 h 890588"/>
                <a:gd name="connsiteX6" fmla="*/ 1600199 w 1600199"/>
                <a:gd name="connsiteY6" fmla="*/ 88714 h 890588"/>
                <a:gd name="connsiteX7" fmla="*/ 1600199 w 1600199"/>
                <a:gd name="connsiteY7" fmla="*/ 801873 h 890588"/>
                <a:gd name="connsiteX8" fmla="*/ 1584848 w 1600199"/>
                <a:gd name="connsiteY8" fmla="*/ 814539 h 890588"/>
                <a:gd name="connsiteX9" fmla="*/ 1335880 w 1600199"/>
                <a:gd name="connsiteY9" fmla="*/ 890588 h 890588"/>
                <a:gd name="connsiteX10" fmla="*/ 445294 w 1600199"/>
                <a:gd name="connsiteY10" fmla="*/ 890587 h 890588"/>
                <a:gd name="connsiteX11" fmla="*/ 9047 w 1600199"/>
                <a:gd name="connsiteY11" fmla="*/ 535035 h 890588"/>
                <a:gd name="connsiteX12" fmla="*/ 0 w 1600199"/>
                <a:gd name="connsiteY12" fmla="*/ 445294 h 890588"/>
                <a:gd name="connsiteX13" fmla="*/ 9047 w 1600199"/>
                <a:gd name="connsiteY13" fmla="*/ 355552 h 890588"/>
                <a:gd name="connsiteX14" fmla="*/ 445294 w 1600199"/>
                <a:gd name="connsiteY14" fmla="*/ 0 h 89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0199" h="890588">
                  <a:moveTo>
                    <a:pt x="0" y="445293"/>
                  </a:moveTo>
                  <a:lnTo>
                    <a:pt x="0" y="445294"/>
                  </a:lnTo>
                  <a:lnTo>
                    <a:pt x="0" y="445294"/>
                  </a:lnTo>
                  <a:close/>
                  <a:moveTo>
                    <a:pt x="445294" y="0"/>
                  </a:moveTo>
                  <a:lnTo>
                    <a:pt x="1335881" y="0"/>
                  </a:lnTo>
                  <a:cubicBezTo>
                    <a:pt x="1428104" y="0"/>
                    <a:pt x="1513780" y="28036"/>
                    <a:pt x="1584849" y="76049"/>
                  </a:cubicBezTo>
                  <a:lnTo>
                    <a:pt x="1600199" y="88714"/>
                  </a:lnTo>
                  <a:lnTo>
                    <a:pt x="1600199" y="801873"/>
                  </a:lnTo>
                  <a:lnTo>
                    <a:pt x="1584848" y="814539"/>
                  </a:lnTo>
                  <a:cubicBezTo>
                    <a:pt x="1513779" y="862552"/>
                    <a:pt x="1428103" y="890588"/>
                    <a:pt x="1335880" y="890588"/>
                  </a:cubicBezTo>
                  <a:lnTo>
                    <a:pt x="445294" y="890587"/>
                  </a:lnTo>
                  <a:cubicBezTo>
                    <a:pt x="230106" y="890587"/>
                    <a:pt x="50569" y="737948"/>
                    <a:pt x="9047" y="535035"/>
                  </a:cubicBezTo>
                  <a:lnTo>
                    <a:pt x="0" y="445294"/>
                  </a:lnTo>
                  <a:lnTo>
                    <a:pt x="9047" y="355552"/>
                  </a:lnTo>
                  <a:cubicBezTo>
                    <a:pt x="50569" y="152639"/>
                    <a:pt x="230106" y="0"/>
                    <a:pt x="445294"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Freeform: Shape 38">
              <a:extLst>
                <a:ext uri="{FF2B5EF4-FFF2-40B4-BE49-F238E27FC236}">
                  <a16:creationId xmlns:a16="http://schemas.microsoft.com/office/drawing/2014/main" id="{9ADCE14A-40CC-11FF-19AA-3D77322E84C3}"/>
                </a:ext>
              </a:extLst>
            </p:cNvPr>
            <p:cNvSpPr/>
            <p:nvPr userDrawn="1"/>
          </p:nvSpPr>
          <p:spPr bwMode="gray">
            <a:xfrm>
              <a:off x="7920039" y="1"/>
              <a:ext cx="1781174" cy="757239"/>
            </a:xfrm>
            <a:custGeom>
              <a:avLst/>
              <a:gdLst>
                <a:gd name="connsiteX0" fmla="*/ 0 w 1781174"/>
                <a:gd name="connsiteY0" fmla="*/ 311944 h 757239"/>
                <a:gd name="connsiteX1" fmla="*/ 0 w 1781174"/>
                <a:gd name="connsiteY1" fmla="*/ 311945 h 757239"/>
                <a:gd name="connsiteX2" fmla="*/ 0 w 1781174"/>
                <a:gd name="connsiteY2" fmla="*/ 311945 h 757239"/>
                <a:gd name="connsiteX3" fmla="*/ 128010 w 1781174"/>
                <a:gd name="connsiteY3" fmla="*/ 0 h 757239"/>
                <a:gd name="connsiteX4" fmla="*/ 1653164 w 1781174"/>
                <a:gd name="connsiteY4" fmla="*/ 0 h 757239"/>
                <a:gd name="connsiteX5" fmla="*/ 1705125 w 1781174"/>
                <a:gd name="connsiteY5" fmla="*/ 62977 h 757239"/>
                <a:gd name="connsiteX6" fmla="*/ 1781174 w 1781174"/>
                <a:gd name="connsiteY6" fmla="*/ 311945 h 757239"/>
                <a:gd name="connsiteX7" fmla="*/ 1781173 w 1781174"/>
                <a:gd name="connsiteY7" fmla="*/ 311945 h 757239"/>
                <a:gd name="connsiteX8" fmla="*/ 1335879 w 1781174"/>
                <a:gd name="connsiteY8" fmla="*/ 757239 h 757239"/>
                <a:gd name="connsiteX9" fmla="*/ 445294 w 1781174"/>
                <a:gd name="connsiteY9" fmla="*/ 757238 h 757239"/>
                <a:gd name="connsiteX10" fmla="*/ 9047 w 1781174"/>
                <a:gd name="connsiteY10" fmla="*/ 401686 h 757239"/>
                <a:gd name="connsiteX11" fmla="*/ 0 w 1781174"/>
                <a:gd name="connsiteY11" fmla="*/ 311945 h 757239"/>
                <a:gd name="connsiteX12" fmla="*/ 9047 w 1781174"/>
                <a:gd name="connsiteY12" fmla="*/ 222203 h 757239"/>
                <a:gd name="connsiteX13" fmla="*/ 76050 w 1781174"/>
                <a:gd name="connsiteY13" fmla="*/ 62977 h 75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1174" h="757239">
                  <a:moveTo>
                    <a:pt x="0" y="311944"/>
                  </a:moveTo>
                  <a:lnTo>
                    <a:pt x="0" y="311945"/>
                  </a:lnTo>
                  <a:lnTo>
                    <a:pt x="0" y="311945"/>
                  </a:lnTo>
                  <a:close/>
                  <a:moveTo>
                    <a:pt x="128010" y="0"/>
                  </a:moveTo>
                  <a:lnTo>
                    <a:pt x="1653164" y="0"/>
                  </a:lnTo>
                  <a:lnTo>
                    <a:pt x="1705125" y="62977"/>
                  </a:lnTo>
                  <a:cubicBezTo>
                    <a:pt x="1753138" y="134046"/>
                    <a:pt x="1781174" y="219722"/>
                    <a:pt x="1781174" y="311945"/>
                  </a:cubicBezTo>
                  <a:lnTo>
                    <a:pt x="1781173" y="311945"/>
                  </a:lnTo>
                  <a:cubicBezTo>
                    <a:pt x="1781173" y="557874"/>
                    <a:pt x="1581808" y="757239"/>
                    <a:pt x="1335879" y="757239"/>
                  </a:cubicBezTo>
                  <a:lnTo>
                    <a:pt x="445294" y="757238"/>
                  </a:lnTo>
                  <a:cubicBezTo>
                    <a:pt x="230106" y="757238"/>
                    <a:pt x="50569" y="604599"/>
                    <a:pt x="9047" y="401686"/>
                  </a:cubicBezTo>
                  <a:lnTo>
                    <a:pt x="0" y="311945"/>
                  </a:lnTo>
                  <a:lnTo>
                    <a:pt x="9047" y="222203"/>
                  </a:lnTo>
                  <a:cubicBezTo>
                    <a:pt x="20911" y="164228"/>
                    <a:pt x="44041" y="110357"/>
                    <a:pt x="76050" y="62977"/>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1" name="Freeform: Shape 40">
              <a:extLst>
                <a:ext uri="{FF2B5EF4-FFF2-40B4-BE49-F238E27FC236}">
                  <a16:creationId xmlns:a16="http://schemas.microsoft.com/office/drawing/2014/main" id="{7393D01D-7CD4-8FFF-8DBC-7CF0AA3F1A9E}"/>
                </a:ext>
              </a:extLst>
            </p:cNvPr>
            <p:cNvSpPr/>
            <p:nvPr userDrawn="1"/>
          </p:nvSpPr>
          <p:spPr bwMode="gray">
            <a:xfrm>
              <a:off x="10591800" y="1"/>
              <a:ext cx="890588" cy="757239"/>
            </a:xfrm>
            <a:custGeom>
              <a:avLst/>
              <a:gdLst>
                <a:gd name="connsiteX0" fmla="*/ 128010 w 890588"/>
                <a:gd name="connsiteY0" fmla="*/ 0 h 757239"/>
                <a:gd name="connsiteX1" fmla="*/ 762578 w 890588"/>
                <a:gd name="connsiteY1" fmla="*/ 0 h 757239"/>
                <a:gd name="connsiteX2" fmla="*/ 814539 w 890588"/>
                <a:gd name="connsiteY2" fmla="*/ 62977 h 757239"/>
                <a:gd name="connsiteX3" fmla="*/ 890588 w 890588"/>
                <a:gd name="connsiteY3" fmla="*/ 311945 h 757239"/>
                <a:gd name="connsiteX4" fmla="*/ 445294 w 890588"/>
                <a:gd name="connsiteY4" fmla="*/ 757239 h 757239"/>
                <a:gd name="connsiteX5" fmla="*/ 0 w 890588"/>
                <a:gd name="connsiteY5" fmla="*/ 311945 h 757239"/>
                <a:gd name="connsiteX6" fmla="*/ 76049 w 890588"/>
                <a:gd name="connsiteY6" fmla="*/ 62977 h 75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0588" h="757239">
                  <a:moveTo>
                    <a:pt x="128010" y="0"/>
                  </a:moveTo>
                  <a:lnTo>
                    <a:pt x="762578" y="0"/>
                  </a:lnTo>
                  <a:lnTo>
                    <a:pt x="814539" y="62977"/>
                  </a:lnTo>
                  <a:cubicBezTo>
                    <a:pt x="862552" y="134046"/>
                    <a:pt x="890588" y="219722"/>
                    <a:pt x="890588" y="311945"/>
                  </a:cubicBezTo>
                  <a:cubicBezTo>
                    <a:pt x="890588" y="557874"/>
                    <a:pt x="691223" y="757239"/>
                    <a:pt x="445294" y="757239"/>
                  </a:cubicBezTo>
                  <a:cubicBezTo>
                    <a:pt x="199365" y="757239"/>
                    <a:pt x="0" y="557874"/>
                    <a:pt x="0" y="311945"/>
                  </a:cubicBezTo>
                  <a:cubicBezTo>
                    <a:pt x="0" y="219722"/>
                    <a:pt x="28036" y="134046"/>
                    <a:pt x="76049" y="62977"/>
                  </a:cubicBezTo>
                  <a:close/>
                </a:path>
              </a:pathLst>
            </a:cu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3" name="Freeform: Shape 42">
              <a:extLst>
                <a:ext uri="{FF2B5EF4-FFF2-40B4-BE49-F238E27FC236}">
                  <a16:creationId xmlns:a16="http://schemas.microsoft.com/office/drawing/2014/main" id="{E392E0AE-0B82-FFD2-CFF2-05AA8109527C}"/>
                </a:ext>
              </a:extLst>
            </p:cNvPr>
            <p:cNvSpPr/>
            <p:nvPr userDrawn="1"/>
          </p:nvSpPr>
          <p:spPr bwMode="gray">
            <a:xfrm>
              <a:off x="0" y="4822675"/>
              <a:ext cx="458378" cy="890588"/>
            </a:xfrm>
            <a:custGeom>
              <a:avLst/>
              <a:gdLst>
                <a:gd name="connsiteX0" fmla="*/ 13084 w 458378"/>
                <a:gd name="connsiteY0" fmla="*/ 0 h 890588"/>
                <a:gd name="connsiteX1" fmla="*/ 458378 w 458378"/>
                <a:gd name="connsiteY1" fmla="*/ 445294 h 890588"/>
                <a:gd name="connsiteX2" fmla="*/ 13084 w 458378"/>
                <a:gd name="connsiteY2" fmla="*/ 890588 h 890588"/>
                <a:gd name="connsiteX3" fmla="*/ 0 w 458378"/>
                <a:gd name="connsiteY3" fmla="*/ 889269 h 890588"/>
                <a:gd name="connsiteX4" fmla="*/ 0 w 458378"/>
                <a:gd name="connsiteY4" fmla="*/ 1319 h 89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378" h="890588">
                  <a:moveTo>
                    <a:pt x="13084" y="0"/>
                  </a:moveTo>
                  <a:cubicBezTo>
                    <a:pt x="259013" y="0"/>
                    <a:pt x="458378" y="199365"/>
                    <a:pt x="458378" y="445294"/>
                  </a:cubicBezTo>
                  <a:cubicBezTo>
                    <a:pt x="458378" y="691223"/>
                    <a:pt x="259013" y="890588"/>
                    <a:pt x="13084" y="890588"/>
                  </a:cubicBezTo>
                  <a:lnTo>
                    <a:pt x="0" y="889269"/>
                  </a:lnTo>
                  <a:lnTo>
                    <a:pt x="0" y="1319"/>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76118" y="2507861"/>
            <a:ext cx="8686800" cy="1523494"/>
          </a:xfrm>
        </p:spPr>
        <p:txBody>
          <a:bodyPr anchor="b"/>
          <a:lstStyle>
            <a:lvl1pPr algn="l">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476118" y="4312326"/>
            <a:ext cx="8686800" cy="332399"/>
          </a:xfrm>
        </p:spPr>
        <p:txBody>
          <a:bodyPr>
            <a:spAutoFit/>
          </a:bodyPr>
          <a:lstStyle>
            <a:lvl1pPr marL="0" indent="0" algn="l">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9/17/2026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4706197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544">
          <p15:clr>
            <a:srgbClr val="5ACBF0"/>
          </p15:clr>
        </p15:guide>
        <p15:guide id="4" orient="horz" pos="2708">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03">
    <p:bg>
      <p:bgPr>
        <a:solidFill>
          <a:schemeClr val="bg1"/>
        </a:solidFill>
        <a:effectLst/>
      </p:bgPr>
    </p:bg>
    <p:spTree>
      <p:nvGrpSpPr>
        <p:cNvPr id="1" name=""/>
        <p:cNvGrpSpPr/>
        <p:nvPr/>
      </p:nvGrpSpPr>
      <p:grpSpPr>
        <a:xfrm>
          <a:off x="0" y="0"/>
          <a:ext cx="0" cy="0"/>
          <a:chOff x="0" y="0"/>
          <a:chExt cx="0" cy="0"/>
        </a:xfrm>
      </p:grpSpPr>
      <p:pic>
        <p:nvPicPr>
          <p:cNvPr id="9" name="Effervescent Os 01">
            <a:extLst>
              <a:ext uri="{FF2B5EF4-FFF2-40B4-BE49-F238E27FC236}">
                <a16:creationId xmlns:a16="http://schemas.microsoft.com/office/drawing/2014/main" id="{0C186E43-183F-DAB6-0C09-E846896390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3638681" cy="1766639"/>
          </a:xfrm>
          <a:prstGeom prst="rect">
            <a:avLst/>
          </a:prstGeom>
        </p:spPr>
      </p:pic>
      <p:pic>
        <p:nvPicPr>
          <p:cNvPr id="11" name="Effervescent Os 02">
            <a:extLst>
              <a:ext uri="{FF2B5EF4-FFF2-40B4-BE49-F238E27FC236}">
                <a16:creationId xmlns:a16="http://schemas.microsoft.com/office/drawing/2014/main" id="{D50E6C95-9346-3671-3BEF-6C8FE3E2568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9332653" y="4628756"/>
            <a:ext cx="2859347" cy="2229244"/>
          </a:xfrm>
          <a:prstGeom prst="rect">
            <a:avLst/>
          </a:prstGeom>
        </p:spPr>
      </p:pic>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44801"/>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9/17/2026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6600240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5ACBF0"/>
          </p15:clr>
        </p15:guide>
        <p15:guide id="2" pos="6576">
          <p15:clr>
            <a:srgbClr val="5ACBF0"/>
          </p15:clr>
        </p15:guide>
        <p15:guide id="3" orient="horz" pos="2507">
          <p15:clr>
            <a:srgbClr val="5ACBF0"/>
          </p15:clr>
        </p15:guide>
        <p15:guide id="4" orient="horz" pos="2669">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a:t>
            </a:r>
            <a:r>
              <a:rPr lang="en-US" sz="15000" b="0">
                <a:solidFill>
                  <a:schemeClr val="bg1"/>
                </a:solidFill>
              </a:rPr>
              <a:t>(Themes)</a:t>
            </a:r>
            <a:endParaRPr lang="en-US" sz="15000" b="1">
              <a:solidFill>
                <a:schemeClr val="bg1"/>
              </a:solidFill>
            </a:endParaRP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213997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9/17/2026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93850765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ubhead">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69304"/>
          </a:xfrm>
        </p:spPr>
        <p:txBody>
          <a:bodyPr wrap="square">
            <a:spAutoFit/>
          </a:bodyPr>
          <a:lstStyle>
            <a:lvl1pPr>
              <a:lnSpc>
                <a:spcPct val="100000"/>
              </a:lnSpc>
              <a:spcBef>
                <a:spcPts val="0"/>
              </a:spcBef>
              <a:defRPr sz="1750" b="1">
                <a:solidFill>
                  <a:schemeClr val="tx1"/>
                </a:solidFill>
              </a:defRPr>
            </a:lvl1pPr>
          </a:lstStyle>
          <a:p>
            <a:pPr lvl="0"/>
            <a:r>
              <a:rPr lang="en-US"/>
              <a:t>Slide subtitle; Arial 17.5pt bold,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9/17/2026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94108865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n-lt"/>
              </a:defRPr>
            </a:lvl1pPr>
          </a:lstStyle>
          <a:p>
            <a:r>
              <a:rPr lang="en-US"/>
              <a:t>Slide title; Arial 22pt bold,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9/17/2026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857794947"/>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9/17/2026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590303060"/>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p:txBody>
          <a:bodyPr/>
          <a:lstStyle/>
          <a:p>
            <a:fld id="{92D12E12-A5FF-4A92-BB8B-4E7579B2C9CF}" type="datetime1">
              <a:rPr lang="en-US" smtClean="0"/>
              <a:t>9/17/2026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817572986"/>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730772"/>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 Patter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9/17/2026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701522961"/>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head - Patter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69304"/>
          </a:xfrm>
        </p:spPr>
        <p:txBody>
          <a:bodyPr wrap="square">
            <a:spAutoFit/>
          </a:bodyPr>
          <a:lstStyle>
            <a:lvl1pPr>
              <a:lnSpc>
                <a:spcPct val="100000"/>
              </a:lnSpc>
              <a:spcBef>
                <a:spcPts val="0"/>
              </a:spcBef>
              <a:defRPr sz="1750" b="1">
                <a:solidFill>
                  <a:schemeClr val="tx1"/>
                </a:solidFill>
              </a:defRPr>
            </a:lvl1pPr>
          </a:lstStyle>
          <a:p>
            <a:pPr lvl="0"/>
            <a:r>
              <a:rPr lang="en-US"/>
              <a:t>Slide subtitle; Arial 17.5pt bold,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9/17/2026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185344262"/>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Two Lines - Patter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n-lt"/>
              </a:defRPr>
            </a:lvl1pPr>
          </a:lstStyle>
          <a:p>
            <a:r>
              <a:rPr lang="en-US"/>
              <a:t>Slide title; Arial 22pt bold,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a:xfrm>
            <a:off x="0" y="7177230"/>
            <a:ext cx="914400" cy="30778"/>
          </a:xfrm>
        </p:spPr>
        <p:txBody>
          <a:bodyPr/>
          <a:lstStyle/>
          <a:p>
            <a:fld id="{E602961C-62DA-4519-8757-A8A16E4ED84D}" type="datetime1">
              <a:rPr lang="en-US" smtClean="0"/>
              <a:t>9/17/2026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831149348"/>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1013">
          <p15:clr>
            <a:srgbClr val="5ACBF0"/>
          </p15:clr>
        </p15:guide>
        <p15:guide id="4" orient="horz" pos="344">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 Patter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257300"/>
            <a:ext cx="9144000" cy="3964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9/17/2026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493269830"/>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 Patter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p:txBody>
          <a:bodyPr/>
          <a:lstStyle/>
          <a:p>
            <a:fld id="{92D12E12-A5FF-4A92-BB8B-4E7579B2C9CF}" type="datetime1">
              <a:rPr lang="en-US" smtClean="0"/>
              <a:t>9/17/2026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957802045"/>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344">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518869"/>
      </p:ext>
    </p:extLst>
  </p:cSld>
  <p:clrMapOvr>
    <a:overrideClrMapping bg1="lt1" tx1="dk1" bg2="lt2" tx2="dk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 Effervescent">
    <p:spTree>
      <p:nvGrpSpPr>
        <p:cNvPr id="1" name=""/>
        <p:cNvGrpSpPr/>
        <p:nvPr/>
      </p:nvGrpSpPr>
      <p:grpSpPr>
        <a:xfrm>
          <a:off x="0" y="0"/>
          <a:ext cx="0" cy="0"/>
          <a:chOff x="0" y="0"/>
          <a:chExt cx="0" cy="0"/>
        </a:xfrm>
      </p:grpSpPr>
      <p:sp>
        <p:nvSpPr>
          <p:cNvPr id="10" name="Warm White Header">
            <a:extLst>
              <a:ext uri="{FF2B5EF4-FFF2-40B4-BE49-F238E27FC236}">
                <a16:creationId xmlns:a16="http://schemas.microsoft.com/office/drawing/2014/main" id="{DD73845D-CD64-79D1-8425-96318ACE26B7}"/>
              </a:ext>
              <a:ext uri="{C183D7F6-B498-43B3-948B-1728B52AA6E4}">
                <adec:decorative xmlns:adec="http://schemas.microsoft.com/office/drawing/2017/decorative" val="1"/>
              </a:ext>
            </a:extLst>
          </p:cNvPr>
          <p:cNvSpPr/>
          <p:nvPr userDrawn="1"/>
        </p:nvSpPr>
        <p:spPr bwMode="gray">
          <a:xfrm>
            <a:off x="0" y="0"/>
            <a:ext cx="12192000" cy="13716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7" name="Effervescent Os">
            <a:extLst>
              <a:ext uri="{FF2B5EF4-FFF2-40B4-BE49-F238E27FC236}">
                <a16:creationId xmlns:a16="http://schemas.microsoft.com/office/drawing/2014/main" id="{F170DDEA-DBBF-4BA0-5D57-C97AEAEC218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9332653" y="4628756"/>
            <a:ext cx="2859347" cy="2229244"/>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9/17/2026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50078348"/>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65">
          <p15:clr>
            <a:srgbClr val="5ACBF0"/>
          </p15:clr>
        </p15:guide>
        <p15:guide id="4" orient="horz" pos="344">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ubhead - Effervescent">
    <p:bg>
      <p:bgPr>
        <a:solidFill>
          <a:schemeClr val="bg1"/>
        </a:solidFill>
        <a:effectLst/>
      </p:bgPr>
    </p:bg>
    <p:spTree>
      <p:nvGrpSpPr>
        <p:cNvPr id="1" name=""/>
        <p:cNvGrpSpPr/>
        <p:nvPr/>
      </p:nvGrpSpPr>
      <p:grpSpPr>
        <a:xfrm>
          <a:off x="0" y="0"/>
          <a:ext cx="0" cy="0"/>
          <a:chOff x="0" y="0"/>
          <a:chExt cx="0" cy="0"/>
        </a:xfrm>
      </p:grpSpPr>
      <p:sp>
        <p:nvSpPr>
          <p:cNvPr id="7" name="Warm White Header">
            <a:extLst>
              <a:ext uri="{FF2B5EF4-FFF2-40B4-BE49-F238E27FC236}">
                <a16:creationId xmlns:a16="http://schemas.microsoft.com/office/drawing/2014/main" id="{5E699A90-2986-06DD-E06B-2752FC311656}"/>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9" name="Effervescent Os">
            <a:extLst>
              <a:ext uri="{FF2B5EF4-FFF2-40B4-BE49-F238E27FC236}">
                <a16:creationId xmlns:a16="http://schemas.microsoft.com/office/drawing/2014/main" id="{1D087040-8E45-8260-56FE-4415A11F360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9332653" y="4628756"/>
            <a:ext cx="2859347" cy="2229244"/>
          </a:xfrm>
          <a:prstGeom prst="rect">
            <a:avLst/>
          </a:prstGeom>
        </p:spPr>
      </p:pic>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69304"/>
          </a:xfrm>
        </p:spPr>
        <p:txBody>
          <a:bodyPr wrap="square">
            <a:spAutoFit/>
          </a:bodyPr>
          <a:lstStyle>
            <a:lvl1pPr>
              <a:lnSpc>
                <a:spcPct val="100000"/>
              </a:lnSpc>
              <a:spcBef>
                <a:spcPts val="0"/>
              </a:spcBef>
              <a:defRPr sz="1750" b="1">
                <a:solidFill>
                  <a:schemeClr val="tx1"/>
                </a:solidFill>
              </a:defRPr>
            </a:lvl1pPr>
          </a:lstStyle>
          <a:p>
            <a:pPr lvl="0"/>
            <a:r>
              <a:rPr lang="en-US"/>
              <a:t>Slide subtitle; Arial 17.5pt bold, sentence case (1 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9/17/2026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82400380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4">
          <p15:clr>
            <a:srgbClr val="5ACBF0"/>
          </p15:clr>
        </p15:guide>
        <p15:guide id="4" orient="horz" pos="344">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Two Lines - Effervescent">
    <p:spTree>
      <p:nvGrpSpPr>
        <p:cNvPr id="1" name=""/>
        <p:cNvGrpSpPr/>
        <p:nvPr/>
      </p:nvGrpSpPr>
      <p:grpSpPr>
        <a:xfrm>
          <a:off x="0" y="0"/>
          <a:ext cx="0" cy="0"/>
          <a:chOff x="0" y="0"/>
          <a:chExt cx="0" cy="0"/>
        </a:xfrm>
      </p:grpSpPr>
      <p:sp>
        <p:nvSpPr>
          <p:cNvPr id="4" name="Warm White Header">
            <a:extLst>
              <a:ext uri="{FF2B5EF4-FFF2-40B4-BE49-F238E27FC236}">
                <a16:creationId xmlns:a16="http://schemas.microsoft.com/office/drawing/2014/main" id="{1882A4AD-148D-013D-7533-0E6CBEDA2F8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5" name="Effervescent Os">
            <a:extLst>
              <a:ext uri="{FF2B5EF4-FFF2-40B4-BE49-F238E27FC236}">
                <a16:creationId xmlns:a16="http://schemas.microsoft.com/office/drawing/2014/main" id="{E29535C2-22E4-7751-813F-612CFB03B3D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9332653" y="4628756"/>
            <a:ext cx="2859347" cy="2229244"/>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n-lt"/>
              </a:defRPr>
            </a:lvl1pPr>
          </a:lstStyle>
          <a:p>
            <a:r>
              <a:rPr lang="en-US"/>
              <a:t>Slide title; Arial 22pt bold,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9/17/2026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17613886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1124">
          <p15:clr>
            <a:srgbClr val="5ACBF0"/>
          </p15:clr>
        </p15:guide>
        <p15:guide id="3" orient="horz" pos="344">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 Effervescent">
    <p:spTree>
      <p:nvGrpSpPr>
        <p:cNvPr id="1" name=""/>
        <p:cNvGrpSpPr/>
        <p:nvPr/>
      </p:nvGrpSpPr>
      <p:grpSpPr>
        <a:xfrm>
          <a:off x="0" y="0"/>
          <a:ext cx="0" cy="0"/>
          <a:chOff x="0" y="0"/>
          <a:chExt cx="0" cy="0"/>
        </a:xfrm>
      </p:grpSpPr>
      <p:sp>
        <p:nvSpPr>
          <p:cNvPr id="8" name="Warm White Header">
            <a:extLst>
              <a:ext uri="{FF2B5EF4-FFF2-40B4-BE49-F238E27FC236}">
                <a16:creationId xmlns:a16="http://schemas.microsoft.com/office/drawing/2014/main" id="{D932B620-6078-608C-86AA-F115B930278A}"/>
              </a:ext>
              <a:ext uri="{C183D7F6-B498-43B3-948B-1728B52AA6E4}">
                <adec:decorative xmlns:adec="http://schemas.microsoft.com/office/drawing/2017/decorative" val="1"/>
              </a:ext>
            </a:extLst>
          </p:cNvPr>
          <p:cNvSpPr/>
          <p:nvPr userDrawn="1"/>
        </p:nvSpPr>
        <p:spPr bwMode="gray">
          <a:xfrm>
            <a:off x="0" y="0"/>
            <a:ext cx="12192000" cy="13716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9" name="Effervescent Os">
            <a:extLst>
              <a:ext uri="{FF2B5EF4-FFF2-40B4-BE49-F238E27FC236}">
                <a16:creationId xmlns:a16="http://schemas.microsoft.com/office/drawing/2014/main" id="{6D4A57A1-8A5D-2CE0-9FED-5751AA45C47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9332653" y="4628756"/>
            <a:ext cx="2859347" cy="2229244"/>
          </a:xfrm>
          <a:prstGeom prst="rect">
            <a:avLst/>
          </a:prstGeom>
        </p:spPr>
      </p:pic>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n-lt"/>
              </a:defRPr>
            </a:lvl1pPr>
          </a:lstStyle>
          <a:p>
            <a:r>
              <a:rPr lang="en-US"/>
              <a:t>Slide title; Arial 22pt bold,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695407"/>
            <a:ext cx="9144000" cy="360180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9/17/2026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514610580"/>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1064">
          <p15:clr>
            <a:srgbClr val="5ACBF0"/>
          </p15:clr>
        </p15:guide>
        <p15:guide id="3" orient="horz" pos="344">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Blank - Effervescent">
    <p:bg bwMode="gray">
      <p:bgRef idx="1001">
        <a:schemeClr val="bg1"/>
      </p:bgRef>
    </p:bg>
    <p:spTree>
      <p:nvGrpSpPr>
        <p:cNvPr id="1" name=""/>
        <p:cNvGrpSpPr/>
        <p:nvPr/>
      </p:nvGrpSpPr>
      <p:grpSpPr>
        <a:xfrm>
          <a:off x="0" y="0"/>
          <a:ext cx="0" cy="0"/>
          <a:chOff x="0" y="0"/>
          <a:chExt cx="0" cy="0"/>
        </a:xfrm>
      </p:grpSpPr>
      <p:pic>
        <p:nvPicPr>
          <p:cNvPr id="5" name="Effervescent Os">
            <a:extLst>
              <a:ext uri="{FF2B5EF4-FFF2-40B4-BE49-F238E27FC236}">
                <a16:creationId xmlns:a16="http://schemas.microsoft.com/office/drawing/2014/main" id="{C10463DB-FA24-6FA6-00FD-AC6C436EF84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9332653" y="4628756"/>
            <a:ext cx="2859347" cy="2229244"/>
          </a:xfrm>
          <a:prstGeom prst="rect">
            <a:avLst/>
          </a:pr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9/17/2026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663802369"/>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41047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5" y="555639"/>
            <a:ext cx="3657600" cy="1828193"/>
          </a:xfrm>
        </p:spPr>
        <p:txBody>
          <a:bodyPr/>
          <a:lstStyle>
            <a:lvl1pPr>
              <a:defRPr>
                <a:solidFill>
                  <a:schemeClr val="tx1"/>
                </a:solidFill>
                <a:latin typeface="+mn-lt"/>
              </a:defRPr>
            </a:lvl1pPr>
          </a:lstStyle>
          <a:p>
            <a:r>
              <a:rPr lang="en-US"/>
              <a:t>Slide title; Arial 22pt bold, sentence case. This layout accommodates a slide title that extends downward.</a:t>
            </a:r>
            <a:br>
              <a:rPr lang="en-US"/>
            </a:br>
            <a:br>
              <a:rPr lang="en-US"/>
            </a:br>
            <a:r>
              <a:rPr lang="en-US"/>
              <a:t>(No max lines)</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9/17/2026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1274017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ubhead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581331F8-6172-016F-FC39-27F13F84DD18}"/>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3657600" cy="609398"/>
          </a:xfrm>
        </p:spPr>
        <p:txBody>
          <a:bodyPr/>
          <a:lstStyle>
            <a:lvl1pPr>
              <a:defRPr>
                <a:solidFill>
                  <a:schemeClr val="tx1"/>
                </a:solidFill>
                <a:latin typeface="+mn-lt"/>
              </a:defRPr>
            </a:lvl1pPr>
          </a:lstStyle>
          <a:p>
            <a:r>
              <a:rPr lang="en-US"/>
              <a:t>Slide title; Arial 22pt bold, sentence case (2 lines)</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1265446"/>
            <a:ext cx="3657600" cy="538609"/>
          </a:xfrm>
        </p:spPr>
        <p:txBody>
          <a:bodyPr wrap="square">
            <a:spAutoFit/>
          </a:bodyPr>
          <a:lstStyle>
            <a:lvl1pPr>
              <a:lnSpc>
                <a:spcPct val="100000"/>
              </a:lnSpc>
              <a:spcBef>
                <a:spcPts val="0"/>
              </a:spcBef>
              <a:defRPr sz="1750" b="1">
                <a:solidFill>
                  <a:schemeClr val="tx1"/>
                </a:solidFill>
              </a:defRPr>
            </a:lvl1pPr>
          </a:lstStyle>
          <a:p>
            <a:pPr lvl="0"/>
            <a:r>
              <a:rPr lang="en-US"/>
              <a:t>Slide subtitle; Arial 17.5pt bold, sentence case (multi-line)</a:t>
            </a:r>
          </a:p>
        </p:txBody>
      </p:sp>
      <p:pic>
        <p:nvPicPr>
          <p:cNvPr id="10" name="Optum Logo" descr="Optum">
            <a:extLst>
              <a:ext uri="{FF2B5EF4-FFF2-40B4-BE49-F238E27FC236}">
                <a16:creationId xmlns:a16="http://schemas.microsoft.com/office/drawing/2014/main" id="{DC7D3401-39C7-F764-D6B4-7F9D57BBD963}"/>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9/17/2026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7019098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2" orient="horz" pos="791">
          <p15:clr>
            <a:srgbClr val="5ACBF0"/>
          </p15:clr>
        </p15:guide>
        <p15:guide id="3" orient="horz" pos="1386">
          <p15:clr>
            <a:srgbClr val="5ACBF0"/>
          </p15:clr>
        </p15:guide>
        <p15:guide id="4" orient="horz" pos="344">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 Left Rail">
    <p:bg bwMode="gray">
      <p:bgRef idx="1001">
        <a:schemeClr val="bg2"/>
      </p:bgRef>
    </p:bg>
    <p:spTree>
      <p:nvGrpSpPr>
        <p:cNvPr id="1" name=""/>
        <p:cNvGrpSpPr/>
        <p:nvPr/>
      </p:nvGrpSpPr>
      <p:grpSpPr>
        <a:xfrm>
          <a:off x="0" y="0"/>
          <a:ext cx="0" cy="0"/>
          <a:chOff x="0" y="0"/>
          <a:chExt cx="0" cy="0"/>
        </a:xfrm>
      </p:grpSpPr>
      <p:sp>
        <p:nvSpPr>
          <p:cNvPr id="8" name="White Background">
            <a:extLst>
              <a:ext uri="{FF2B5EF4-FFF2-40B4-BE49-F238E27FC236}">
                <a16:creationId xmlns:a16="http://schemas.microsoft.com/office/drawing/2014/main" id="{98501377-B31D-ED6D-28B2-F736154CB7BA}"/>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3657600" cy="1828193"/>
          </a:xfrm>
        </p:spPr>
        <p:txBody>
          <a:bodyPr/>
          <a:lstStyle>
            <a:lvl1pPr>
              <a:defRPr>
                <a:solidFill>
                  <a:schemeClr val="tx1"/>
                </a:solidFill>
                <a:latin typeface="+mn-lt"/>
              </a:defRPr>
            </a:lvl1pPr>
          </a:lstStyle>
          <a:p>
            <a:r>
              <a:rPr lang="en-US"/>
              <a:t>Slide title; Arial 22pt bold, sentence case. This layout accommodates a slide title that extends downward.</a:t>
            </a:r>
            <a:br>
              <a:rPr lang="en-US"/>
            </a:br>
            <a:br>
              <a:rPr lang="en-US"/>
            </a:br>
            <a:r>
              <a:rPr lang="en-US"/>
              <a:t>(No max lines)</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5372889" y="555639"/>
            <a:ext cx="5871078" cy="54387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10" name="Optum Logo" descr="Optum">
            <a:extLst>
              <a:ext uri="{FF2B5EF4-FFF2-40B4-BE49-F238E27FC236}">
                <a16:creationId xmlns:a16="http://schemas.microsoft.com/office/drawing/2014/main" id="{EF3652C7-2395-35C3-17EA-6DF62D29DE22}"/>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9/17/2026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8643338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3084290"/>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 Left Pattern">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nvGrpSpPr>
          <p:cNvPr id="56" name="Circle Pattern">
            <a:extLst>
              <a:ext uri="{FF2B5EF4-FFF2-40B4-BE49-F238E27FC236}">
                <a16:creationId xmlns:a16="http://schemas.microsoft.com/office/drawing/2014/main" id="{C68A2329-8B95-322C-1435-6C4F7FBE48A3}"/>
              </a:ext>
              <a:ext uri="{C183D7F6-B498-43B3-948B-1728B52AA6E4}">
                <adec:decorative xmlns:adec="http://schemas.microsoft.com/office/drawing/2017/decorative" val="1"/>
              </a:ext>
            </a:extLst>
          </p:cNvPr>
          <p:cNvGrpSpPr/>
          <p:nvPr userDrawn="1"/>
        </p:nvGrpSpPr>
        <p:grpSpPr bwMode="gray">
          <a:xfrm>
            <a:off x="1" y="5223666"/>
            <a:ext cx="4972204" cy="1634334"/>
            <a:chOff x="1" y="5223666"/>
            <a:chExt cx="4972204" cy="1634334"/>
          </a:xfrm>
        </p:grpSpPr>
        <p:sp>
          <p:nvSpPr>
            <p:cNvPr id="11" name="Oval 10">
              <a:extLst>
                <a:ext uri="{FF2B5EF4-FFF2-40B4-BE49-F238E27FC236}">
                  <a16:creationId xmlns:a16="http://schemas.microsoft.com/office/drawing/2014/main" id="{363730CC-851E-12E1-B3D8-79DB1A20C735}"/>
                </a:ext>
              </a:extLst>
            </p:cNvPr>
            <p:cNvSpPr/>
            <p:nvPr userDrawn="1"/>
          </p:nvSpPr>
          <p:spPr bwMode="gray">
            <a:xfrm>
              <a:off x="4310530"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2479511C-2A2B-43D2-2890-699910481CAE}"/>
                </a:ext>
              </a:extLst>
            </p:cNvPr>
            <p:cNvSpPr/>
            <p:nvPr userDrawn="1"/>
          </p:nvSpPr>
          <p:spPr bwMode="gray">
            <a:xfrm>
              <a:off x="3649635"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FCC1DA00-1A2B-66DA-C32F-8C7E76492A4A}"/>
                </a:ext>
              </a:extLst>
            </p:cNvPr>
            <p:cNvSpPr/>
            <p:nvPr userDrawn="1"/>
          </p:nvSpPr>
          <p:spPr bwMode="gray">
            <a:xfrm>
              <a:off x="2988742"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2C7D605B-E978-4240-49BB-5E862A0E99FE}"/>
                </a:ext>
              </a:extLst>
            </p:cNvPr>
            <p:cNvSpPr/>
            <p:nvPr userDrawn="1"/>
          </p:nvSpPr>
          <p:spPr bwMode="gray">
            <a:xfrm>
              <a:off x="2327849"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5" name="Oval 14">
              <a:extLst>
                <a:ext uri="{FF2B5EF4-FFF2-40B4-BE49-F238E27FC236}">
                  <a16:creationId xmlns:a16="http://schemas.microsoft.com/office/drawing/2014/main" id="{4A2316F4-95DE-76A7-AC4A-C3BAAB52F392}"/>
                </a:ext>
              </a:extLst>
            </p:cNvPr>
            <p:cNvSpPr/>
            <p:nvPr userDrawn="1"/>
          </p:nvSpPr>
          <p:spPr bwMode="gray">
            <a:xfrm>
              <a:off x="1666956"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B878111F-35B7-671E-A2DA-15B0647F9FC6}"/>
                </a:ext>
              </a:extLst>
            </p:cNvPr>
            <p:cNvSpPr/>
            <p:nvPr userDrawn="1"/>
          </p:nvSpPr>
          <p:spPr bwMode="gray">
            <a:xfrm>
              <a:off x="1006063"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3ADC0B9D-046E-E0C7-0420-4A43C780C657}"/>
                </a:ext>
              </a:extLst>
            </p:cNvPr>
            <p:cNvSpPr/>
            <p:nvPr userDrawn="1"/>
          </p:nvSpPr>
          <p:spPr bwMode="gray">
            <a:xfrm>
              <a:off x="345170"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9" name="Oval 18">
              <a:extLst>
                <a:ext uri="{FF2B5EF4-FFF2-40B4-BE49-F238E27FC236}">
                  <a16:creationId xmlns:a16="http://schemas.microsoft.com/office/drawing/2014/main" id="{FC83003E-7901-78B5-BCEF-A998E8A7321F}"/>
                </a:ext>
              </a:extLst>
            </p:cNvPr>
            <p:cNvSpPr/>
            <p:nvPr userDrawn="1"/>
          </p:nvSpPr>
          <p:spPr bwMode="gray">
            <a:xfrm>
              <a:off x="4310528"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Oval 19">
              <a:extLst>
                <a:ext uri="{FF2B5EF4-FFF2-40B4-BE49-F238E27FC236}">
                  <a16:creationId xmlns:a16="http://schemas.microsoft.com/office/drawing/2014/main" id="{C16BF4DC-EA4F-2434-A0E7-024D7FA4F543}"/>
                </a:ext>
              </a:extLst>
            </p:cNvPr>
            <p:cNvSpPr/>
            <p:nvPr userDrawn="1"/>
          </p:nvSpPr>
          <p:spPr bwMode="gray">
            <a:xfrm>
              <a:off x="3649635"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Oval 20">
              <a:extLst>
                <a:ext uri="{FF2B5EF4-FFF2-40B4-BE49-F238E27FC236}">
                  <a16:creationId xmlns:a16="http://schemas.microsoft.com/office/drawing/2014/main" id="{0813EC31-F482-08A7-A164-C641677C93D5}"/>
                </a:ext>
              </a:extLst>
            </p:cNvPr>
            <p:cNvSpPr/>
            <p:nvPr userDrawn="1"/>
          </p:nvSpPr>
          <p:spPr bwMode="gray">
            <a:xfrm>
              <a:off x="2988742"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2" name="Oval 21">
              <a:extLst>
                <a:ext uri="{FF2B5EF4-FFF2-40B4-BE49-F238E27FC236}">
                  <a16:creationId xmlns:a16="http://schemas.microsoft.com/office/drawing/2014/main" id="{C742388F-5B82-EFE6-D3F9-7AA78BECC597}"/>
                </a:ext>
              </a:extLst>
            </p:cNvPr>
            <p:cNvSpPr/>
            <p:nvPr userDrawn="1"/>
          </p:nvSpPr>
          <p:spPr bwMode="gray">
            <a:xfrm>
              <a:off x="2327849"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Oval 22">
              <a:extLst>
                <a:ext uri="{FF2B5EF4-FFF2-40B4-BE49-F238E27FC236}">
                  <a16:creationId xmlns:a16="http://schemas.microsoft.com/office/drawing/2014/main" id="{2553BA0D-C612-8940-0BC7-0F82A419596D}"/>
                </a:ext>
              </a:extLst>
            </p:cNvPr>
            <p:cNvSpPr/>
            <p:nvPr userDrawn="1"/>
          </p:nvSpPr>
          <p:spPr bwMode="gray">
            <a:xfrm>
              <a:off x="1666956"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4" name="Oval 23">
              <a:extLst>
                <a:ext uri="{FF2B5EF4-FFF2-40B4-BE49-F238E27FC236}">
                  <a16:creationId xmlns:a16="http://schemas.microsoft.com/office/drawing/2014/main" id="{1F2060B4-4EF1-1CD7-2872-0539F0D91441}"/>
                </a:ext>
              </a:extLst>
            </p:cNvPr>
            <p:cNvSpPr/>
            <p:nvPr userDrawn="1"/>
          </p:nvSpPr>
          <p:spPr bwMode="gray">
            <a:xfrm>
              <a:off x="1006063"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Oval 24">
              <a:extLst>
                <a:ext uri="{FF2B5EF4-FFF2-40B4-BE49-F238E27FC236}">
                  <a16:creationId xmlns:a16="http://schemas.microsoft.com/office/drawing/2014/main" id="{023E8AB9-EB35-E0EB-6681-97251D686C4D}"/>
                </a:ext>
              </a:extLst>
            </p:cNvPr>
            <p:cNvSpPr/>
            <p:nvPr userDrawn="1"/>
          </p:nvSpPr>
          <p:spPr bwMode="gray">
            <a:xfrm>
              <a:off x="345170"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7" name="Freeform: Shape 36">
              <a:extLst>
                <a:ext uri="{FF2B5EF4-FFF2-40B4-BE49-F238E27FC236}">
                  <a16:creationId xmlns:a16="http://schemas.microsoft.com/office/drawing/2014/main" id="{37FD634A-0A88-9663-3E04-F46D0DA77EA5}"/>
                </a:ext>
              </a:extLst>
            </p:cNvPr>
            <p:cNvSpPr/>
            <p:nvPr userDrawn="1"/>
          </p:nvSpPr>
          <p:spPr bwMode="gray">
            <a:xfrm>
              <a:off x="1" y="5223666"/>
              <a:ext cx="345953" cy="661676"/>
            </a:xfrm>
            <a:custGeom>
              <a:avLst/>
              <a:gdLst>
                <a:gd name="connsiteX0" fmla="*/ 15115 w 345953"/>
                <a:gd name="connsiteY0" fmla="*/ 0 h 661676"/>
                <a:gd name="connsiteX1" fmla="*/ 345953 w 345953"/>
                <a:gd name="connsiteY1" fmla="*/ 330838 h 661676"/>
                <a:gd name="connsiteX2" fmla="*/ 15115 w 345953"/>
                <a:gd name="connsiteY2" fmla="*/ 661676 h 661676"/>
                <a:gd name="connsiteX3" fmla="*/ 0 w 345953"/>
                <a:gd name="connsiteY3" fmla="*/ 660153 h 661676"/>
                <a:gd name="connsiteX4" fmla="*/ 0 w 345953"/>
                <a:gd name="connsiteY4" fmla="*/ 1524 h 66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53" h="661676">
                  <a:moveTo>
                    <a:pt x="15115" y="0"/>
                  </a:moveTo>
                  <a:cubicBezTo>
                    <a:pt x="197832" y="0"/>
                    <a:pt x="345953" y="148121"/>
                    <a:pt x="345953" y="330838"/>
                  </a:cubicBezTo>
                  <a:cubicBezTo>
                    <a:pt x="345953" y="513555"/>
                    <a:pt x="197832" y="661676"/>
                    <a:pt x="15115" y="661676"/>
                  </a:cubicBezTo>
                  <a:lnTo>
                    <a:pt x="0" y="660153"/>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Freeform: Shape 38">
              <a:extLst>
                <a:ext uri="{FF2B5EF4-FFF2-40B4-BE49-F238E27FC236}">
                  <a16:creationId xmlns:a16="http://schemas.microsoft.com/office/drawing/2014/main" id="{5B908AB1-E403-9404-8B67-F6394EF09F9C}"/>
                </a:ext>
              </a:extLst>
            </p:cNvPr>
            <p:cNvSpPr/>
            <p:nvPr userDrawn="1"/>
          </p:nvSpPr>
          <p:spPr bwMode="gray">
            <a:xfrm>
              <a:off x="1" y="5883986"/>
              <a:ext cx="345953" cy="661676"/>
            </a:xfrm>
            <a:custGeom>
              <a:avLst/>
              <a:gdLst>
                <a:gd name="connsiteX0" fmla="*/ 15115 w 345953"/>
                <a:gd name="connsiteY0" fmla="*/ 0 h 661676"/>
                <a:gd name="connsiteX1" fmla="*/ 345953 w 345953"/>
                <a:gd name="connsiteY1" fmla="*/ 330838 h 661676"/>
                <a:gd name="connsiteX2" fmla="*/ 15115 w 345953"/>
                <a:gd name="connsiteY2" fmla="*/ 661676 h 661676"/>
                <a:gd name="connsiteX3" fmla="*/ 0 w 345953"/>
                <a:gd name="connsiteY3" fmla="*/ 660153 h 661676"/>
                <a:gd name="connsiteX4" fmla="*/ 0 w 345953"/>
                <a:gd name="connsiteY4" fmla="*/ 1524 h 66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53" h="661676">
                  <a:moveTo>
                    <a:pt x="15115" y="0"/>
                  </a:moveTo>
                  <a:cubicBezTo>
                    <a:pt x="197832" y="0"/>
                    <a:pt x="345953" y="148121"/>
                    <a:pt x="345953" y="330838"/>
                  </a:cubicBezTo>
                  <a:cubicBezTo>
                    <a:pt x="345953" y="513555"/>
                    <a:pt x="197832" y="661676"/>
                    <a:pt x="15115" y="661676"/>
                  </a:cubicBezTo>
                  <a:lnTo>
                    <a:pt x="0" y="660153"/>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1" name="Freeform: Shape 40">
              <a:extLst>
                <a:ext uri="{FF2B5EF4-FFF2-40B4-BE49-F238E27FC236}">
                  <a16:creationId xmlns:a16="http://schemas.microsoft.com/office/drawing/2014/main" id="{CAC40DB3-E7DD-F842-B009-CAD3FF977BE3}"/>
                </a:ext>
              </a:extLst>
            </p:cNvPr>
            <p:cNvSpPr/>
            <p:nvPr userDrawn="1"/>
          </p:nvSpPr>
          <p:spPr bwMode="gray">
            <a:xfrm>
              <a:off x="1" y="6539544"/>
              <a:ext cx="343453" cy="318456"/>
            </a:xfrm>
            <a:custGeom>
              <a:avLst/>
              <a:gdLst>
                <a:gd name="connsiteX0" fmla="*/ 15115 w 343453"/>
                <a:gd name="connsiteY0" fmla="*/ 0 h 318456"/>
                <a:gd name="connsiteX1" fmla="*/ 319954 w 343453"/>
                <a:gd name="connsiteY1" fmla="*/ 202061 h 318456"/>
                <a:gd name="connsiteX2" fmla="*/ 343453 w 343453"/>
                <a:gd name="connsiteY2" fmla="*/ 318456 h 318456"/>
                <a:gd name="connsiteX3" fmla="*/ 0 w 343453"/>
                <a:gd name="connsiteY3" fmla="*/ 318456 h 318456"/>
                <a:gd name="connsiteX4" fmla="*/ 0 w 343453"/>
                <a:gd name="connsiteY4" fmla="*/ 1524 h 318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453" h="318456">
                  <a:moveTo>
                    <a:pt x="15115" y="0"/>
                  </a:moveTo>
                  <a:cubicBezTo>
                    <a:pt x="152153" y="0"/>
                    <a:pt x="269730" y="83318"/>
                    <a:pt x="319954" y="202061"/>
                  </a:cubicBezTo>
                  <a:lnTo>
                    <a:pt x="343453" y="318456"/>
                  </a:lnTo>
                  <a:lnTo>
                    <a:pt x="0" y="318456"/>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3" name="Freeform: Shape 42">
              <a:extLst>
                <a:ext uri="{FF2B5EF4-FFF2-40B4-BE49-F238E27FC236}">
                  <a16:creationId xmlns:a16="http://schemas.microsoft.com/office/drawing/2014/main" id="{48E0E1BF-233F-16D9-17CE-969DD31B278E}"/>
                </a:ext>
              </a:extLst>
            </p:cNvPr>
            <p:cNvSpPr/>
            <p:nvPr userDrawn="1"/>
          </p:nvSpPr>
          <p:spPr bwMode="gray">
            <a:xfrm>
              <a:off x="347670"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5" name="Freeform: Shape 44">
              <a:extLst>
                <a:ext uri="{FF2B5EF4-FFF2-40B4-BE49-F238E27FC236}">
                  <a16:creationId xmlns:a16="http://schemas.microsoft.com/office/drawing/2014/main" id="{BC3C31F6-E028-A197-2156-D25385831DD9}"/>
                </a:ext>
              </a:extLst>
            </p:cNvPr>
            <p:cNvSpPr/>
            <p:nvPr userDrawn="1"/>
          </p:nvSpPr>
          <p:spPr bwMode="gray">
            <a:xfrm>
              <a:off x="1008563"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7" name="Freeform: Shape 46">
              <a:extLst>
                <a:ext uri="{FF2B5EF4-FFF2-40B4-BE49-F238E27FC236}">
                  <a16:creationId xmlns:a16="http://schemas.microsoft.com/office/drawing/2014/main" id="{3AB1D730-761C-C379-B775-28C598A276D9}"/>
                </a:ext>
              </a:extLst>
            </p:cNvPr>
            <p:cNvSpPr/>
            <p:nvPr userDrawn="1"/>
          </p:nvSpPr>
          <p:spPr bwMode="gray">
            <a:xfrm>
              <a:off x="1669456"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9" name="Freeform: Shape 48">
              <a:extLst>
                <a:ext uri="{FF2B5EF4-FFF2-40B4-BE49-F238E27FC236}">
                  <a16:creationId xmlns:a16="http://schemas.microsoft.com/office/drawing/2014/main" id="{A53FEE49-2BB1-7316-DF58-E33B8373F782}"/>
                </a:ext>
              </a:extLst>
            </p:cNvPr>
            <p:cNvSpPr/>
            <p:nvPr userDrawn="1"/>
          </p:nvSpPr>
          <p:spPr bwMode="gray">
            <a:xfrm>
              <a:off x="2330349"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1" name="Freeform: Shape 50">
              <a:extLst>
                <a:ext uri="{FF2B5EF4-FFF2-40B4-BE49-F238E27FC236}">
                  <a16:creationId xmlns:a16="http://schemas.microsoft.com/office/drawing/2014/main" id="{870E1133-CAA8-E123-135E-E49979AB5629}"/>
                </a:ext>
              </a:extLst>
            </p:cNvPr>
            <p:cNvSpPr/>
            <p:nvPr userDrawn="1"/>
          </p:nvSpPr>
          <p:spPr bwMode="gray">
            <a:xfrm>
              <a:off x="2991242"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3" name="Freeform: Shape 52">
              <a:extLst>
                <a:ext uri="{FF2B5EF4-FFF2-40B4-BE49-F238E27FC236}">
                  <a16:creationId xmlns:a16="http://schemas.microsoft.com/office/drawing/2014/main" id="{B7128D4A-708E-71EB-6B24-91C85F196A6E}"/>
                </a:ext>
              </a:extLst>
            </p:cNvPr>
            <p:cNvSpPr/>
            <p:nvPr userDrawn="1"/>
          </p:nvSpPr>
          <p:spPr bwMode="gray">
            <a:xfrm>
              <a:off x="3652135"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4"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5" name="Freeform: Shape 54">
              <a:extLst>
                <a:ext uri="{FF2B5EF4-FFF2-40B4-BE49-F238E27FC236}">
                  <a16:creationId xmlns:a16="http://schemas.microsoft.com/office/drawing/2014/main" id="{6E720909-A523-4320-0DA5-C356035C350D}"/>
                </a:ext>
              </a:extLst>
            </p:cNvPr>
            <p:cNvSpPr/>
            <p:nvPr userDrawn="1"/>
          </p:nvSpPr>
          <p:spPr bwMode="gray">
            <a:xfrm>
              <a:off x="4313991" y="6544306"/>
              <a:ext cx="654754" cy="313694"/>
            </a:xfrm>
            <a:custGeom>
              <a:avLst/>
              <a:gdLst>
                <a:gd name="connsiteX0" fmla="*/ 327377 w 654754"/>
                <a:gd name="connsiteY0" fmla="*/ 0 h 313694"/>
                <a:gd name="connsiteX1" fmla="*/ 632216 w 654754"/>
                <a:gd name="connsiteY1" fmla="*/ 202061 h 313694"/>
                <a:gd name="connsiteX2" fmla="*/ 654754 w 654754"/>
                <a:gd name="connsiteY2" fmla="*/ 313694 h 313694"/>
                <a:gd name="connsiteX3" fmla="*/ 0 w 654754"/>
                <a:gd name="connsiteY3" fmla="*/ 313694 h 313694"/>
                <a:gd name="connsiteX4" fmla="*/ 22538 w 654754"/>
                <a:gd name="connsiteY4" fmla="*/ 202061 h 313694"/>
                <a:gd name="connsiteX5" fmla="*/ 327377 w 654754"/>
                <a:gd name="connsiteY5" fmla="*/ 0 h 31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4754" h="313694">
                  <a:moveTo>
                    <a:pt x="327377" y="0"/>
                  </a:moveTo>
                  <a:cubicBezTo>
                    <a:pt x="464415" y="0"/>
                    <a:pt x="581993" y="83318"/>
                    <a:pt x="632216" y="202061"/>
                  </a:cubicBezTo>
                  <a:lnTo>
                    <a:pt x="654754" y="313694"/>
                  </a:lnTo>
                  <a:lnTo>
                    <a:pt x="0" y="313694"/>
                  </a:lnTo>
                  <a:lnTo>
                    <a:pt x="22538" y="202061"/>
                  </a:lnTo>
                  <a:cubicBezTo>
                    <a:pt x="72762" y="83318"/>
                    <a:pt x="190339" y="0"/>
                    <a:pt x="327377"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userDrawn="1">
            <p:ph type="title" hasCustomPrompt="1"/>
          </p:nvPr>
        </p:nvSpPr>
        <p:spPr bwMode="gray">
          <a:xfrm>
            <a:off x="467925" y="555639"/>
            <a:ext cx="3657600" cy="1828193"/>
          </a:xfrm>
        </p:spPr>
        <p:txBody>
          <a:bodyPr/>
          <a:lstStyle>
            <a:lvl1pPr>
              <a:defRPr>
                <a:solidFill>
                  <a:schemeClr val="tx1"/>
                </a:solidFill>
                <a:latin typeface="+mn-lt"/>
              </a:defRPr>
            </a:lvl1pPr>
          </a:lstStyle>
          <a:p>
            <a:r>
              <a:rPr lang="en-US"/>
              <a:t>Slide title; Arial 22pt bold, sentence case. This layout accommodates a slide title that extends downward.</a:t>
            </a:r>
            <a:br>
              <a:rPr lang="en-US"/>
            </a:br>
            <a:br>
              <a:rPr lang="en-US"/>
            </a:br>
            <a:r>
              <a:rPr lang="en-US"/>
              <a:t>(No max lines)</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userDrawn="1">
            <p:ph type="dt" sz="half" idx="10"/>
          </p:nvPr>
        </p:nvSpPr>
        <p:spPr bwMode="gray"/>
        <p:txBody>
          <a:bodyPr/>
          <a:lstStyle/>
          <a:p>
            <a:fld id="{3230BBAE-C76A-4CE6-8EE2-113DEECEF41D}" type="datetime1">
              <a:rPr lang="en-US" smtClean="0"/>
              <a:t>9/17/2026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userDrawn="1">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userDrawn="1">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4063477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ubhead - Left Pattern">
    <p:bg bwMode="gray">
      <p:bgRef idx="1001">
        <a:schemeClr val="bg2"/>
      </p:bgRef>
    </p:bg>
    <p:spTree>
      <p:nvGrpSpPr>
        <p:cNvPr id="1" name=""/>
        <p:cNvGrpSpPr/>
        <p:nvPr/>
      </p:nvGrpSpPr>
      <p:grpSpPr>
        <a:xfrm>
          <a:off x="0" y="0"/>
          <a:ext cx="0" cy="0"/>
          <a:chOff x="0" y="0"/>
          <a:chExt cx="0" cy="0"/>
        </a:xfrm>
      </p:grpSpPr>
      <p:sp>
        <p:nvSpPr>
          <p:cNvPr id="7" name="White Background">
            <a:extLst>
              <a:ext uri="{FF2B5EF4-FFF2-40B4-BE49-F238E27FC236}">
                <a16:creationId xmlns:a16="http://schemas.microsoft.com/office/drawing/2014/main" id="{6C2D5A9B-14EB-76EF-58BE-79E217C4836E}"/>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nvGrpSpPr>
          <p:cNvPr id="11" name="Circle Pattern">
            <a:extLst>
              <a:ext uri="{FF2B5EF4-FFF2-40B4-BE49-F238E27FC236}">
                <a16:creationId xmlns:a16="http://schemas.microsoft.com/office/drawing/2014/main" id="{AFFEAE41-3B03-C53C-6AD9-9B130F3C84C9}"/>
              </a:ext>
              <a:ext uri="{C183D7F6-B498-43B3-948B-1728B52AA6E4}">
                <adec:decorative xmlns:adec="http://schemas.microsoft.com/office/drawing/2017/decorative" val="1"/>
              </a:ext>
            </a:extLst>
          </p:cNvPr>
          <p:cNvGrpSpPr/>
          <p:nvPr userDrawn="1"/>
        </p:nvGrpSpPr>
        <p:grpSpPr bwMode="gray">
          <a:xfrm>
            <a:off x="1" y="5223666"/>
            <a:ext cx="4972204" cy="1634334"/>
            <a:chOff x="1" y="5223666"/>
            <a:chExt cx="4972204" cy="1634334"/>
          </a:xfrm>
        </p:grpSpPr>
        <p:sp>
          <p:nvSpPr>
            <p:cNvPr id="12" name="Oval 11">
              <a:extLst>
                <a:ext uri="{FF2B5EF4-FFF2-40B4-BE49-F238E27FC236}">
                  <a16:creationId xmlns:a16="http://schemas.microsoft.com/office/drawing/2014/main" id="{57B34C2C-D389-121F-E239-D281C75365AD}"/>
                </a:ext>
              </a:extLst>
            </p:cNvPr>
            <p:cNvSpPr/>
            <p:nvPr userDrawn="1"/>
          </p:nvSpPr>
          <p:spPr bwMode="gray">
            <a:xfrm>
              <a:off x="4310530"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E191887F-89C1-31E8-305C-5E4691FD46EA}"/>
                </a:ext>
              </a:extLst>
            </p:cNvPr>
            <p:cNvSpPr/>
            <p:nvPr userDrawn="1"/>
          </p:nvSpPr>
          <p:spPr bwMode="gray">
            <a:xfrm>
              <a:off x="3649635"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E5E093FE-F370-1EC5-348C-1D5A7B4665D5}"/>
                </a:ext>
              </a:extLst>
            </p:cNvPr>
            <p:cNvSpPr/>
            <p:nvPr userDrawn="1"/>
          </p:nvSpPr>
          <p:spPr bwMode="gray">
            <a:xfrm>
              <a:off x="2988742"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5" name="Oval 14">
              <a:extLst>
                <a:ext uri="{FF2B5EF4-FFF2-40B4-BE49-F238E27FC236}">
                  <a16:creationId xmlns:a16="http://schemas.microsoft.com/office/drawing/2014/main" id="{DBF58A40-A95C-0F9A-9BF6-1432463DF1AD}"/>
                </a:ext>
              </a:extLst>
            </p:cNvPr>
            <p:cNvSpPr/>
            <p:nvPr userDrawn="1"/>
          </p:nvSpPr>
          <p:spPr bwMode="gray">
            <a:xfrm>
              <a:off x="2327849"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0AA9B62D-276A-2A86-C0DB-B0F0B765D689}"/>
                </a:ext>
              </a:extLst>
            </p:cNvPr>
            <p:cNvSpPr/>
            <p:nvPr userDrawn="1"/>
          </p:nvSpPr>
          <p:spPr bwMode="gray">
            <a:xfrm>
              <a:off x="1666956"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6C7F65E0-F828-ECD8-392E-1783EE2A3028}"/>
                </a:ext>
              </a:extLst>
            </p:cNvPr>
            <p:cNvSpPr/>
            <p:nvPr userDrawn="1"/>
          </p:nvSpPr>
          <p:spPr bwMode="gray">
            <a:xfrm>
              <a:off x="1006063"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Oval 17">
              <a:extLst>
                <a:ext uri="{FF2B5EF4-FFF2-40B4-BE49-F238E27FC236}">
                  <a16:creationId xmlns:a16="http://schemas.microsoft.com/office/drawing/2014/main" id="{F169F824-B2C1-9D34-2882-1CB06EB7E58C}"/>
                </a:ext>
              </a:extLst>
            </p:cNvPr>
            <p:cNvSpPr/>
            <p:nvPr userDrawn="1"/>
          </p:nvSpPr>
          <p:spPr bwMode="gray">
            <a:xfrm>
              <a:off x="345170"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9" name="Oval 18">
              <a:extLst>
                <a:ext uri="{FF2B5EF4-FFF2-40B4-BE49-F238E27FC236}">
                  <a16:creationId xmlns:a16="http://schemas.microsoft.com/office/drawing/2014/main" id="{ADA4384F-F153-7251-0F6D-0F9C1A29E0BA}"/>
                </a:ext>
              </a:extLst>
            </p:cNvPr>
            <p:cNvSpPr/>
            <p:nvPr userDrawn="1"/>
          </p:nvSpPr>
          <p:spPr bwMode="gray">
            <a:xfrm>
              <a:off x="4310528"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Oval 19">
              <a:extLst>
                <a:ext uri="{FF2B5EF4-FFF2-40B4-BE49-F238E27FC236}">
                  <a16:creationId xmlns:a16="http://schemas.microsoft.com/office/drawing/2014/main" id="{C329EE38-C38C-1EF4-D7B9-2D23E86781C9}"/>
                </a:ext>
              </a:extLst>
            </p:cNvPr>
            <p:cNvSpPr/>
            <p:nvPr userDrawn="1"/>
          </p:nvSpPr>
          <p:spPr bwMode="gray">
            <a:xfrm>
              <a:off x="3649635"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Oval 20">
              <a:extLst>
                <a:ext uri="{FF2B5EF4-FFF2-40B4-BE49-F238E27FC236}">
                  <a16:creationId xmlns:a16="http://schemas.microsoft.com/office/drawing/2014/main" id="{C24A61BA-F4DE-0D42-AF99-94BC3C70B827}"/>
                </a:ext>
              </a:extLst>
            </p:cNvPr>
            <p:cNvSpPr/>
            <p:nvPr userDrawn="1"/>
          </p:nvSpPr>
          <p:spPr bwMode="gray">
            <a:xfrm>
              <a:off x="2988742"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2" name="Oval 21">
              <a:extLst>
                <a:ext uri="{FF2B5EF4-FFF2-40B4-BE49-F238E27FC236}">
                  <a16:creationId xmlns:a16="http://schemas.microsoft.com/office/drawing/2014/main" id="{FC9E2EFA-1769-2DFD-63A5-B032DD644D15}"/>
                </a:ext>
              </a:extLst>
            </p:cNvPr>
            <p:cNvSpPr/>
            <p:nvPr userDrawn="1"/>
          </p:nvSpPr>
          <p:spPr bwMode="gray">
            <a:xfrm>
              <a:off x="2327849"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Oval 22">
              <a:extLst>
                <a:ext uri="{FF2B5EF4-FFF2-40B4-BE49-F238E27FC236}">
                  <a16:creationId xmlns:a16="http://schemas.microsoft.com/office/drawing/2014/main" id="{DD5F2F78-77B7-D96E-1226-9611D623CADC}"/>
                </a:ext>
              </a:extLst>
            </p:cNvPr>
            <p:cNvSpPr/>
            <p:nvPr userDrawn="1"/>
          </p:nvSpPr>
          <p:spPr bwMode="gray">
            <a:xfrm>
              <a:off x="1666956"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4" name="Oval 23">
              <a:extLst>
                <a:ext uri="{FF2B5EF4-FFF2-40B4-BE49-F238E27FC236}">
                  <a16:creationId xmlns:a16="http://schemas.microsoft.com/office/drawing/2014/main" id="{C68FBBD1-B056-445A-8A6A-C01AEFA09AE2}"/>
                </a:ext>
              </a:extLst>
            </p:cNvPr>
            <p:cNvSpPr/>
            <p:nvPr userDrawn="1"/>
          </p:nvSpPr>
          <p:spPr bwMode="gray">
            <a:xfrm>
              <a:off x="1006063"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Oval 24">
              <a:extLst>
                <a:ext uri="{FF2B5EF4-FFF2-40B4-BE49-F238E27FC236}">
                  <a16:creationId xmlns:a16="http://schemas.microsoft.com/office/drawing/2014/main" id="{5A2D7384-E024-DAF6-D167-5391E3DABC5A}"/>
                </a:ext>
              </a:extLst>
            </p:cNvPr>
            <p:cNvSpPr/>
            <p:nvPr userDrawn="1"/>
          </p:nvSpPr>
          <p:spPr bwMode="gray">
            <a:xfrm>
              <a:off x="345170"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6" name="Freeform: Shape 25">
              <a:extLst>
                <a:ext uri="{FF2B5EF4-FFF2-40B4-BE49-F238E27FC236}">
                  <a16:creationId xmlns:a16="http://schemas.microsoft.com/office/drawing/2014/main" id="{D7520994-1538-A286-135E-4669F6059268}"/>
                </a:ext>
              </a:extLst>
            </p:cNvPr>
            <p:cNvSpPr/>
            <p:nvPr userDrawn="1"/>
          </p:nvSpPr>
          <p:spPr bwMode="gray">
            <a:xfrm>
              <a:off x="1" y="5223666"/>
              <a:ext cx="345953" cy="661676"/>
            </a:xfrm>
            <a:custGeom>
              <a:avLst/>
              <a:gdLst>
                <a:gd name="connsiteX0" fmla="*/ 15115 w 345953"/>
                <a:gd name="connsiteY0" fmla="*/ 0 h 661676"/>
                <a:gd name="connsiteX1" fmla="*/ 345953 w 345953"/>
                <a:gd name="connsiteY1" fmla="*/ 330838 h 661676"/>
                <a:gd name="connsiteX2" fmla="*/ 15115 w 345953"/>
                <a:gd name="connsiteY2" fmla="*/ 661676 h 661676"/>
                <a:gd name="connsiteX3" fmla="*/ 0 w 345953"/>
                <a:gd name="connsiteY3" fmla="*/ 660153 h 661676"/>
                <a:gd name="connsiteX4" fmla="*/ 0 w 345953"/>
                <a:gd name="connsiteY4" fmla="*/ 1524 h 66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53" h="661676">
                  <a:moveTo>
                    <a:pt x="15115" y="0"/>
                  </a:moveTo>
                  <a:cubicBezTo>
                    <a:pt x="197832" y="0"/>
                    <a:pt x="345953" y="148121"/>
                    <a:pt x="345953" y="330838"/>
                  </a:cubicBezTo>
                  <a:cubicBezTo>
                    <a:pt x="345953" y="513555"/>
                    <a:pt x="197832" y="661676"/>
                    <a:pt x="15115" y="661676"/>
                  </a:cubicBezTo>
                  <a:lnTo>
                    <a:pt x="0" y="660153"/>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Freeform: Shape 26">
              <a:extLst>
                <a:ext uri="{FF2B5EF4-FFF2-40B4-BE49-F238E27FC236}">
                  <a16:creationId xmlns:a16="http://schemas.microsoft.com/office/drawing/2014/main" id="{47BDEF75-3A44-6F4A-9A2C-49399DE079FE}"/>
                </a:ext>
              </a:extLst>
            </p:cNvPr>
            <p:cNvSpPr/>
            <p:nvPr userDrawn="1"/>
          </p:nvSpPr>
          <p:spPr bwMode="gray">
            <a:xfrm>
              <a:off x="1" y="5883986"/>
              <a:ext cx="345953" cy="661676"/>
            </a:xfrm>
            <a:custGeom>
              <a:avLst/>
              <a:gdLst>
                <a:gd name="connsiteX0" fmla="*/ 15115 w 345953"/>
                <a:gd name="connsiteY0" fmla="*/ 0 h 661676"/>
                <a:gd name="connsiteX1" fmla="*/ 345953 w 345953"/>
                <a:gd name="connsiteY1" fmla="*/ 330838 h 661676"/>
                <a:gd name="connsiteX2" fmla="*/ 15115 w 345953"/>
                <a:gd name="connsiteY2" fmla="*/ 661676 h 661676"/>
                <a:gd name="connsiteX3" fmla="*/ 0 w 345953"/>
                <a:gd name="connsiteY3" fmla="*/ 660153 h 661676"/>
                <a:gd name="connsiteX4" fmla="*/ 0 w 345953"/>
                <a:gd name="connsiteY4" fmla="*/ 1524 h 66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53" h="661676">
                  <a:moveTo>
                    <a:pt x="15115" y="0"/>
                  </a:moveTo>
                  <a:cubicBezTo>
                    <a:pt x="197832" y="0"/>
                    <a:pt x="345953" y="148121"/>
                    <a:pt x="345953" y="330838"/>
                  </a:cubicBezTo>
                  <a:cubicBezTo>
                    <a:pt x="345953" y="513555"/>
                    <a:pt x="197832" y="661676"/>
                    <a:pt x="15115" y="661676"/>
                  </a:cubicBezTo>
                  <a:lnTo>
                    <a:pt x="0" y="660153"/>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8" name="Freeform: Shape 27">
              <a:extLst>
                <a:ext uri="{FF2B5EF4-FFF2-40B4-BE49-F238E27FC236}">
                  <a16:creationId xmlns:a16="http://schemas.microsoft.com/office/drawing/2014/main" id="{52F7875E-0BD0-A704-FCD7-F12E8BE096F4}"/>
                </a:ext>
              </a:extLst>
            </p:cNvPr>
            <p:cNvSpPr/>
            <p:nvPr userDrawn="1"/>
          </p:nvSpPr>
          <p:spPr bwMode="gray">
            <a:xfrm>
              <a:off x="1" y="6539544"/>
              <a:ext cx="343453" cy="318456"/>
            </a:xfrm>
            <a:custGeom>
              <a:avLst/>
              <a:gdLst>
                <a:gd name="connsiteX0" fmla="*/ 15115 w 343453"/>
                <a:gd name="connsiteY0" fmla="*/ 0 h 318456"/>
                <a:gd name="connsiteX1" fmla="*/ 319954 w 343453"/>
                <a:gd name="connsiteY1" fmla="*/ 202061 h 318456"/>
                <a:gd name="connsiteX2" fmla="*/ 343453 w 343453"/>
                <a:gd name="connsiteY2" fmla="*/ 318456 h 318456"/>
                <a:gd name="connsiteX3" fmla="*/ 0 w 343453"/>
                <a:gd name="connsiteY3" fmla="*/ 318456 h 318456"/>
                <a:gd name="connsiteX4" fmla="*/ 0 w 343453"/>
                <a:gd name="connsiteY4" fmla="*/ 1524 h 318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453" h="318456">
                  <a:moveTo>
                    <a:pt x="15115" y="0"/>
                  </a:moveTo>
                  <a:cubicBezTo>
                    <a:pt x="152153" y="0"/>
                    <a:pt x="269730" y="83318"/>
                    <a:pt x="319954" y="202061"/>
                  </a:cubicBezTo>
                  <a:lnTo>
                    <a:pt x="343453" y="318456"/>
                  </a:lnTo>
                  <a:lnTo>
                    <a:pt x="0" y="318456"/>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05B09F8A-D4F1-C2EE-4B55-E917F3D7319D}"/>
                </a:ext>
              </a:extLst>
            </p:cNvPr>
            <p:cNvSpPr/>
            <p:nvPr userDrawn="1"/>
          </p:nvSpPr>
          <p:spPr bwMode="gray">
            <a:xfrm>
              <a:off x="347670"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0" name="Freeform: Shape 29">
              <a:extLst>
                <a:ext uri="{FF2B5EF4-FFF2-40B4-BE49-F238E27FC236}">
                  <a16:creationId xmlns:a16="http://schemas.microsoft.com/office/drawing/2014/main" id="{60BF3405-9A85-6089-F65F-3B9113EAE968}"/>
                </a:ext>
              </a:extLst>
            </p:cNvPr>
            <p:cNvSpPr/>
            <p:nvPr userDrawn="1"/>
          </p:nvSpPr>
          <p:spPr bwMode="gray">
            <a:xfrm>
              <a:off x="1008563"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1" name="Freeform: Shape 30">
              <a:extLst>
                <a:ext uri="{FF2B5EF4-FFF2-40B4-BE49-F238E27FC236}">
                  <a16:creationId xmlns:a16="http://schemas.microsoft.com/office/drawing/2014/main" id="{A7AC6E02-E20D-80DA-551F-CA575358F465}"/>
                </a:ext>
              </a:extLst>
            </p:cNvPr>
            <p:cNvSpPr/>
            <p:nvPr userDrawn="1"/>
          </p:nvSpPr>
          <p:spPr bwMode="gray">
            <a:xfrm>
              <a:off x="1669456"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2" name="Freeform: Shape 31">
              <a:extLst>
                <a:ext uri="{FF2B5EF4-FFF2-40B4-BE49-F238E27FC236}">
                  <a16:creationId xmlns:a16="http://schemas.microsoft.com/office/drawing/2014/main" id="{DCD6C4A9-B05B-CDEB-093D-D57049D2EF1A}"/>
                </a:ext>
              </a:extLst>
            </p:cNvPr>
            <p:cNvSpPr/>
            <p:nvPr userDrawn="1"/>
          </p:nvSpPr>
          <p:spPr bwMode="gray">
            <a:xfrm>
              <a:off x="2330349"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3" name="Freeform: Shape 32">
              <a:extLst>
                <a:ext uri="{FF2B5EF4-FFF2-40B4-BE49-F238E27FC236}">
                  <a16:creationId xmlns:a16="http://schemas.microsoft.com/office/drawing/2014/main" id="{68B5945E-03B6-C75A-1725-C179441D5245}"/>
                </a:ext>
              </a:extLst>
            </p:cNvPr>
            <p:cNvSpPr/>
            <p:nvPr userDrawn="1"/>
          </p:nvSpPr>
          <p:spPr bwMode="gray">
            <a:xfrm>
              <a:off x="2991242"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4" name="Freeform: Shape 33">
              <a:extLst>
                <a:ext uri="{FF2B5EF4-FFF2-40B4-BE49-F238E27FC236}">
                  <a16:creationId xmlns:a16="http://schemas.microsoft.com/office/drawing/2014/main" id="{76A8DF9F-956A-C725-7C21-244CCC092573}"/>
                </a:ext>
              </a:extLst>
            </p:cNvPr>
            <p:cNvSpPr/>
            <p:nvPr userDrawn="1"/>
          </p:nvSpPr>
          <p:spPr bwMode="gray">
            <a:xfrm>
              <a:off x="3652135"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4"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5" name="Freeform: Shape 34">
              <a:extLst>
                <a:ext uri="{FF2B5EF4-FFF2-40B4-BE49-F238E27FC236}">
                  <a16:creationId xmlns:a16="http://schemas.microsoft.com/office/drawing/2014/main" id="{18735407-0D80-360C-E210-0FB64D6D0BA3}"/>
                </a:ext>
              </a:extLst>
            </p:cNvPr>
            <p:cNvSpPr/>
            <p:nvPr userDrawn="1"/>
          </p:nvSpPr>
          <p:spPr bwMode="gray">
            <a:xfrm>
              <a:off x="4313991" y="6544306"/>
              <a:ext cx="654754" cy="313694"/>
            </a:xfrm>
            <a:custGeom>
              <a:avLst/>
              <a:gdLst>
                <a:gd name="connsiteX0" fmla="*/ 327377 w 654754"/>
                <a:gd name="connsiteY0" fmla="*/ 0 h 313694"/>
                <a:gd name="connsiteX1" fmla="*/ 632216 w 654754"/>
                <a:gd name="connsiteY1" fmla="*/ 202061 h 313694"/>
                <a:gd name="connsiteX2" fmla="*/ 654754 w 654754"/>
                <a:gd name="connsiteY2" fmla="*/ 313694 h 313694"/>
                <a:gd name="connsiteX3" fmla="*/ 0 w 654754"/>
                <a:gd name="connsiteY3" fmla="*/ 313694 h 313694"/>
                <a:gd name="connsiteX4" fmla="*/ 22538 w 654754"/>
                <a:gd name="connsiteY4" fmla="*/ 202061 h 313694"/>
                <a:gd name="connsiteX5" fmla="*/ 327377 w 654754"/>
                <a:gd name="connsiteY5" fmla="*/ 0 h 31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4754" h="313694">
                  <a:moveTo>
                    <a:pt x="327377" y="0"/>
                  </a:moveTo>
                  <a:cubicBezTo>
                    <a:pt x="464415" y="0"/>
                    <a:pt x="581993" y="83318"/>
                    <a:pt x="632216" y="202061"/>
                  </a:cubicBezTo>
                  <a:lnTo>
                    <a:pt x="654754" y="313694"/>
                  </a:lnTo>
                  <a:lnTo>
                    <a:pt x="0" y="313694"/>
                  </a:lnTo>
                  <a:lnTo>
                    <a:pt x="22538" y="202061"/>
                  </a:lnTo>
                  <a:cubicBezTo>
                    <a:pt x="72762" y="83318"/>
                    <a:pt x="190339" y="0"/>
                    <a:pt x="327377"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3657600" cy="609398"/>
          </a:xfrm>
        </p:spPr>
        <p:txBody>
          <a:bodyPr/>
          <a:lstStyle>
            <a:lvl1pPr>
              <a:defRPr>
                <a:solidFill>
                  <a:schemeClr val="tx1"/>
                </a:solidFill>
                <a:latin typeface="+mn-lt"/>
              </a:defRPr>
            </a:lvl1pPr>
          </a:lstStyle>
          <a:p>
            <a:r>
              <a:rPr lang="en-US"/>
              <a:t>Slide title; Arial 22pt bold, sentence case (2 lines)</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1265446"/>
            <a:ext cx="3657600" cy="538609"/>
          </a:xfrm>
        </p:spPr>
        <p:txBody>
          <a:bodyPr wrap="square">
            <a:spAutoFit/>
          </a:bodyPr>
          <a:lstStyle>
            <a:lvl1pPr>
              <a:lnSpc>
                <a:spcPct val="100000"/>
              </a:lnSpc>
              <a:spcBef>
                <a:spcPts val="0"/>
              </a:spcBef>
              <a:defRPr sz="1750" b="1">
                <a:solidFill>
                  <a:schemeClr val="tx1"/>
                </a:solidFill>
              </a:defRPr>
            </a:lvl1pPr>
          </a:lstStyle>
          <a:p>
            <a:pPr lvl="0"/>
            <a:r>
              <a:rPr lang="en-US"/>
              <a:t>Slide subtitle; Arial 17.5pt bold, sentence case (multi-line)</a:t>
            </a:r>
          </a:p>
        </p:txBody>
      </p:sp>
      <p:pic>
        <p:nvPicPr>
          <p:cNvPr id="10" name="Optum Logo" descr="Optum">
            <a:extLst>
              <a:ext uri="{FF2B5EF4-FFF2-40B4-BE49-F238E27FC236}">
                <a16:creationId xmlns:a16="http://schemas.microsoft.com/office/drawing/2014/main" id="{DC7D3401-39C7-F764-D6B4-7F9D57BBD963}"/>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9/17/2026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4920512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2" orient="horz" pos="791">
          <p15:clr>
            <a:srgbClr val="5ACBF0"/>
          </p15:clr>
        </p15:guide>
        <p15:guide id="3" orient="horz" pos="1386">
          <p15:clr>
            <a:srgbClr val="5ACBF0"/>
          </p15:clr>
        </p15:guide>
        <p15:guide id="4" orient="horz" pos="344">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 Left Pattern">
    <p:bg bwMode="gray">
      <p:bgRef idx="1001">
        <a:schemeClr val="bg2"/>
      </p:bgRef>
    </p:bg>
    <p:spTree>
      <p:nvGrpSpPr>
        <p:cNvPr id="1" name=""/>
        <p:cNvGrpSpPr/>
        <p:nvPr/>
      </p:nvGrpSpPr>
      <p:grpSpPr>
        <a:xfrm>
          <a:off x="0" y="0"/>
          <a:ext cx="0" cy="0"/>
          <a:chOff x="0" y="0"/>
          <a:chExt cx="0" cy="0"/>
        </a:xfrm>
      </p:grpSpPr>
      <p:sp>
        <p:nvSpPr>
          <p:cNvPr id="8" name="White Background">
            <a:extLst>
              <a:ext uri="{FF2B5EF4-FFF2-40B4-BE49-F238E27FC236}">
                <a16:creationId xmlns:a16="http://schemas.microsoft.com/office/drawing/2014/main" id="{98501377-B31D-ED6D-28B2-F736154CB7BA}"/>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nvGrpSpPr>
          <p:cNvPr id="63" name="Circle Pattern">
            <a:extLst>
              <a:ext uri="{FF2B5EF4-FFF2-40B4-BE49-F238E27FC236}">
                <a16:creationId xmlns:a16="http://schemas.microsoft.com/office/drawing/2014/main" id="{35AFC4AD-2F8B-8E8A-42FA-019CA15FF102}"/>
              </a:ext>
              <a:ext uri="{C183D7F6-B498-43B3-948B-1728B52AA6E4}">
                <adec:decorative xmlns:adec="http://schemas.microsoft.com/office/drawing/2017/decorative" val="1"/>
              </a:ext>
            </a:extLst>
          </p:cNvPr>
          <p:cNvGrpSpPr/>
          <p:nvPr userDrawn="1"/>
        </p:nvGrpSpPr>
        <p:grpSpPr bwMode="gray">
          <a:xfrm>
            <a:off x="1" y="5223666"/>
            <a:ext cx="4972204" cy="1634334"/>
            <a:chOff x="1" y="5223666"/>
            <a:chExt cx="4972204" cy="1634334"/>
          </a:xfrm>
        </p:grpSpPr>
        <p:sp>
          <p:nvSpPr>
            <p:cNvPr id="64" name="Oval 63">
              <a:extLst>
                <a:ext uri="{FF2B5EF4-FFF2-40B4-BE49-F238E27FC236}">
                  <a16:creationId xmlns:a16="http://schemas.microsoft.com/office/drawing/2014/main" id="{F786A403-36CB-AA9D-BF43-55871A554984}"/>
                </a:ext>
              </a:extLst>
            </p:cNvPr>
            <p:cNvSpPr/>
            <p:nvPr userDrawn="1"/>
          </p:nvSpPr>
          <p:spPr bwMode="gray">
            <a:xfrm>
              <a:off x="4310530"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5" name="Oval 64">
              <a:extLst>
                <a:ext uri="{FF2B5EF4-FFF2-40B4-BE49-F238E27FC236}">
                  <a16:creationId xmlns:a16="http://schemas.microsoft.com/office/drawing/2014/main" id="{5A60CB96-6F52-8E72-2978-45FC0DD75CF4}"/>
                </a:ext>
              </a:extLst>
            </p:cNvPr>
            <p:cNvSpPr/>
            <p:nvPr userDrawn="1"/>
          </p:nvSpPr>
          <p:spPr bwMode="gray">
            <a:xfrm>
              <a:off x="3649635"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6" name="Oval 65">
              <a:extLst>
                <a:ext uri="{FF2B5EF4-FFF2-40B4-BE49-F238E27FC236}">
                  <a16:creationId xmlns:a16="http://schemas.microsoft.com/office/drawing/2014/main" id="{81F217BB-1CE0-1AB9-9AA8-F0F2679874B7}"/>
                </a:ext>
              </a:extLst>
            </p:cNvPr>
            <p:cNvSpPr/>
            <p:nvPr userDrawn="1"/>
          </p:nvSpPr>
          <p:spPr bwMode="gray">
            <a:xfrm>
              <a:off x="2988742"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7" name="Oval 66">
              <a:extLst>
                <a:ext uri="{FF2B5EF4-FFF2-40B4-BE49-F238E27FC236}">
                  <a16:creationId xmlns:a16="http://schemas.microsoft.com/office/drawing/2014/main" id="{7DC1D99C-D9D3-D39D-71A4-F34FDCC34B3D}"/>
                </a:ext>
              </a:extLst>
            </p:cNvPr>
            <p:cNvSpPr/>
            <p:nvPr userDrawn="1"/>
          </p:nvSpPr>
          <p:spPr bwMode="gray">
            <a:xfrm>
              <a:off x="2327849"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8" name="Oval 67">
              <a:extLst>
                <a:ext uri="{FF2B5EF4-FFF2-40B4-BE49-F238E27FC236}">
                  <a16:creationId xmlns:a16="http://schemas.microsoft.com/office/drawing/2014/main" id="{3F6732CC-B1F6-D973-1359-64F7918B5A35}"/>
                </a:ext>
              </a:extLst>
            </p:cNvPr>
            <p:cNvSpPr/>
            <p:nvPr userDrawn="1"/>
          </p:nvSpPr>
          <p:spPr bwMode="gray">
            <a:xfrm>
              <a:off x="1666956"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9" name="Oval 68">
              <a:extLst>
                <a:ext uri="{FF2B5EF4-FFF2-40B4-BE49-F238E27FC236}">
                  <a16:creationId xmlns:a16="http://schemas.microsoft.com/office/drawing/2014/main" id="{22AD0277-9AF2-4774-72F2-9D8CF079EA53}"/>
                </a:ext>
              </a:extLst>
            </p:cNvPr>
            <p:cNvSpPr/>
            <p:nvPr userDrawn="1"/>
          </p:nvSpPr>
          <p:spPr bwMode="gray">
            <a:xfrm>
              <a:off x="1006063"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0" name="Oval 69">
              <a:extLst>
                <a:ext uri="{FF2B5EF4-FFF2-40B4-BE49-F238E27FC236}">
                  <a16:creationId xmlns:a16="http://schemas.microsoft.com/office/drawing/2014/main" id="{8671547E-2F9F-C04A-A116-3A3DC701A3D8}"/>
                </a:ext>
              </a:extLst>
            </p:cNvPr>
            <p:cNvSpPr/>
            <p:nvPr userDrawn="1"/>
          </p:nvSpPr>
          <p:spPr bwMode="gray">
            <a:xfrm>
              <a:off x="345170" y="522366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1" name="Oval 70">
              <a:extLst>
                <a:ext uri="{FF2B5EF4-FFF2-40B4-BE49-F238E27FC236}">
                  <a16:creationId xmlns:a16="http://schemas.microsoft.com/office/drawing/2014/main" id="{ADFDB920-E377-8FEE-D966-24890AA33D3B}"/>
                </a:ext>
              </a:extLst>
            </p:cNvPr>
            <p:cNvSpPr/>
            <p:nvPr userDrawn="1"/>
          </p:nvSpPr>
          <p:spPr bwMode="gray">
            <a:xfrm>
              <a:off x="4310528"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2" name="Oval 71">
              <a:extLst>
                <a:ext uri="{FF2B5EF4-FFF2-40B4-BE49-F238E27FC236}">
                  <a16:creationId xmlns:a16="http://schemas.microsoft.com/office/drawing/2014/main" id="{2321FC2F-BB5B-36EA-469B-E2B92BEBD4FF}"/>
                </a:ext>
              </a:extLst>
            </p:cNvPr>
            <p:cNvSpPr/>
            <p:nvPr userDrawn="1"/>
          </p:nvSpPr>
          <p:spPr bwMode="gray">
            <a:xfrm>
              <a:off x="3649635"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3" name="Oval 72">
              <a:extLst>
                <a:ext uri="{FF2B5EF4-FFF2-40B4-BE49-F238E27FC236}">
                  <a16:creationId xmlns:a16="http://schemas.microsoft.com/office/drawing/2014/main" id="{C96FC129-0C7A-63DC-32BA-A5EA42A30F1A}"/>
                </a:ext>
              </a:extLst>
            </p:cNvPr>
            <p:cNvSpPr/>
            <p:nvPr userDrawn="1"/>
          </p:nvSpPr>
          <p:spPr bwMode="gray">
            <a:xfrm>
              <a:off x="2988742"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4" name="Oval 73">
              <a:extLst>
                <a:ext uri="{FF2B5EF4-FFF2-40B4-BE49-F238E27FC236}">
                  <a16:creationId xmlns:a16="http://schemas.microsoft.com/office/drawing/2014/main" id="{1AD83C9E-0D1F-5730-3C1D-09CE7720584D}"/>
                </a:ext>
              </a:extLst>
            </p:cNvPr>
            <p:cNvSpPr/>
            <p:nvPr userDrawn="1"/>
          </p:nvSpPr>
          <p:spPr bwMode="gray">
            <a:xfrm>
              <a:off x="2327849"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5" name="Oval 74">
              <a:extLst>
                <a:ext uri="{FF2B5EF4-FFF2-40B4-BE49-F238E27FC236}">
                  <a16:creationId xmlns:a16="http://schemas.microsoft.com/office/drawing/2014/main" id="{D971B39C-A551-4177-2995-4D2998EECC30}"/>
                </a:ext>
              </a:extLst>
            </p:cNvPr>
            <p:cNvSpPr/>
            <p:nvPr userDrawn="1"/>
          </p:nvSpPr>
          <p:spPr bwMode="gray">
            <a:xfrm>
              <a:off x="1666956"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6" name="Oval 75">
              <a:extLst>
                <a:ext uri="{FF2B5EF4-FFF2-40B4-BE49-F238E27FC236}">
                  <a16:creationId xmlns:a16="http://schemas.microsoft.com/office/drawing/2014/main" id="{0567FDF7-03E2-840F-7040-8510BBE3C92D}"/>
                </a:ext>
              </a:extLst>
            </p:cNvPr>
            <p:cNvSpPr/>
            <p:nvPr userDrawn="1"/>
          </p:nvSpPr>
          <p:spPr bwMode="gray">
            <a:xfrm>
              <a:off x="1006063"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7" name="Oval 76">
              <a:extLst>
                <a:ext uri="{FF2B5EF4-FFF2-40B4-BE49-F238E27FC236}">
                  <a16:creationId xmlns:a16="http://schemas.microsoft.com/office/drawing/2014/main" id="{76939C3E-BF5E-9BE6-4C17-D4D43E92CB57}"/>
                </a:ext>
              </a:extLst>
            </p:cNvPr>
            <p:cNvSpPr/>
            <p:nvPr userDrawn="1"/>
          </p:nvSpPr>
          <p:spPr bwMode="gray">
            <a:xfrm>
              <a:off x="345170" y="5883986"/>
              <a:ext cx="661675" cy="661675"/>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8" name="Freeform: Shape 77">
              <a:extLst>
                <a:ext uri="{FF2B5EF4-FFF2-40B4-BE49-F238E27FC236}">
                  <a16:creationId xmlns:a16="http://schemas.microsoft.com/office/drawing/2014/main" id="{C1AFA63C-0684-5069-0840-6DB22CB4D710}"/>
                </a:ext>
              </a:extLst>
            </p:cNvPr>
            <p:cNvSpPr/>
            <p:nvPr userDrawn="1"/>
          </p:nvSpPr>
          <p:spPr bwMode="gray">
            <a:xfrm>
              <a:off x="1" y="5223666"/>
              <a:ext cx="345953" cy="661676"/>
            </a:xfrm>
            <a:custGeom>
              <a:avLst/>
              <a:gdLst>
                <a:gd name="connsiteX0" fmla="*/ 15115 w 345953"/>
                <a:gd name="connsiteY0" fmla="*/ 0 h 661676"/>
                <a:gd name="connsiteX1" fmla="*/ 345953 w 345953"/>
                <a:gd name="connsiteY1" fmla="*/ 330838 h 661676"/>
                <a:gd name="connsiteX2" fmla="*/ 15115 w 345953"/>
                <a:gd name="connsiteY2" fmla="*/ 661676 h 661676"/>
                <a:gd name="connsiteX3" fmla="*/ 0 w 345953"/>
                <a:gd name="connsiteY3" fmla="*/ 660153 h 661676"/>
                <a:gd name="connsiteX4" fmla="*/ 0 w 345953"/>
                <a:gd name="connsiteY4" fmla="*/ 1524 h 66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53" h="661676">
                  <a:moveTo>
                    <a:pt x="15115" y="0"/>
                  </a:moveTo>
                  <a:cubicBezTo>
                    <a:pt x="197832" y="0"/>
                    <a:pt x="345953" y="148121"/>
                    <a:pt x="345953" y="330838"/>
                  </a:cubicBezTo>
                  <a:cubicBezTo>
                    <a:pt x="345953" y="513555"/>
                    <a:pt x="197832" y="661676"/>
                    <a:pt x="15115" y="661676"/>
                  </a:cubicBezTo>
                  <a:lnTo>
                    <a:pt x="0" y="660153"/>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9" name="Freeform: Shape 78">
              <a:extLst>
                <a:ext uri="{FF2B5EF4-FFF2-40B4-BE49-F238E27FC236}">
                  <a16:creationId xmlns:a16="http://schemas.microsoft.com/office/drawing/2014/main" id="{E3EF5C29-422F-2BD2-0B43-46F785D81134}"/>
                </a:ext>
              </a:extLst>
            </p:cNvPr>
            <p:cNvSpPr/>
            <p:nvPr userDrawn="1"/>
          </p:nvSpPr>
          <p:spPr bwMode="gray">
            <a:xfrm>
              <a:off x="1" y="5883986"/>
              <a:ext cx="345953" cy="661676"/>
            </a:xfrm>
            <a:custGeom>
              <a:avLst/>
              <a:gdLst>
                <a:gd name="connsiteX0" fmla="*/ 15115 w 345953"/>
                <a:gd name="connsiteY0" fmla="*/ 0 h 661676"/>
                <a:gd name="connsiteX1" fmla="*/ 345953 w 345953"/>
                <a:gd name="connsiteY1" fmla="*/ 330838 h 661676"/>
                <a:gd name="connsiteX2" fmla="*/ 15115 w 345953"/>
                <a:gd name="connsiteY2" fmla="*/ 661676 h 661676"/>
                <a:gd name="connsiteX3" fmla="*/ 0 w 345953"/>
                <a:gd name="connsiteY3" fmla="*/ 660153 h 661676"/>
                <a:gd name="connsiteX4" fmla="*/ 0 w 345953"/>
                <a:gd name="connsiteY4" fmla="*/ 1524 h 661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53" h="661676">
                  <a:moveTo>
                    <a:pt x="15115" y="0"/>
                  </a:moveTo>
                  <a:cubicBezTo>
                    <a:pt x="197832" y="0"/>
                    <a:pt x="345953" y="148121"/>
                    <a:pt x="345953" y="330838"/>
                  </a:cubicBezTo>
                  <a:cubicBezTo>
                    <a:pt x="345953" y="513555"/>
                    <a:pt x="197832" y="661676"/>
                    <a:pt x="15115" y="661676"/>
                  </a:cubicBezTo>
                  <a:lnTo>
                    <a:pt x="0" y="660153"/>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0" name="Freeform: Shape 79">
              <a:extLst>
                <a:ext uri="{FF2B5EF4-FFF2-40B4-BE49-F238E27FC236}">
                  <a16:creationId xmlns:a16="http://schemas.microsoft.com/office/drawing/2014/main" id="{58E8DC6D-7058-E58F-51FB-F9C68E453FD2}"/>
                </a:ext>
              </a:extLst>
            </p:cNvPr>
            <p:cNvSpPr/>
            <p:nvPr userDrawn="1"/>
          </p:nvSpPr>
          <p:spPr bwMode="gray">
            <a:xfrm>
              <a:off x="1" y="6539544"/>
              <a:ext cx="343453" cy="318456"/>
            </a:xfrm>
            <a:custGeom>
              <a:avLst/>
              <a:gdLst>
                <a:gd name="connsiteX0" fmla="*/ 15115 w 343453"/>
                <a:gd name="connsiteY0" fmla="*/ 0 h 318456"/>
                <a:gd name="connsiteX1" fmla="*/ 319954 w 343453"/>
                <a:gd name="connsiteY1" fmla="*/ 202061 h 318456"/>
                <a:gd name="connsiteX2" fmla="*/ 343453 w 343453"/>
                <a:gd name="connsiteY2" fmla="*/ 318456 h 318456"/>
                <a:gd name="connsiteX3" fmla="*/ 0 w 343453"/>
                <a:gd name="connsiteY3" fmla="*/ 318456 h 318456"/>
                <a:gd name="connsiteX4" fmla="*/ 0 w 343453"/>
                <a:gd name="connsiteY4" fmla="*/ 1524 h 318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453" h="318456">
                  <a:moveTo>
                    <a:pt x="15115" y="0"/>
                  </a:moveTo>
                  <a:cubicBezTo>
                    <a:pt x="152153" y="0"/>
                    <a:pt x="269730" y="83318"/>
                    <a:pt x="319954" y="202061"/>
                  </a:cubicBezTo>
                  <a:lnTo>
                    <a:pt x="343453" y="318456"/>
                  </a:lnTo>
                  <a:lnTo>
                    <a:pt x="0" y="318456"/>
                  </a:lnTo>
                  <a:lnTo>
                    <a:pt x="0" y="1524"/>
                  </a:ln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1" name="Freeform: Shape 80">
              <a:extLst>
                <a:ext uri="{FF2B5EF4-FFF2-40B4-BE49-F238E27FC236}">
                  <a16:creationId xmlns:a16="http://schemas.microsoft.com/office/drawing/2014/main" id="{5CEBB4C6-A877-E120-60F7-E1F2A7565637}"/>
                </a:ext>
              </a:extLst>
            </p:cNvPr>
            <p:cNvSpPr/>
            <p:nvPr userDrawn="1"/>
          </p:nvSpPr>
          <p:spPr bwMode="gray">
            <a:xfrm>
              <a:off x="347670"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2" name="Freeform: Shape 81">
              <a:extLst>
                <a:ext uri="{FF2B5EF4-FFF2-40B4-BE49-F238E27FC236}">
                  <a16:creationId xmlns:a16="http://schemas.microsoft.com/office/drawing/2014/main" id="{62C120B7-D60A-08DA-4BDE-4342DE941AB6}"/>
                </a:ext>
              </a:extLst>
            </p:cNvPr>
            <p:cNvSpPr/>
            <p:nvPr userDrawn="1"/>
          </p:nvSpPr>
          <p:spPr bwMode="gray">
            <a:xfrm>
              <a:off x="1008563"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3" name="Freeform: Shape 82">
              <a:extLst>
                <a:ext uri="{FF2B5EF4-FFF2-40B4-BE49-F238E27FC236}">
                  <a16:creationId xmlns:a16="http://schemas.microsoft.com/office/drawing/2014/main" id="{9594CF6F-E25B-465E-E3FE-6E665628CFA8}"/>
                </a:ext>
              </a:extLst>
            </p:cNvPr>
            <p:cNvSpPr/>
            <p:nvPr userDrawn="1"/>
          </p:nvSpPr>
          <p:spPr bwMode="gray">
            <a:xfrm>
              <a:off x="1669456"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4" name="Freeform: Shape 83">
              <a:extLst>
                <a:ext uri="{FF2B5EF4-FFF2-40B4-BE49-F238E27FC236}">
                  <a16:creationId xmlns:a16="http://schemas.microsoft.com/office/drawing/2014/main" id="{82DF7CFE-D21A-3F85-1C65-BE977AD465D9}"/>
                </a:ext>
              </a:extLst>
            </p:cNvPr>
            <p:cNvSpPr/>
            <p:nvPr userDrawn="1"/>
          </p:nvSpPr>
          <p:spPr bwMode="gray">
            <a:xfrm>
              <a:off x="2330349"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5" name="Freeform: Shape 84">
              <a:extLst>
                <a:ext uri="{FF2B5EF4-FFF2-40B4-BE49-F238E27FC236}">
                  <a16:creationId xmlns:a16="http://schemas.microsoft.com/office/drawing/2014/main" id="{2FA97DB3-4366-CABD-FF0B-B9EBF08F472E}"/>
                </a:ext>
              </a:extLst>
            </p:cNvPr>
            <p:cNvSpPr/>
            <p:nvPr userDrawn="1"/>
          </p:nvSpPr>
          <p:spPr bwMode="gray">
            <a:xfrm>
              <a:off x="2991242"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3"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6" name="Freeform: Shape 85">
              <a:extLst>
                <a:ext uri="{FF2B5EF4-FFF2-40B4-BE49-F238E27FC236}">
                  <a16:creationId xmlns:a16="http://schemas.microsoft.com/office/drawing/2014/main" id="{17A6FFC3-4156-487C-5713-35EEDD75F503}"/>
                </a:ext>
              </a:extLst>
            </p:cNvPr>
            <p:cNvSpPr/>
            <p:nvPr userDrawn="1"/>
          </p:nvSpPr>
          <p:spPr bwMode="gray">
            <a:xfrm>
              <a:off x="3652135" y="6539544"/>
              <a:ext cx="656676" cy="318456"/>
            </a:xfrm>
            <a:custGeom>
              <a:avLst/>
              <a:gdLst>
                <a:gd name="connsiteX0" fmla="*/ 328338 w 656676"/>
                <a:gd name="connsiteY0" fmla="*/ 0 h 318456"/>
                <a:gd name="connsiteX1" fmla="*/ 633177 w 656676"/>
                <a:gd name="connsiteY1" fmla="*/ 202061 h 318456"/>
                <a:gd name="connsiteX2" fmla="*/ 656676 w 656676"/>
                <a:gd name="connsiteY2" fmla="*/ 318456 h 318456"/>
                <a:gd name="connsiteX3" fmla="*/ 0 w 656676"/>
                <a:gd name="connsiteY3" fmla="*/ 318456 h 318456"/>
                <a:gd name="connsiteX4" fmla="*/ 23499 w 656676"/>
                <a:gd name="connsiteY4" fmla="*/ 202061 h 318456"/>
                <a:gd name="connsiteX5" fmla="*/ 328338 w 656676"/>
                <a:gd name="connsiteY5" fmla="*/ 0 h 318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6676" h="318456">
                  <a:moveTo>
                    <a:pt x="328338" y="0"/>
                  </a:moveTo>
                  <a:cubicBezTo>
                    <a:pt x="465376" y="0"/>
                    <a:pt x="582954" y="83318"/>
                    <a:pt x="633177" y="202061"/>
                  </a:cubicBezTo>
                  <a:lnTo>
                    <a:pt x="656676" y="318456"/>
                  </a:lnTo>
                  <a:lnTo>
                    <a:pt x="0" y="318456"/>
                  </a:lnTo>
                  <a:lnTo>
                    <a:pt x="23499" y="202061"/>
                  </a:lnTo>
                  <a:cubicBezTo>
                    <a:pt x="73723" y="83318"/>
                    <a:pt x="191300" y="0"/>
                    <a:pt x="328338"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7" name="Freeform: Shape 86">
              <a:extLst>
                <a:ext uri="{FF2B5EF4-FFF2-40B4-BE49-F238E27FC236}">
                  <a16:creationId xmlns:a16="http://schemas.microsoft.com/office/drawing/2014/main" id="{459B9034-AB4F-D430-CB8E-75F1F8C73FC0}"/>
                </a:ext>
              </a:extLst>
            </p:cNvPr>
            <p:cNvSpPr/>
            <p:nvPr userDrawn="1"/>
          </p:nvSpPr>
          <p:spPr bwMode="gray">
            <a:xfrm>
              <a:off x="4313991" y="6544306"/>
              <a:ext cx="654754" cy="313694"/>
            </a:xfrm>
            <a:custGeom>
              <a:avLst/>
              <a:gdLst>
                <a:gd name="connsiteX0" fmla="*/ 327377 w 654754"/>
                <a:gd name="connsiteY0" fmla="*/ 0 h 313694"/>
                <a:gd name="connsiteX1" fmla="*/ 632216 w 654754"/>
                <a:gd name="connsiteY1" fmla="*/ 202061 h 313694"/>
                <a:gd name="connsiteX2" fmla="*/ 654754 w 654754"/>
                <a:gd name="connsiteY2" fmla="*/ 313694 h 313694"/>
                <a:gd name="connsiteX3" fmla="*/ 0 w 654754"/>
                <a:gd name="connsiteY3" fmla="*/ 313694 h 313694"/>
                <a:gd name="connsiteX4" fmla="*/ 22538 w 654754"/>
                <a:gd name="connsiteY4" fmla="*/ 202061 h 313694"/>
                <a:gd name="connsiteX5" fmla="*/ 327377 w 654754"/>
                <a:gd name="connsiteY5" fmla="*/ 0 h 31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4754" h="313694">
                  <a:moveTo>
                    <a:pt x="327377" y="0"/>
                  </a:moveTo>
                  <a:cubicBezTo>
                    <a:pt x="464415" y="0"/>
                    <a:pt x="581993" y="83318"/>
                    <a:pt x="632216" y="202061"/>
                  </a:cubicBezTo>
                  <a:lnTo>
                    <a:pt x="654754" y="313694"/>
                  </a:lnTo>
                  <a:lnTo>
                    <a:pt x="0" y="313694"/>
                  </a:lnTo>
                  <a:lnTo>
                    <a:pt x="22538" y="202061"/>
                  </a:lnTo>
                  <a:cubicBezTo>
                    <a:pt x="72762" y="83318"/>
                    <a:pt x="190339" y="0"/>
                    <a:pt x="327377" y="0"/>
                  </a:cubicBezTo>
                  <a:close/>
                </a:path>
              </a:pathLst>
            </a:cu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3657600" cy="1828193"/>
          </a:xfrm>
        </p:spPr>
        <p:txBody>
          <a:bodyPr/>
          <a:lstStyle>
            <a:lvl1pPr>
              <a:defRPr>
                <a:solidFill>
                  <a:schemeClr val="tx1"/>
                </a:solidFill>
                <a:latin typeface="+mn-lt"/>
              </a:defRPr>
            </a:lvl1pPr>
          </a:lstStyle>
          <a:p>
            <a:r>
              <a:rPr lang="en-US"/>
              <a:t>Slide title; Arial 22pt bold, sentence case. This layout accommodates a slide title that extends downward.</a:t>
            </a:r>
            <a:br>
              <a:rPr lang="en-US"/>
            </a:br>
            <a:br>
              <a:rPr lang="en-US"/>
            </a:br>
            <a:r>
              <a:rPr lang="en-US"/>
              <a:t>(No max lines)</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5372889" y="555639"/>
            <a:ext cx="5871078" cy="54387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10" name="Optum Logo" descr="Optum">
            <a:extLst>
              <a:ext uri="{FF2B5EF4-FFF2-40B4-BE49-F238E27FC236}">
                <a16:creationId xmlns:a16="http://schemas.microsoft.com/office/drawing/2014/main" id="{EF3652C7-2395-35C3-17EA-6DF62D29DE22}"/>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9/17/2026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5235454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07040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SpPr/>
          <p:nvPr/>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46619" cy="2871369"/>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Georgia Pro 32pt, sentence case. Don’t modify size or placement of textbox.”</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5713686" y="5370594"/>
            <a:ext cx="4800600" cy="215444"/>
          </a:xfrm>
        </p:spPr>
        <p:txBody>
          <a:bodyPr wrap="square" anchor="b">
            <a:spAutoFit/>
          </a:bodyPr>
          <a:lstStyle>
            <a:lvl1pPr algn="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5713686" y="5612482"/>
            <a:ext cx="4800600" cy="184666"/>
          </a:xfrm>
        </p:spPr>
        <p:txBody>
          <a:bodyPr wrap="square" anchor="t">
            <a:spAutoFit/>
          </a:bodyPr>
          <a:lstStyle>
            <a:lvl1pPr algn="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6B997ACD-FFD4-42B7-9BA4-F3C2403892BC}" type="datetime1">
              <a:rPr lang="en-US" smtClean="0"/>
              <a:t>9/17/2026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564447902"/>
      </p:ext>
    </p:extLst>
  </p:cSld>
  <p:clrMapOvr>
    <a:masterClrMapping/>
  </p:clrMapOvr>
  <p:extLst>
    <p:ext uri="{DCECCB84-F9BA-43D5-87BE-67443E8EF086}">
      <p15:sldGuideLst xmlns:p15="http://schemas.microsoft.com/office/powerpoint/2012/main">
        <p15:guide id="1" orient="horz" pos="1251">
          <p15:clr>
            <a:srgbClr val="5ACBF0"/>
          </p15:clr>
        </p15:guide>
        <p15:guide id="2" pos="1053">
          <p15:clr>
            <a:srgbClr val="5ACBF0"/>
          </p15:clr>
        </p15:guide>
        <p15:guide id="3" pos="6630">
          <p15:clr>
            <a:srgbClr val="5ACBF0"/>
          </p15:clr>
        </p15:guide>
        <p15:guide id="4" orient="horz" pos="3071">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4496326"/>
          </a:xfrm>
          <a:prstGeom prst="roundRect">
            <a:avLst>
              <a:gd name="adj" fmla="val 129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2" name="Quotemark">
            <a:extLst>
              <a:ext uri="{FF2B5EF4-FFF2-40B4-BE49-F238E27FC236}">
                <a16:creationId xmlns:a16="http://schemas.microsoft.com/office/drawing/2014/main" id="{D0DB7721-8B40-E9C3-9C0E-F32FEBBA4C5D}"/>
              </a:ext>
              <a:ext uri="{C183D7F6-B498-43B3-948B-1728B52AA6E4}">
                <adec:decorative xmlns:adec="http://schemas.microsoft.com/office/drawing/2017/decorative" val="1"/>
              </a:ext>
            </a:extLst>
          </p:cNvPr>
          <p:cNvSpPr/>
          <p:nvPr userDrawn="1"/>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51392" cy="2011126"/>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Georgia Pro 32pt, sentence case. Don’t modify size or placement of textbox.”</a:t>
            </a:r>
          </a:p>
        </p:txBody>
      </p:sp>
      <p:sp>
        <p:nvSpPr>
          <p:cNvPr id="13" name="Headshot Placeholder">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3337823" y="5076498"/>
            <a:ext cx="1046830" cy="1046830"/>
          </a:xfrm>
          <a:prstGeom prst="ellipse">
            <a:avLst/>
          </a:prstGeom>
        </p:spPr>
        <p:txBody>
          <a:bodyPr>
            <a:normAutofit/>
          </a:bodyPr>
          <a:lstStyle>
            <a:lvl1pPr algn="ctr">
              <a:spcBef>
                <a:spcPts val="0"/>
              </a:spcBef>
              <a:defRPr sz="800">
                <a:solidFill>
                  <a:schemeClr val="tx1"/>
                </a:solidFill>
              </a:defRPr>
            </a:lvl1pPr>
          </a:lstStyle>
          <a:p>
            <a:r>
              <a:rPr lang="en-US"/>
              <a:t>Insert attribution</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4673162" y="5370594"/>
            <a:ext cx="3657600" cy="215444"/>
          </a:xfrm>
        </p:spPr>
        <p:txBody>
          <a:bodyPr wrap="square" anchor="b">
            <a:spAutoFit/>
          </a:bodyPr>
          <a:lstStyle>
            <a:lvl1pPr algn="l">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4673162" y="5612482"/>
            <a:ext cx="3657600" cy="184666"/>
          </a:xfrm>
        </p:spPr>
        <p:txBody>
          <a:bodyPr wrap="square" anchor="t">
            <a:spAutoFit/>
          </a:bodyPr>
          <a:lstStyle>
            <a:lvl1pPr algn="l">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2BD6EE-B5F9-44F3-A830-8ED994B9F4E4}" type="datetime1">
              <a:rPr lang="en-US" smtClean="0"/>
              <a:t>9/17/2026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03072720"/>
      </p:ext>
    </p:extLst>
  </p:cSld>
  <p:clrMapOvr>
    <a:masterClrMapping/>
  </p:clrMapOvr>
  <p:extLst>
    <p:ext uri="{DCECCB84-F9BA-43D5-87BE-67443E8EF086}">
      <p15:sldGuideLst xmlns:p15="http://schemas.microsoft.com/office/powerpoint/2012/main">
        <p15:guide id="1" pos="1053">
          <p15:clr>
            <a:srgbClr val="5ACBF0"/>
          </p15:clr>
        </p15:guide>
        <p15:guide id="2" pos="6632">
          <p15:clr>
            <a:srgbClr val="5ACBF0"/>
          </p15:clr>
        </p15:guide>
        <p15:guide id="3" orient="horz" pos="1248">
          <p15:clr>
            <a:srgbClr val="5ACBF0"/>
          </p15:clr>
        </p15:guide>
        <p15:guide id="4" orient="horz" pos="2522">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9/17/2026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50311082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ig Fact - Alt">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9/17/2026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20242371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6F5C39BF-69B3-2837-3539-9EC6AC63B6E4}"/>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1">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1">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7" name="Fact Placeholder 2">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8" name="Content Placeholder 2">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188F3D36-6F24-466D-BEC2-9B7949FEAF1E}" type="datetime1">
              <a:rPr lang="en-US" smtClean="0"/>
              <a:t>9/17/2026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50744045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649129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0"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2025 Optum, Inc. All rights reserved.</a:t>
            </a:r>
          </a:p>
        </p:txBody>
      </p:sp>
    </p:spTree>
    <p:extLst>
      <p:ext uri="{BB962C8B-B14F-4D97-AF65-F5344CB8AC3E}">
        <p14:creationId xmlns:p14="http://schemas.microsoft.com/office/powerpoint/2010/main" val="20106761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63945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A large &quot;x&quot; indicating that this layout is not approved for use.">
            <a:extLst>
              <a:ext uri="{FF2B5EF4-FFF2-40B4-BE49-F238E27FC236}">
                <a16:creationId xmlns:a16="http://schemas.microsoft.com/office/drawing/2014/main" id="{F637101A-C75C-41F9-A59B-BB01DC6F1A81}"/>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57B99AAD-1C70-4066-97B8-7CB0AFCDBCB0}"/>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B7568664-50C7-4DB8-8C47-CFB226FB188C}"/>
              </a:ext>
            </a:extLst>
          </p:cNvPr>
          <p:cNvSpPr>
            <a:spLocks noGrp="1"/>
          </p:cNvSpPr>
          <p:nvPr>
            <p:ph type="ctrTitle" hasCustomPrompt="1"/>
          </p:nvPr>
        </p:nvSpPr>
        <p:spPr bwMode="gray">
          <a:xfrm>
            <a:off x="1524000" y="2886715"/>
            <a:ext cx="9144000" cy="623248"/>
          </a:xfrm>
        </p:spPr>
        <p:txBody>
          <a:bodyPr anchor="b"/>
          <a:lstStyle>
            <a:lvl1pPr algn="ctr">
              <a:defRPr sz="4500">
                <a:solidFill>
                  <a:schemeClr val="tx1"/>
                </a:solidFill>
                <a:latin typeface="+mn-lt"/>
              </a:defRPr>
            </a:lvl1pPr>
          </a:lstStyle>
          <a:p>
            <a:r>
              <a:rPr lang="en-US"/>
              <a:t>Not for use. Microsoft default.</a:t>
            </a:r>
          </a:p>
        </p:txBody>
      </p:sp>
      <p:sp>
        <p:nvSpPr>
          <p:cNvPr id="3" name="Subtitle 2">
            <a:extLst>
              <a:ext uri="{FF2B5EF4-FFF2-40B4-BE49-F238E27FC236}">
                <a16:creationId xmlns:a16="http://schemas.microsoft.com/office/drawing/2014/main" id="{4EAF0C85-44B2-4CC0-932D-2F9ADF1FFD31}"/>
              </a:ext>
            </a:extLst>
          </p:cNvPr>
          <p:cNvSpPr>
            <a:spLocks noGrp="1"/>
          </p:cNvSpPr>
          <p:nvPr>
            <p:ph type="subTitle" idx="1" hasCustomPrompt="1"/>
          </p:nvPr>
        </p:nvSpPr>
        <p:spPr bwMode="gray">
          <a:xfrm>
            <a:off x="1524000" y="3602038"/>
            <a:ext cx="9144000" cy="11306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This layout is not intended for use within Optum presentations.</a:t>
            </a:r>
          </a:p>
        </p:txBody>
      </p:sp>
      <p:sp>
        <p:nvSpPr>
          <p:cNvPr id="5" name="Footer Placeholder 4">
            <a:extLst>
              <a:ext uri="{FF2B5EF4-FFF2-40B4-BE49-F238E27FC236}">
                <a16:creationId xmlns:a16="http://schemas.microsoft.com/office/drawing/2014/main" id="{6A126410-8F3C-4F0B-B7C5-2D48B3EF1A6A}"/>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D02FE67C-069E-48A9-B723-DEF10C50C01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a:extLst>
              <a:ext uri="{FF2B5EF4-FFF2-40B4-BE49-F238E27FC236}">
                <a16:creationId xmlns:a16="http://schemas.microsoft.com/office/drawing/2014/main" id="{372CD502-C58E-4BBA-9A0D-8801688B5209}"/>
              </a:ext>
            </a:extLst>
          </p:cNvPr>
          <p:cNvSpPr>
            <a:spLocks noGrp="1"/>
          </p:cNvSpPr>
          <p:nvPr>
            <p:ph type="dt" sz="half" idx="10"/>
          </p:nvPr>
        </p:nvSpPr>
        <p:spPr bwMode="gray"/>
        <p:txBody>
          <a:bodyPr/>
          <a:lstStyle/>
          <a:p>
            <a:fld id="{24F1751B-B126-4B0E-9492-0A9E55B0A900}" type="datetime1">
              <a:rPr lang="en-US" smtClean="0"/>
              <a:t>9/17/2026</a:t>
            </a:fld>
            <a:endParaRPr lang="en-US"/>
          </a:p>
        </p:txBody>
      </p:sp>
    </p:spTree>
    <p:extLst>
      <p:ext uri="{BB962C8B-B14F-4D97-AF65-F5344CB8AC3E}">
        <p14:creationId xmlns:p14="http://schemas.microsoft.com/office/powerpoint/2010/main" val="2145031967"/>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Freeform: Shape 9" descr="A large &quot;x&quot; indicating that this layout is not approved for use.">
            <a:extLst>
              <a:ext uri="{FF2B5EF4-FFF2-40B4-BE49-F238E27FC236}">
                <a16:creationId xmlns:a16="http://schemas.microsoft.com/office/drawing/2014/main" id="{B6B42EE6-B915-4BF1-8B9C-7DD5ACE2DD69}"/>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8" name="TextBox 7">
            <a:extLst>
              <a:ext uri="{FF2B5EF4-FFF2-40B4-BE49-F238E27FC236}">
                <a16:creationId xmlns:a16="http://schemas.microsoft.com/office/drawing/2014/main" id="{CD70083E-4733-4C8E-B27B-09B287FF1688}"/>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3A8B14AA-3234-4FFB-B4D3-512ED6FA45CB}"/>
              </a:ext>
            </a:extLst>
          </p:cNvPr>
          <p:cNvSpPr>
            <a:spLocks noGrp="1"/>
          </p:cNvSpPr>
          <p:nvPr>
            <p:ph type="title" hasCustomPrompt="1"/>
          </p:nvPr>
        </p:nvSpPr>
        <p:spPr bwMode="gray">
          <a:xfrm>
            <a:off x="467926" y="555639"/>
            <a:ext cx="11265408" cy="304699"/>
          </a:xfrm>
        </p:spPr>
        <p:txBody>
          <a:bodyPr/>
          <a:lstStyle>
            <a:lvl1pPr>
              <a:defRPr>
                <a:solidFill>
                  <a:schemeClr val="tx1"/>
                </a:solidFill>
                <a:latin typeface="+mn-lt"/>
              </a:defRPr>
            </a:lvl1pPr>
          </a:lstStyle>
          <a:p>
            <a:r>
              <a:rPr lang="en-US"/>
              <a:t>Not for use. This is a Microsoft default.</a:t>
            </a:r>
          </a:p>
        </p:txBody>
      </p:sp>
      <p:sp>
        <p:nvSpPr>
          <p:cNvPr id="3" name="Content Placeholder 2">
            <a:extLst>
              <a:ext uri="{FF2B5EF4-FFF2-40B4-BE49-F238E27FC236}">
                <a16:creationId xmlns:a16="http://schemas.microsoft.com/office/drawing/2014/main" id="{4ABCB17D-A7A6-41F6-83CB-566500CE0480}"/>
              </a:ext>
            </a:extLst>
          </p:cNvPr>
          <p:cNvSpPr>
            <a:spLocks noGrp="1"/>
          </p:cNvSpPr>
          <p:nvPr>
            <p:ph sz="half" idx="1" hasCustomPrompt="1"/>
          </p:nvPr>
        </p:nvSpPr>
        <p:spPr bwMode="gray">
          <a:xfrm>
            <a:off x="838200" y="1469765"/>
            <a:ext cx="5181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EF25F9-31AF-45D7-90BD-D4D634628BC9}"/>
              </a:ext>
            </a:extLst>
          </p:cNvPr>
          <p:cNvSpPr>
            <a:spLocks noGrp="1"/>
          </p:cNvSpPr>
          <p:nvPr>
            <p:ph sz="half" idx="2" hasCustomPrompt="1"/>
          </p:nvPr>
        </p:nvSpPr>
        <p:spPr bwMode="gray">
          <a:xfrm>
            <a:off x="6172200" y="1469765"/>
            <a:ext cx="5181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62DD608-68C8-4550-8B5B-0AD9AE479018}"/>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469831F6-C4D6-424D-B187-C11B57AE40D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9A220815-B520-464A-809E-9A762EE28066}"/>
              </a:ext>
            </a:extLst>
          </p:cNvPr>
          <p:cNvSpPr>
            <a:spLocks noGrp="1"/>
          </p:cNvSpPr>
          <p:nvPr>
            <p:ph type="dt" sz="half" idx="10"/>
          </p:nvPr>
        </p:nvSpPr>
        <p:spPr bwMode="gray"/>
        <p:txBody>
          <a:bodyPr/>
          <a:lstStyle/>
          <a:p>
            <a:fld id="{7A85C188-6EE6-4CE4-B4FB-26D1CB5302F7}" type="datetime1">
              <a:rPr lang="en-US" smtClean="0"/>
              <a:t>9/17/2026</a:t>
            </a:fld>
            <a:endParaRPr lang="en-US"/>
          </a:p>
        </p:txBody>
      </p:sp>
    </p:spTree>
    <p:extLst>
      <p:ext uri="{BB962C8B-B14F-4D97-AF65-F5344CB8AC3E}">
        <p14:creationId xmlns:p14="http://schemas.microsoft.com/office/powerpoint/2010/main" val="95660044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Freeform: Shape 11" descr="A large &quot;x&quot; indicating that this layout is not approved for use.">
            <a:extLst>
              <a:ext uri="{FF2B5EF4-FFF2-40B4-BE49-F238E27FC236}">
                <a16:creationId xmlns:a16="http://schemas.microsoft.com/office/drawing/2014/main" id="{1C70D576-33E1-4B49-8568-E8D97423AE77}"/>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E00E51F3-FA16-4CC6-97C6-6EECCB9AFCB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CFA8E2E3-6B30-46B0-B4B4-027D6D07175E}"/>
              </a:ext>
            </a:extLst>
          </p:cNvPr>
          <p:cNvSpPr>
            <a:spLocks noGrp="1"/>
          </p:cNvSpPr>
          <p:nvPr>
            <p:ph type="title" hasCustomPrompt="1"/>
          </p:nvPr>
        </p:nvSpPr>
        <p:spPr bwMode="gray">
          <a:xfrm>
            <a:off x="467926" y="555639"/>
            <a:ext cx="11263699" cy="304699"/>
          </a:xfrm>
        </p:spPr>
        <p:txBody>
          <a:bodyPr/>
          <a:lstStyle>
            <a:lvl1pPr>
              <a:defRPr>
                <a:solidFill>
                  <a:schemeClr val="tx1"/>
                </a:solidFill>
                <a:latin typeface="+mn-lt"/>
              </a:defRPr>
            </a:lvl1pPr>
          </a:lstStyle>
          <a:p>
            <a:r>
              <a:rPr lang="en-US"/>
              <a:t>Not for use. This is a Microsoft default.</a:t>
            </a:r>
          </a:p>
        </p:txBody>
      </p:sp>
      <p:sp>
        <p:nvSpPr>
          <p:cNvPr id="3" name="Text Placeholder 2">
            <a:extLst>
              <a:ext uri="{FF2B5EF4-FFF2-40B4-BE49-F238E27FC236}">
                <a16:creationId xmlns:a16="http://schemas.microsoft.com/office/drawing/2014/main" id="{FCE00B74-BF12-4966-8AA7-173AC3483119}"/>
              </a:ext>
            </a:extLst>
          </p:cNvPr>
          <p:cNvSpPr>
            <a:spLocks noGrp="1"/>
          </p:cNvSpPr>
          <p:nvPr>
            <p:ph type="body" idx="1" hasCustomPrompt="1"/>
          </p:nvPr>
        </p:nvSpPr>
        <p:spPr bwMode="gray">
          <a:xfrm>
            <a:off x="839787" y="1469346"/>
            <a:ext cx="5184132" cy="823912"/>
          </a:xfrm>
        </p:spPr>
        <p:txBody>
          <a:bodyPr anchor="b"/>
          <a:lstStyle>
            <a:lvl1pPr marL="0" indent="0">
              <a:spcBef>
                <a:spcPts val="0"/>
              </a:spcBef>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Primary text styles</a:t>
            </a:r>
          </a:p>
        </p:txBody>
      </p:sp>
      <p:sp>
        <p:nvSpPr>
          <p:cNvPr id="4" name="Content Placeholder 3">
            <a:extLst>
              <a:ext uri="{FF2B5EF4-FFF2-40B4-BE49-F238E27FC236}">
                <a16:creationId xmlns:a16="http://schemas.microsoft.com/office/drawing/2014/main" id="{B1024F8A-D5E1-459D-8864-ECDE8305BEE3}"/>
              </a:ext>
            </a:extLst>
          </p:cNvPr>
          <p:cNvSpPr>
            <a:spLocks noGrp="1"/>
          </p:cNvSpPr>
          <p:nvPr>
            <p:ph sz="half" idx="2" hasCustomPrompt="1"/>
          </p:nvPr>
        </p:nvSpPr>
        <p:spPr bwMode="gray">
          <a:xfrm>
            <a:off x="839787" y="2293257"/>
            <a:ext cx="5184132" cy="352784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AA130C-8D3A-4BEE-B54E-02D7DF9EEB6D}"/>
              </a:ext>
            </a:extLst>
          </p:cNvPr>
          <p:cNvSpPr>
            <a:spLocks noGrp="1"/>
          </p:cNvSpPr>
          <p:nvPr>
            <p:ph type="body" sz="quarter" idx="3" hasCustomPrompt="1"/>
          </p:nvPr>
        </p:nvSpPr>
        <p:spPr bwMode="gray">
          <a:xfrm>
            <a:off x="6172200" y="1469346"/>
            <a:ext cx="5183188" cy="823912"/>
          </a:xfrm>
        </p:spPr>
        <p:txBody>
          <a:bodyPr anchor="b"/>
          <a:lstStyle>
            <a:lvl1pPr marL="0" indent="0">
              <a:spcBef>
                <a:spcPts val="0"/>
              </a:spcBef>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Primary text styles</a:t>
            </a:r>
          </a:p>
        </p:txBody>
      </p:sp>
      <p:sp>
        <p:nvSpPr>
          <p:cNvPr id="6" name="Content Placeholder 5">
            <a:extLst>
              <a:ext uri="{FF2B5EF4-FFF2-40B4-BE49-F238E27FC236}">
                <a16:creationId xmlns:a16="http://schemas.microsoft.com/office/drawing/2014/main" id="{D1475553-3346-44A6-9C9C-B79A3C596C9C}"/>
              </a:ext>
            </a:extLst>
          </p:cNvPr>
          <p:cNvSpPr>
            <a:spLocks noGrp="1"/>
          </p:cNvSpPr>
          <p:nvPr>
            <p:ph sz="quarter" idx="4" hasCustomPrompt="1"/>
          </p:nvPr>
        </p:nvSpPr>
        <p:spPr bwMode="gray">
          <a:xfrm>
            <a:off x="6172200" y="2293258"/>
            <a:ext cx="5183188" cy="352784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08D5CB4-1D71-40A2-9087-19CAB8292F6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64858ABD-186B-4697-ADA0-B1768243BB6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Date Placeholder 6">
            <a:extLst>
              <a:ext uri="{FF2B5EF4-FFF2-40B4-BE49-F238E27FC236}">
                <a16:creationId xmlns:a16="http://schemas.microsoft.com/office/drawing/2014/main" id="{A31E6BBF-F3E7-49D2-A6BF-EC70F1823AB9}"/>
              </a:ext>
            </a:extLst>
          </p:cNvPr>
          <p:cNvSpPr>
            <a:spLocks noGrp="1"/>
          </p:cNvSpPr>
          <p:nvPr>
            <p:ph type="dt" sz="half" idx="10"/>
          </p:nvPr>
        </p:nvSpPr>
        <p:spPr bwMode="gray"/>
        <p:txBody>
          <a:bodyPr/>
          <a:lstStyle/>
          <a:p>
            <a:fld id="{E0F1A497-87B2-4BB0-9585-511D523D0685}" type="datetime1">
              <a:rPr lang="en-US" smtClean="0"/>
              <a:t>9/17/2026</a:t>
            </a:fld>
            <a:endParaRPr lang="en-US"/>
          </a:p>
        </p:txBody>
      </p:sp>
    </p:spTree>
    <p:extLst>
      <p:ext uri="{BB962C8B-B14F-4D97-AF65-F5344CB8AC3E}">
        <p14:creationId xmlns:p14="http://schemas.microsoft.com/office/powerpoint/2010/main" val="129393641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descr="A large &quot;x&quot; indicating that this layout is not approved for use.">
            <a:extLst>
              <a:ext uri="{FF2B5EF4-FFF2-40B4-BE49-F238E27FC236}">
                <a16:creationId xmlns:a16="http://schemas.microsoft.com/office/drawing/2014/main" id="{5F25F3A1-BD13-41CE-9176-E8CD536BC4D9}"/>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2A212493-ED92-4B1B-901F-F8694A916BC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A12F8FED-F893-4202-9729-070B73F89088}"/>
              </a:ext>
            </a:extLst>
          </p:cNvPr>
          <p:cNvSpPr>
            <a:spLocks noGrp="1"/>
          </p:cNvSpPr>
          <p:nvPr>
            <p:ph type="title" hasCustomPrompt="1"/>
          </p:nvPr>
        </p:nvSpPr>
        <p:spPr bwMode="gray">
          <a:xfrm>
            <a:off x="839788" y="959472"/>
            <a:ext cx="3932237" cy="609398"/>
          </a:xfrm>
        </p:spPr>
        <p:txBody>
          <a:bodyPr anchor="b"/>
          <a:lstStyle>
            <a:lvl1pPr>
              <a:defRPr sz="2200">
                <a:solidFill>
                  <a:schemeClr val="tx1"/>
                </a:solidFill>
                <a:latin typeface="+mn-lt"/>
              </a:defRPr>
            </a:lvl1pPr>
          </a:lstStyle>
          <a:p>
            <a:r>
              <a:rPr lang="en-US"/>
              <a:t>Not for use. This is a Microsoft default.</a:t>
            </a:r>
          </a:p>
        </p:txBody>
      </p:sp>
      <p:sp>
        <p:nvSpPr>
          <p:cNvPr id="4" name="Text Placeholder 3">
            <a:extLst>
              <a:ext uri="{FF2B5EF4-FFF2-40B4-BE49-F238E27FC236}">
                <a16:creationId xmlns:a16="http://schemas.microsoft.com/office/drawing/2014/main" id="{3CCF252D-B8C8-459E-A3CF-ADE2DCB40929}"/>
              </a:ext>
            </a:extLst>
          </p:cNvPr>
          <p:cNvSpPr>
            <a:spLocks noGrp="1"/>
          </p:cNvSpPr>
          <p:nvPr>
            <p:ph type="body" sz="half" idx="2" hasCustomPrompt="1"/>
          </p:nvPr>
        </p:nvSpPr>
        <p:spPr bwMode="gray">
          <a:xfrm>
            <a:off x="839788" y="1568869"/>
            <a:ext cx="3932237" cy="39223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3" name="Content Placeholder 2">
            <a:extLst>
              <a:ext uri="{FF2B5EF4-FFF2-40B4-BE49-F238E27FC236}">
                <a16:creationId xmlns:a16="http://schemas.microsoft.com/office/drawing/2014/main" id="{FAAB0851-1B55-4EF9-9DB6-030D02FC7FC5}"/>
              </a:ext>
            </a:extLst>
          </p:cNvPr>
          <p:cNvSpPr>
            <a:spLocks noGrp="1"/>
          </p:cNvSpPr>
          <p:nvPr>
            <p:ph idx="1" hasCustomPrompt="1"/>
          </p:nvPr>
        </p:nvSpPr>
        <p:spPr bwMode="gray">
          <a:xfrm>
            <a:off x="5183188" y="959471"/>
            <a:ext cx="6172200" cy="4531785"/>
          </a:xfrm>
        </p:spPr>
        <p:txBody>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vl6pPr>
              <a:defRPr sz="2000"/>
            </a:lvl6pPr>
            <a:lvl7pPr>
              <a:defRPr sz="2000"/>
            </a:lvl7pPr>
            <a:lvl8pPr>
              <a:defRPr sz="2000"/>
            </a:lvl8pPr>
            <a:lvl9pPr>
              <a:defRPr sz="2000"/>
            </a:lvl9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F63B6A4-E537-4167-B34F-EDFE426E1E8F}"/>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D8D5DB69-D84E-44DD-8501-317F2D6B91BC}"/>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B5E4B62D-C99F-4CC3-9E19-1114B3E55C1F}"/>
              </a:ext>
            </a:extLst>
          </p:cNvPr>
          <p:cNvSpPr>
            <a:spLocks noGrp="1"/>
          </p:cNvSpPr>
          <p:nvPr>
            <p:ph type="dt" sz="half" idx="10"/>
          </p:nvPr>
        </p:nvSpPr>
        <p:spPr bwMode="gray"/>
        <p:txBody>
          <a:bodyPr/>
          <a:lstStyle/>
          <a:p>
            <a:fld id="{76DB6344-9634-4EE1-AD6E-4CFB04C90376}" type="datetime1">
              <a:rPr lang="en-US" smtClean="0"/>
              <a:t>9/17/2026</a:t>
            </a:fld>
            <a:endParaRPr lang="en-US"/>
          </a:p>
        </p:txBody>
      </p:sp>
    </p:spTree>
    <p:extLst>
      <p:ext uri="{BB962C8B-B14F-4D97-AF65-F5344CB8AC3E}">
        <p14:creationId xmlns:p14="http://schemas.microsoft.com/office/powerpoint/2010/main" val="132649151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descr="A large &quot;x&quot; indicating that this layout is not approved for use.">
            <a:extLst>
              <a:ext uri="{FF2B5EF4-FFF2-40B4-BE49-F238E27FC236}">
                <a16:creationId xmlns:a16="http://schemas.microsoft.com/office/drawing/2014/main" id="{60799103-2F70-4C44-9BCC-51D14763EF0E}"/>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349FD152-129D-41A4-81CE-BC9A8DCD0B3A}"/>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3871F256-EE8B-4C42-8A9F-D709E45FC9CE}"/>
              </a:ext>
            </a:extLst>
          </p:cNvPr>
          <p:cNvSpPr>
            <a:spLocks noGrp="1"/>
          </p:cNvSpPr>
          <p:nvPr>
            <p:ph type="title" hasCustomPrompt="1"/>
          </p:nvPr>
        </p:nvSpPr>
        <p:spPr bwMode="gray">
          <a:xfrm>
            <a:off x="839788" y="959472"/>
            <a:ext cx="3932237" cy="609398"/>
          </a:xfrm>
        </p:spPr>
        <p:txBody>
          <a:bodyPr anchor="b"/>
          <a:lstStyle>
            <a:lvl1pPr>
              <a:defRPr sz="2200">
                <a:solidFill>
                  <a:schemeClr val="tx1"/>
                </a:solidFill>
                <a:latin typeface="+mn-lt"/>
              </a:defRPr>
            </a:lvl1pPr>
          </a:lstStyle>
          <a:p>
            <a:r>
              <a:rPr lang="en-US"/>
              <a:t>Not for use. This is a Microsoft default.</a:t>
            </a:r>
          </a:p>
        </p:txBody>
      </p:sp>
      <p:sp>
        <p:nvSpPr>
          <p:cNvPr id="4" name="Text Placeholder 3">
            <a:extLst>
              <a:ext uri="{FF2B5EF4-FFF2-40B4-BE49-F238E27FC236}">
                <a16:creationId xmlns:a16="http://schemas.microsoft.com/office/drawing/2014/main" id="{F2DB0F51-CDD0-41D4-A559-624A4917070B}"/>
              </a:ext>
            </a:extLst>
          </p:cNvPr>
          <p:cNvSpPr>
            <a:spLocks noGrp="1"/>
          </p:cNvSpPr>
          <p:nvPr>
            <p:ph type="body" sz="half" idx="2" hasCustomPrompt="1"/>
          </p:nvPr>
        </p:nvSpPr>
        <p:spPr bwMode="gray">
          <a:xfrm>
            <a:off x="839788" y="1568869"/>
            <a:ext cx="3932237" cy="39223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3" name="Picture Placeholder 2">
            <a:extLst>
              <a:ext uri="{FF2B5EF4-FFF2-40B4-BE49-F238E27FC236}">
                <a16:creationId xmlns:a16="http://schemas.microsoft.com/office/drawing/2014/main" id="{F9491D2A-A402-47AC-9A86-6002422F21C9}"/>
              </a:ext>
              <a:ext uri="{C183D7F6-B498-43B3-948B-1728B52AA6E4}">
                <adec:decorative xmlns:adec="http://schemas.microsoft.com/office/drawing/2017/decorative" val="1"/>
              </a:ext>
            </a:extLst>
          </p:cNvPr>
          <p:cNvSpPr>
            <a:spLocks noGrp="1"/>
          </p:cNvSpPr>
          <p:nvPr>
            <p:ph type="pic" idx="1"/>
          </p:nvPr>
        </p:nvSpPr>
        <p:spPr bwMode="gray">
          <a:xfrm>
            <a:off x="5183188" y="959471"/>
            <a:ext cx="6172200" cy="4531785"/>
          </a:xfr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17F543A3-3277-40A0-B1C2-CADD5AB0387B}"/>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F13D95E8-D049-4386-B18A-005E7667328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14CD89A7-8ADC-4D39-B15F-96B3FCC81854}"/>
              </a:ext>
            </a:extLst>
          </p:cNvPr>
          <p:cNvSpPr>
            <a:spLocks noGrp="1"/>
          </p:cNvSpPr>
          <p:nvPr>
            <p:ph type="dt" sz="half" idx="10"/>
          </p:nvPr>
        </p:nvSpPr>
        <p:spPr bwMode="gray"/>
        <p:txBody>
          <a:bodyPr/>
          <a:lstStyle/>
          <a:p>
            <a:fld id="{4437CA24-1245-463E-AFEC-6E03FD29D3A3}" type="datetime1">
              <a:rPr lang="en-US" smtClean="0"/>
              <a:t>9/17/2026</a:t>
            </a:fld>
            <a:endParaRPr lang="en-US"/>
          </a:p>
        </p:txBody>
      </p:sp>
    </p:spTree>
    <p:extLst>
      <p:ext uri="{BB962C8B-B14F-4D97-AF65-F5344CB8AC3E}">
        <p14:creationId xmlns:p14="http://schemas.microsoft.com/office/powerpoint/2010/main" val="168537791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404812"/>
            <a:ext cx="3211725" cy="769441"/>
          </a:xfrm>
          <a:prstGeom prst="rect">
            <a:avLst/>
          </a:prstGeom>
          <a:noFill/>
        </p:spPr>
        <p:txBody>
          <a:bodyPr wrap="square" lIns="0" tIns="0" rIns="0" bIns="0" rtlCol="0">
            <a:spAutoFit/>
          </a:bodyPr>
          <a:lstStyle/>
          <a:p>
            <a:pPr algn="l">
              <a:spcBef>
                <a:spcPts val="714"/>
              </a:spcBef>
            </a:pPr>
            <a:r>
              <a:rPr lang="en-US" sz="5000" b="1">
                <a:solidFill>
                  <a:schemeClr val="accent6"/>
                </a:solidFill>
              </a:rPr>
              <a:t>On-screen</a:t>
            </a:r>
          </a:p>
        </p:txBody>
      </p:sp>
      <p:sp>
        <p:nvSpPr>
          <p:cNvPr id="22" name="TextBox 21">
            <a:extLst>
              <a:ext uri="{FF2B5EF4-FFF2-40B4-BE49-F238E27FC236}">
                <a16:creationId xmlns:a16="http://schemas.microsoft.com/office/drawing/2014/main" id="{3E57223A-B05B-4614-AAEA-675CF58D9E9B}"/>
              </a:ext>
            </a:extLst>
          </p:cNvPr>
          <p:cNvSpPr txBox="1"/>
          <p:nvPr userDrawn="1"/>
        </p:nvSpPr>
        <p:spPr bwMode="gray">
          <a:xfrm>
            <a:off x="824247" y="3051507"/>
            <a:ext cx="2436843" cy="615553"/>
          </a:xfrm>
          <a:prstGeom prst="rect">
            <a:avLst/>
          </a:prstGeom>
          <a:noFill/>
        </p:spPr>
        <p:txBody>
          <a:bodyPr wrap="square" lIns="0" tIns="0" rIns="0" bIns="0" rtlCol="0">
            <a:spAutoFit/>
          </a:bodyPr>
          <a:lstStyle/>
          <a:p>
            <a:pPr algn="l">
              <a:spcBef>
                <a:spcPts val="0"/>
              </a:spcBef>
            </a:pPr>
            <a:r>
              <a:rPr lang="en-US" sz="4000" b="0">
                <a:solidFill>
                  <a:schemeClr val="accent6"/>
                </a:solidFill>
              </a:rPr>
              <a:t>template</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January 2025</a:t>
            </a:r>
          </a:p>
        </p:txBody>
      </p:sp>
      <p:pic>
        <p:nvPicPr>
          <p:cNvPr id="12" name="Picture 11" descr="Star icon">
            <a:extLst>
              <a:ext uri="{FF2B5EF4-FFF2-40B4-BE49-F238E27FC236}">
                <a16:creationId xmlns:a16="http://schemas.microsoft.com/office/drawing/2014/main" id="{82FEFB7F-0CFC-4989-B627-4D0D34B303E2}"/>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827390" y="4941778"/>
            <a:ext cx="587679" cy="587679"/>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a:solidFill>
                  <a:schemeClr val="accent6"/>
                </a:solidFill>
              </a:rPr>
              <a:t>Reminder: </a:t>
            </a:r>
            <a:r>
              <a:rPr lang="en-US" sz="1100">
                <a:solidFill>
                  <a:schemeClr val="tx1"/>
                </a:solidFill>
              </a:rPr>
              <a:t>Download a new template from</a:t>
            </a:r>
            <a:br>
              <a:rPr lang="en-US" sz="1100">
                <a:solidFill>
                  <a:schemeClr val="tx1"/>
                </a:solidFill>
              </a:rPr>
            </a:br>
            <a:r>
              <a:rPr lang="en-US" sz="1100">
                <a:solidFill>
                  <a:schemeClr val="tx1"/>
                </a:solidFill>
              </a:rPr>
              <a:t>Optum Brand Center </a:t>
            </a:r>
            <a:r>
              <a:rPr lang="en-US" sz="1100" b="1">
                <a:solidFill>
                  <a:schemeClr val="tx1"/>
                </a:solidFill>
              </a:rPr>
              <a:t>each time</a:t>
            </a:r>
            <a:r>
              <a:rPr lang="en-US" sz="1100">
                <a:solidFill>
                  <a:schemeClr val="tx1"/>
                </a:solidFill>
              </a:rPr>
              <a:t> a document is started. Templates continuously evolve.</a:t>
            </a:r>
          </a:p>
        </p:txBody>
      </p:sp>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7" r="7"/>
          <a:stretch/>
        </p:blipFill>
        <p:spPr>
          <a:xfrm>
            <a:off x="5121966" y="525529"/>
            <a:ext cx="6608741" cy="3725696"/>
          </a:xfrm>
          <a:prstGeom prst="rect">
            <a:avLst/>
          </a:prstGeom>
          <a:ln w="6350">
            <a:solidFill>
              <a:schemeClr val="accent2"/>
            </a:solidFill>
          </a:ln>
        </p:spPr>
      </p:pic>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5" cstate="screen">
            <a:extLst>
              <a:ext uri="{28A0092B-C50C-407E-A947-70E740481C1C}">
                <a14:useLocalDpi xmlns:a14="http://schemas.microsoft.com/office/drawing/2010/main"/>
              </a:ext>
            </a:extLst>
          </a:blip>
          <a:srcRect r="17"/>
          <a:stretch/>
        </p:blipFill>
        <p:spPr bwMode="gray">
          <a:xfrm>
            <a:off x="5122888" y="4245508"/>
            <a:ext cx="3298222"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421497" y="4243004"/>
            <a:ext cx="3310128" cy="1859623"/>
          </a:xfrm>
          <a:prstGeom prst="rect">
            <a:avLst/>
          </a:prstGeom>
          <a:ln w="6350">
            <a:solidFill>
              <a:schemeClr val="accent2"/>
            </a:solidFill>
          </a:ln>
        </p:spPr>
      </p:pic>
    </p:spTree>
    <p:extLst>
      <p:ext uri="{BB962C8B-B14F-4D97-AF65-F5344CB8AC3E}">
        <p14:creationId xmlns:p14="http://schemas.microsoft.com/office/powerpoint/2010/main" val="312241806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06619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sp>
        <p:nvSpPr>
          <p:cNvPr id="10" name="Freeform 11">
            <a:extLst>
              <a:ext uri="{FF2B5EF4-FFF2-40B4-BE49-F238E27FC236}">
                <a16:creationId xmlns:a16="http://schemas.microsoft.com/office/drawing/2014/main" id="{018ADF08-66C4-7A27-5941-438B95462BC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6037330" cy="6858000"/>
          </a:xfrm>
          <a:custGeom>
            <a:avLst/>
            <a:gdLst>
              <a:gd name="connsiteX0" fmla="*/ 0 w 6037330"/>
              <a:gd name="connsiteY0" fmla="*/ 0 h 6858000"/>
              <a:gd name="connsiteX1" fmla="*/ 3835988 w 6037330"/>
              <a:gd name="connsiteY1" fmla="*/ 0 h 6858000"/>
              <a:gd name="connsiteX2" fmla="*/ 4114800 w 6037330"/>
              <a:gd name="connsiteY2" fmla="*/ 0 h 6858000"/>
              <a:gd name="connsiteX3" fmla="*/ 6037330 w 6037330"/>
              <a:gd name="connsiteY3" fmla="*/ 0 h 6858000"/>
              <a:gd name="connsiteX4" fmla="*/ 5982904 w 6037330"/>
              <a:gd name="connsiteY4" fmla="*/ 57086 h 6858000"/>
              <a:gd name="connsiteX5" fmla="*/ 4680119 w 6037330"/>
              <a:gd name="connsiteY5" fmla="*/ 3429000 h 6858000"/>
              <a:gd name="connsiteX6" fmla="*/ 5982904 w 6037330"/>
              <a:gd name="connsiteY6" fmla="*/ 6800914 h 6858000"/>
              <a:gd name="connsiteX7" fmla="*/ 6037330 w 6037330"/>
              <a:gd name="connsiteY7" fmla="*/ 6858000 h 6858000"/>
              <a:gd name="connsiteX8" fmla="*/ 4114800 w 6037330"/>
              <a:gd name="connsiteY8" fmla="*/ 6858000 h 6858000"/>
              <a:gd name="connsiteX9" fmla="*/ 3835988 w 6037330"/>
              <a:gd name="connsiteY9" fmla="*/ 6858000 h 6858000"/>
              <a:gd name="connsiteX10" fmla="*/ 0 w 603733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37330" h="6858000">
                <a:moveTo>
                  <a:pt x="0" y="0"/>
                </a:moveTo>
                <a:lnTo>
                  <a:pt x="3835988" y="0"/>
                </a:lnTo>
                <a:lnTo>
                  <a:pt x="4114800" y="0"/>
                </a:lnTo>
                <a:lnTo>
                  <a:pt x="6037330" y="0"/>
                </a:lnTo>
                <a:lnTo>
                  <a:pt x="5982904" y="57086"/>
                </a:lnTo>
                <a:cubicBezTo>
                  <a:pt x="5173461" y="947670"/>
                  <a:pt x="4680119" y="2130722"/>
                  <a:pt x="4680119" y="3429000"/>
                </a:cubicBezTo>
                <a:cubicBezTo>
                  <a:pt x="4680119" y="4727278"/>
                  <a:pt x="5173461" y="5910330"/>
                  <a:pt x="5982904" y="6800914"/>
                </a:cubicBezTo>
                <a:lnTo>
                  <a:pt x="6037330" y="6858000"/>
                </a:lnTo>
                <a:lnTo>
                  <a:pt x="4114800" y="6858000"/>
                </a:lnTo>
                <a:lnTo>
                  <a:pt x="3835988" y="6858000"/>
                </a:lnTo>
                <a:lnTo>
                  <a:pt x="0" y="6858000"/>
                </a:lnTo>
                <a:close/>
              </a:path>
            </a:pathLst>
          </a:cu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 name="Optum logo" descr="Optum">
            <a:extLst>
              <a:ext uri="{FF2B5EF4-FFF2-40B4-BE49-F238E27FC236}">
                <a16:creationId xmlns:a16="http://schemas.microsoft.com/office/drawing/2014/main" id="{FA968874-41BB-1E3A-AF0C-1B4952106FCF}"/>
              </a:ext>
              <a:ext uri="{C183D7F6-B498-43B3-948B-1728B52AA6E4}">
                <adec:decorative xmlns:adec="http://schemas.microsoft.com/office/drawing/2017/decorative" val="0"/>
              </a:ext>
            </a:extLst>
          </p:cNvPr>
          <p:cNvSpPr/>
          <p:nvPr/>
        </p:nvSpPr>
        <p:spPr>
          <a:xfrm>
            <a:off x="937990" y="3019667"/>
            <a:ext cx="2827354" cy="819585"/>
          </a:xfrm>
          <a:custGeom>
            <a:avLst/>
            <a:gdLst>
              <a:gd name="connsiteX0" fmla="*/ 2101736 w 2827354"/>
              <a:gd name="connsiteY0" fmla="*/ 633489 h 819585"/>
              <a:gd name="connsiteX1" fmla="*/ 2101736 w 2827354"/>
              <a:gd name="connsiteY1" fmla="*/ 153909 h 819585"/>
              <a:gd name="connsiteX2" fmla="*/ 2253848 w 2827354"/>
              <a:gd name="connsiteY2" fmla="*/ 153909 h 819585"/>
              <a:gd name="connsiteX3" fmla="*/ 2254727 w 2827354"/>
              <a:gd name="connsiteY3" fmla="*/ 211176 h 819585"/>
              <a:gd name="connsiteX4" fmla="*/ 2381800 w 2827354"/>
              <a:gd name="connsiteY4" fmla="*/ 146761 h 819585"/>
              <a:gd name="connsiteX5" fmla="*/ 2518697 w 2827354"/>
              <a:gd name="connsiteY5" fmla="*/ 224594 h 819585"/>
              <a:gd name="connsiteX6" fmla="*/ 2665418 w 2827354"/>
              <a:gd name="connsiteY6" fmla="*/ 146761 h 819585"/>
              <a:gd name="connsiteX7" fmla="*/ 2827354 w 2827354"/>
              <a:gd name="connsiteY7" fmla="*/ 324831 h 819585"/>
              <a:gd name="connsiteX8" fmla="*/ 2827354 w 2827354"/>
              <a:gd name="connsiteY8" fmla="*/ 633528 h 819585"/>
              <a:gd name="connsiteX9" fmla="*/ 2672566 w 2827354"/>
              <a:gd name="connsiteY9" fmla="*/ 633528 h 819585"/>
              <a:gd name="connsiteX10" fmla="*/ 2672566 w 2827354"/>
              <a:gd name="connsiteY10" fmla="*/ 348073 h 819585"/>
              <a:gd name="connsiteX11" fmla="*/ 2607233 w 2827354"/>
              <a:gd name="connsiteY11" fmla="*/ 273794 h 819585"/>
              <a:gd name="connsiteX12" fmla="*/ 2541899 w 2827354"/>
              <a:gd name="connsiteY12" fmla="*/ 348073 h 819585"/>
              <a:gd name="connsiteX13" fmla="*/ 2541899 w 2827354"/>
              <a:gd name="connsiteY13" fmla="*/ 633489 h 819585"/>
              <a:gd name="connsiteX14" fmla="*/ 2387111 w 2827354"/>
              <a:gd name="connsiteY14" fmla="*/ 633489 h 819585"/>
              <a:gd name="connsiteX15" fmla="*/ 2387111 w 2827354"/>
              <a:gd name="connsiteY15" fmla="*/ 348073 h 819585"/>
              <a:gd name="connsiteX16" fmla="*/ 2321778 w 2827354"/>
              <a:gd name="connsiteY16" fmla="*/ 273794 h 819585"/>
              <a:gd name="connsiteX17" fmla="*/ 2256444 w 2827354"/>
              <a:gd name="connsiteY17" fmla="*/ 348073 h 819585"/>
              <a:gd name="connsiteX18" fmla="*/ 2256444 w 2827354"/>
              <a:gd name="connsiteY18" fmla="*/ 633489 h 819585"/>
              <a:gd name="connsiteX19" fmla="*/ 2101736 w 2827354"/>
              <a:gd name="connsiteY19" fmla="*/ 633489 h 819585"/>
              <a:gd name="connsiteX20" fmla="*/ 2049861 w 2827354"/>
              <a:gd name="connsiteY20" fmla="*/ 450946 h 819585"/>
              <a:gd name="connsiteX21" fmla="*/ 1826185 w 2827354"/>
              <a:gd name="connsiteY21" fmla="*/ 644231 h 819585"/>
              <a:gd name="connsiteX22" fmla="*/ 1602509 w 2827354"/>
              <a:gd name="connsiteY22" fmla="*/ 450946 h 819585"/>
              <a:gd name="connsiteX23" fmla="*/ 1602509 w 2827354"/>
              <a:gd name="connsiteY23" fmla="*/ 153909 h 819585"/>
              <a:gd name="connsiteX24" fmla="*/ 1758216 w 2827354"/>
              <a:gd name="connsiteY24" fmla="*/ 153909 h 819585"/>
              <a:gd name="connsiteX25" fmla="*/ 1758216 w 2827354"/>
              <a:gd name="connsiteY25" fmla="*/ 446513 h 819585"/>
              <a:gd name="connsiteX26" fmla="*/ 1826225 w 2827354"/>
              <a:gd name="connsiteY26" fmla="*/ 515401 h 819585"/>
              <a:gd name="connsiteX27" fmla="*/ 1894234 w 2827354"/>
              <a:gd name="connsiteY27" fmla="*/ 446513 h 819585"/>
              <a:gd name="connsiteX28" fmla="*/ 1894234 w 2827354"/>
              <a:gd name="connsiteY28" fmla="*/ 153909 h 819585"/>
              <a:gd name="connsiteX29" fmla="*/ 2049941 w 2827354"/>
              <a:gd name="connsiteY29" fmla="*/ 153909 h 819585"/>
              <a:gd name="connsiteX30" fmla="*/ 2049941 w 2827354"/>
              <a:gd name="connsiteY30" fmla="*/ 450946 h 819585"/>
              <a:gd name="connsiteX31" fmla="*/ 1560418 w 2827354"/>
              <a:gd name="connsiteY31" fmla="*/ 277388 h 819585"/>
              <a:gd name="connsiteX32" fmla="*/ 1560418 w 2827354"/>
              <a:gd name="connsiteY32" fmla="*/ 153909 h 819585"/>
              <a:gd name="connsiteX33" fmla="*/ 1432467 w 2827354"/>
              <a:gd name="connsiteY33" fmla="*/ 153909 h 819585"/>
              <a:gd name="connsiteX34" fmla="*/ 1432467 w 2827354"/>
              <a:gd name="connsiteY34" fmla="*/ 31309 h 819585"/>
              <a:gd name="connsiteX35" fmla="*/ 1277679 w 2827354"/>
              <a:gd name="connsiteY35" fmla="*/ 31309 h 819585"/>
              <a:gd name="connsiteX36" fmla="*/ 1277679 w 2827354"/>
              <a:gd name="connsiteY36" fmla="*/ 461688 h 819585"/>
              <a:gd name="connsiteX37" fmla="*/ 1461978 w 2827354"/>
              <a:gd name="connsiteY37" fmla="*/ 640637 h 819585"/>
              <a:gd name="connsiteX38" fmla="*/ 1560418 w 2827354"/>
              <a:gd name="connsiteY38" fmla="*/ 624543 h 819585"/>
              <a:gd name="connsiteX39" fmla="*/ 1560418 w 2827354"/>
              <a:gd name="connsiteY39" fmla="*/ 501943 h 819585"/>
              <a:gd name="connsiteX40" fmla="*/ 1501354 w 2827354"/>
              <a:gd name="connsiteY40" fmla="*/ 511767 h 819585"/>
              <a:gd name="connsiteX41" fmla="*/ 1432467 w 2827354"/>
              <a:gd name="connsiteY41" fmla="*/ 449149 h 819585"/>
              <a:gd name="connsiteX42" fmla="*/ 1432467 w 2827354"/>
              <a:gd name="connsiteY42" fmla="*/ 277388 h 819585"/>
              <a:gd name="connsiteX43" fmla="*/ 1560418 w 2827354"/>
              <a:gd name="connsiteY43" fmla="*/ 277388 h 819585"/>
              <a:gd name="connsiteX44" fmla="*/ 1081758 w 2827354"/>
              <a:gd name="connsiteY44" fmla="*/ 393679 h 819585"/>
              <a:gd name="connsiteX45" fmla="*/ 969900 w 2827354"/>
              <a:gd name="connsiteY45" fmla="*/ 513564 h 819585"/>
              <a:gd name="connsiteX46" fmla="*/ 857164 w 2827354"/>
              <a:gd name="connsiteY46" fmla="*/ 393679 h 819585"/>
              <a:gd name="connsiteX47" fmla="*/ 969900 w 2827354"/>
              <a:gd name="connsiteY47" fmla="*/ 274673 h 819585"/>
              <a:gd name="connsiteX48" fmla="*/ 1081758 w 2827354"/>
              <a:gd name="connsiteY48" fmla="*/ 393679 h 819585"/>
              <a:gd name="connsiteX49" fmla="*/ 857164 w 2827354"/>
              <a:gd name="connsiteY49" fmla="*/ 819586 h 819585"/>
              <a:gd name="connsiteX50" fmla="*/ 857164 w 2827354"/>
              <a:gd name="connsiteY50" fmla="*/ 583370 h 819585"/>
              <a:gd name="connsiteX51" fmla="*/ 1005682 w 2827354"/>
              <a:gd name="connsiteY51" fmla="*/ 641515 h 819585"/>
              <a:gd name="connsiteX52" fmla="*/ 1237424 w 2827354"/>
              <a:gd name="connsiteY52" fmla="*/ 393679 h 819585"/>
              <a:gd name="connsiteX53" fmla="*/ 1005682 w 2827354"/>
              <a:gd name="connsiteY53" fmla="*/ 146721 h 819585"/>
              <a:gd name="connsiteX54" fmla="*/ 852691 w 2827354"/>
              <a:gd name="connsiteY54" fmla="*/ 209339 h 819585"/>
              <a:gd name="connsiteX55" fmla="*/ 851812 w 2827354"/>
              <a:gd name="connsiteY55" fmla="*/ 153869 h 819585"/>
              <a:gd name="connsiteX56" fmla="*/ 701497 w 2827354"/>
              <a:gd name="connsiteY56" fmla="*/ 153869 h 819585"/>
              <a:gd name="connsiteX57" fmla="*/ 701497 w 2827354"/>
              <a:gd name="connsiteY57" fmla="*/ 819586 h 819585"/>
              <a:gd name="connsiteX58" fmla="*/ 857164 w 2827354"/>
              <a:gd name="connsiteY58" fmla="*/ 819586 h 819585"/>
              <a:gd name="connsiteX59" fmla="*/ 490321 w 2827354"/>
              <a:gd name="connsiteY59" fmla="*/ 320318 h 819585"/>
              <a:gd name="connsiteX60" fmla="*/ 327467 w 2827354"/>
              <a:gd name="connsiteY60" fmla="*/ 492119 h 819585"/>
              <a:gd name="connsiteX61" fmla="*/ 164612 w 2827354"/>
              <a:gd name="connsiteY61" fmla="*/ 320318 h 819585"/>
              <a:gd name="connsiteX62" fmla="*/ 327467 w 2827354"/>
              <a:gd name="connsiteY62" fmla="*/ 148518 h 819585"/>
              <a:gd name="connsiteX63" fmla="*/ 490321 w 2827354"/>
              <a:gd name="connsiteY63" fmla="*/ 320318 h 819585"/>
              <a:gd name="connsiteX64" fmla="*/ 327467 w 2827354"/>
              <a:gd name="connsiteY64" fmla="*/ 0 h 819585"/>
              <a:gd name="connsiteX65" fmla="*/ 0 w 2827354"/>
              <a:gd name="connsiteY65" fmla="*/ 320318 h 819585"/>
              <a:gd name="connsiteX66" fmla="*/ 327467 w 2827354"/>
              <a:gd name="connsiteY66" fmla="*/ 640637 h 819585"/>
              <a:gd name="connsiteX67" fmla="*/ 654933 w 2827354"/>
              <a:gd name="connsiteY67" fmla="*/ 320318 h 819585"/>
              <a:gd name="connsiteX68" fmla="*/ 327467 w 2827354"/>
              <a:gd name="connsiteY68" fmla="*/ 0 h 819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827354" h="819585">
                <a:moveTo>
                  <a:pt x="2101736" y="633489"/>
                </a:moveTo>
                <a:lnTo>
                  <a:pt x="2101736" y="153909"/>
                </a:lnTo>
                <a:lnTo>
                  <a:pt x="2253848" y="153909"/>
                </a:lnTo>
                <a:lnTo>
                  <a:pt x="2254727" y="211176"/>
                </a:lnTo>
                <a:cubicBezTo>
                  <a:pt x="2285157" y="167328"/>
                  <a:pt x="2329885" y="146761"/>
                  <a:pt x="2381800" y="146761"/>
                </a:cubicBezTo>
                <a:cubicBezTo>
                  <a:pt x="2447134" y="146761"/>
                  <a:pt x="2493658" y="177191"/>
                  <a:pt x="2518697" y="224594"/>
                </a:cubicBezTo>
                <a:cubicBezTo>
                  <a:pt x="2549127" y="172679"/>
                  <a:pt x="2606394" y="146761"/>
                  <a:pt x="2665418" y="146761"/>
                </a:cubicBezTo>
                <a:cubicBezTo>
                  <a:pt x="2770088" y="146761"/>
                  <a:pt x="2827354" y="225513"/>
                  <a:pt x="2827354" y="324831"/>
                </a:cubicBezTo>
                <a:lnTo>
                  <a:pt x="2827354" y="633528"/>
                </a:lnTo>
                <a:lnTo>
                  <a:pt x="2672566" y="633528"/>
                </a:lnTo>
                <a:lnTo>
                  <a:pt x="2672566" y="348073"/>
                </a:lnTo>
                <a:cubicBezTo>
                  <a:pt x="2672566" y="301549"/>
                  <a:pt x="2643055" y="273794"/>
                  <a:pt x="2607233" y="273794"/>
                </a:cubicBezTo>
                <a:cubicBezTo>
                  <a:pt x="2571411" y="273794"/>
                  <a:pt x="2541899" y="301549"/>
                  <a:pt x="2541899" y="348073"/>
                </a:cubicBezTo>
                <a:lnTo>
                  <a:pt x="2541899" y="633489"/>
                </a:lnTo>
                <a:lnTo>
                  <a:pt x="2387111" y="633489"/>
                </a:lnTo>
                <a:lnTo>
                  <a:pt x="2387111" y="348073"/>
                </a:lnTo>
                <a:cubicBezTo>
                  <a:pt x="2387111" y="301549"/>
                  <a:pt x="2357599" y="273794"/>
                  <a:pt x="2321778" y="273794"/>
                </a:cubicBezTo>
                <a:cubicBezTo>
                  <a:pt x="2285996" y="273794"/>
                  <a:pt x="2256444" y="301549"/>
                  <a:pt x="2256444" y="348073"/>
                </a:cubicBezTo>
                <a:lnTo>
                  <a:pt x="2256444" y="633489"/>
                </a:lnTo>
                <a:lnTo>
                  <a:pt x="2101736" y="633489"/>
                </a:lnTo>
                <a:close/>
                <a:moveTo>
                  <a:pt x="2049861" y="450946"/>
                </a:moveTo>
                <a:cubicBezTo>
                  <a:pt x="2049861" y="574425"/>
                  <a:pt x="1951421" y="644231"/>
                  <a:pt x="1826185" y="644231"/>
                </a:cubicBezTo>
                <a:cubicBezTo>
                  <a:pt x="1700909" y="644231"/>
                  <a:pt x="1602509" y="574425"/>
                  <a:pt x="1602509" y="450946"/>
                </a:cubicBezTo>
                <a:lnTo>
                  <a:pt x="1602509" y="153909"/>
                </a:lnTo>
                <a:lnTo>
                  <a:pt x="1758216" y="153909"/>
                </a:lnTo>
                <a:lnTo>
                  <a:pt x="1758216" y="446513"/>
                </a:lnTo>
                <a:cubicBezTo>
                  <a:pt x="1758216" y="488564"/>
                  <a:pt x="1785971" y="515401"/>
                  <a:pt x="1826225" y="515401"/>
                </a:cubicBezTo>
                <a:cubicBezTo>
                  <a:pt x="1866479" y="515401"/>
                  <a:pt x="1894234" y="488564"/>
                  <a:pt x="1894234" y="446513"/>
                </a:cubicBezTo>
                <a:lnTo>
                  <a:pt x="1894234" y="153909"/>
                </a:lnTo>
                <a:lnTo>
                  <a:pt x="2049941" y="153909"/>
                </a:lnTo>
                <a:lnTo>
                  <a:pt x="2049941" y="450946"/>
                </a:lnTo>
                <a:close/>
                <a:moveTo>
                  <a:pt x="1560418" y="277388"/>
                </a:moveTo>
                <a:lnTo>
                  <a:pt x="1560418" y="153909"/>
                </a:lnTo>
                <a:lnTo>
                  <a:pt x="1432467" y="153909"/>
                </a:lnTo>
                <a:lnTo>
                  <a:pt x="1432467" y="31309"/>
                </a:lnTo>
                <a:lnTo>
                  <a:pt x="1277679" y="31309"/>
                </a:lnTo>
                <a:lnTo>
                  <a:pt x="1277679" y="461688"/>
                </a:lnTo>
                <a:cubicBezTo>
                  <a:pt x="1277679" y="580695"/>
                  <a:pt x="1348364" y="640637"/>
                  <a:pt x="1461978" y="640637"/>
                </a:cubicBezTo>
                <a:cubicBezTo>
                  <a:pt x="1495084" y="640637"/>
                  <a:pt x="1529988" y="637043"/>
                  <a:pt x="1560418" y="624543"/>
                </a:cubicBezTo>
                <a:lnTo>
                  <a:pt x="1560418" y="501943"/>
                </a:lnTo>
                <a:cubicBezTo>
                  <a:pt x="1538055" y="509091"/>
                  <a:pt x="1518367" y="511767"/>
                  <a:pt x="1501354" y="511767"/>
                </a:cubicBezTo>
                <a:cubicBezTo>
                  <a:pt x="1460181" y="511767"/>
                  <a:pt x="1432467" y="492957"/>
                  <a:pt x="1432467" y="449149"/>
                </a:cubicBezTo>
                <a:lnTo>
                  <a:pt x="1432467" y="277388"/>
                </a:lnTo>
                <a:lnTo>
                  <a:pt x="1560418" y="277388"/>
                </a:lnTo>
                <a:close/>
                <a:moveTo>
                  <a:pt x="1081758" y="393679"/>
                </a:moveTo>
                <a:cubicBezTo>
                  <a:pt x="1081758" y="462567"/>
                  <a:pt x="1031639" y="513564"/>
                  <a:pt x="969900" y="513564"/>
                </a:cubicBezTo>
                <a:cubicBezTo>
                  <a:pt x="907282" y="513564"/>
                  <a:pt x="857164" y="462567"/>
                  <a:pt x="857164" y="393679"/>
                </a:cubicBezTo>
                <a:cubicBezTo>
                  <a:pt x="857164" y="325670"/>
                  <a:pt x="907282" y="274673"/>
                  <a:pt x="969900" y="274673"/>
                </a:cubicBezTo>
                <a:cubicBezTo>
                  <a:pt x="1031639" y="274673"/>
                  <a:pt x="1081758" y="325710"/>
                  <a:pt x="1081758" y="393679"/>
                </a:cubicBezTo>
                <a:close/>
                <a:moveTo>
                  <a:pt x="857164" y="819586"/>
                </a:moveTo>
                <a:lnTo>
                  <a:pt x="857164" y="583370"/>
                </a:lnTo>
                <a:cubicBezTo>
                  <a:pt x="896540" y="620070"/>
                  <a:pt x="948415" y="641515"/>
                  <a:pt x="1005682" y="641515"/>
                </a:cubicBezTo>
                <a:cubicBezTo>
                  <a:pt x="1135430" y="641515"/>
                  <a:pt x="1237424" y="531455"/>
                  <a:pt x="1237424" y="393679"/>
                </a:cubicBezTo>
                <a:cubicBezTo>
                  <a:pt x="1237424" y="256782"/>
                  <a:pt x="1135430" y="146721"/>
                  <a:pt x="1005682" y="146721"/>
                </a:cubicBezTo>
                <a:cubicBezTo>
                  <a:pt x="945739" y="146721"/>
                  <a:pt x="892945" y="170003"/>
                  <a:pt x="852691" y="209339"/>
                </a:cubicBezTo>
                <a:lnTo>
                  <a:pt x="851812" y="153869"/>
                </a:lnTo>
                <a:lnTo>
                  <a:pt x="701497" y="153869"/>
                </a:lnTo>
                <a:lnTo>
                  <a:pt x="701497" y="819586"/>
                </a:lnTo>
                <a:lnTo>
                  <a:pt x="857164" y="819586"/>
                </a:lnTo>
                <a:close/>
                <a:moveTo>
                  <a:pt x="490321" y="320318"/>
                </a:moveTo>
                <a:cubicBezTo>
                  <a:pt x="490321" y="418758"/>
                  <a:pt x="417839" y="492119"/>
                  <a:pt x="327467" y="492119"/>
                </a:cubicBezTo>
                <a:cubicBezTo>
                  <a:pt x="237094" y="492119"/>
                  <a:pt x="164612" y="418758"/>
                  <a:pt x="164612" y="320318"/>
                </a:cubicBezTo>
                <a:cubicBezTo>
                  <a:pt x="164612" y="221879"/>
                  <a:pt x="237094" y="148518"/>
                  <a:pt x="327467" y="148518"/>
                </a:cubicBezTo>
                <a:cubicBezTo>
                  <a:pt x="417839" y="148518"/>
                  <a:pt x="490321" y="221919"/>
                  <a:pt x="490321" y="320318"/>
                </a:cubicBezTo>
                <a:close/>
                <a:moveTo>
                  <a:pt x="327467" y="0"/>
                </a:moveTo>
                <a:cubicBezTo>
                  <a:pt x="144045" y="0"/>
                  <a:pt x="0" y="142248"/>
                  <a:pt x="0" y="320318"/>
                </a:cubicBezTo>
                <a:cubicBezTo>
                  <a:pt x="0" y="498389"/>
                  <a:pt x="144045" y="640637"/>
                  <a:pt x="327467" y="640637"/>
                </a:cubicBezTo>
                <a:cubicBezTo>
                  <a:pt x="510888" y="640637"/>
                  <a:pt x="654933" y="498389"/>
                  <a:pt x="654933" y="320318"/>
                </a:cubicBezTo>
                <a:cubicBezTo>
                  <a:pt x="654933" y="142248"/>
                  <a:pt x="510888" y="0"/>
                  <a:pt x="327467" y="0"/>
                </a:cubicBezTo>
                <a:close/>
              </a:path>
            </a:pathLst>
          </a:custGeom>
          <a:solidFill>
            <a:schemeClr val="lt1"/>
          </a:solidFill>
          <a:ln w="1870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6594904" y="1649301"/>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6594904" y="3834665"/>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6594904" y="5396367"/>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ABD5255B-62C8-4970-931D-B77163B385B9}"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9171805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4152">
          <p15:clr>
            <a:srgbClr val="FFC000"/>
          </p15:clr>
        </p15:guide>
        <p15:guide id="2" pos="7120">
          <p15:clr>
            <a:srgbClr val="FFC000"/>
          </p15:clr>
        </p15:guide>
        <p15:guide id="3" orient="horz" pos="2216">
          <p15:clr>
            <a:srgbClr val="FFC000"/>
          </p15:clr>
        </p15:guide>
        <p15:guide id="4" orient="horz" pos="2408">
          <p15:clr>
            <a:srgbClr val="FFC00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375092" y="2317660"/>
            <a:ext cx="7315200" cy="1246495"/>
          </a:xfrm>
        </p:spPr>
        <p:txBody>
          <a:bodyPr anchor="b"/>
          <a:lstStyle>
            <a:lvl1pPr>
              <a:defRPr sz="4500"/>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375092" y="3898459"/>
            <a:ext cx="7315200" cy="553998"/>
          </a:xfrm>
        </p:spPr>
        <p:txBody>
          <a:bodyPr wrap="square">
            <a:spAutoFit/>
          </a:bodyPr>
          <a:lstStyle>
            <a:lvl1pPr marL="0" indent="0">
              <a:spcBef>
                <a:spcPts val="0"/>
              </a:spcBef>
              <a:buFont typeface="Arial" panose="020B0604020202020204" pitchFamily="34" charset="0"/>
              <a:buNone/>
              <a:defRPr sz="18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bold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375091" y="4992329"/>
            <a:ext cx="731520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14" name="Freeform: Shape 13">
            <a:extLst>
              <a:ext uri="{FF2B5EF4-FFF2-40B4-BE49-F238E27FC236}">
                <a16:creationId xmlns:a16="http://schemas.microsoft.com/office/drawing/2014/main" id="{F33E8723-94DB-5556-1A86-67D45CBF982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3907075"/>
            <a:ext cx="12188952" cy="2950926"/>
          </a:xfrm>
          <a:custGeom>
            <a:avLst/>
            <a:gdLst>
              <a:gd name="connsiteX0" fmla="*/ 12188952 w 12188952"/>
              <a:gd name="connsiteY0" fmla="*/ 0 h 2950926"/>
              <a:gd name="connsiteX1" fmla="*/ 12188952 w 12188952"/>
              <a:gd name="connsiteY1" fmla="*/ 2950926 h 2950926"/>
              <a:gd name="connsiteX2" fmla="*/ 0 w 12188952"/>
              <a:gd name="connsiteY2" fmla="*/ 2950926 h 2950926"/>
              <a:gd name="connsiteX3" fmla="*/ 0 w 12188952"/>
              <a:gd name="connsiteY3" fmla="*/ 1951527 h 2950926"/>
              <a:gd name="connsiteX4" fmla="*/ 170764 w 12188952"/>
              <a:gd name="connsiteY4" fmla="*/ 2006967 h 2950926"/>
              <a:gd name="connsiteX5" fmla="*/ 4194949 w 12188952"/>
              <a:gd name="connsiteY5" fmla="*/ 2615366 h 2950926"/>
              <a:gd name="connsiteX6" fmla="*/ 11761160 w 12188952"/>
              <a:gd name="connsiteY6" fmla="*/ 304209 h 295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2950926">
                <a:moveTo>
                  <a:pt x="12188952" y="0"/>
                </a:moveTo>
                <a:lnTo>
                  <a:pt x="12188952" y="2950926"/>
                </a:lnTo>
                <a:lnTo>
                  <a:pt x="0" y="2950926"/>
                </a:lnTo>
                <a:lnTo>
                  <a:pt x="0" y="1951527"/>
                </a:lnTo>
                <a:lnTo>
                  <a:pt x="170764" y="2006967"/>
                </a:lnTo>
                <a:cubicBezTo>
                  <a:pt x="1442002" y="2402363"/>
                  <a:pt x="2793601" y="2615366"/>
                  <a:pt x="4194949" y="2615366"/>
                </a:cubicBezTo>
                <a:cubicBezTo>
                  <a:pt x="6997644" y="2615366"/>
                  <a:pt x="9601341" y="1763354"/>
                  <a:pt x="11761160" y="304209"/>
                </a:cubicBezTo>
                <a:close/>
              </a:path>
            </a:pathLst>
          </a:cu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p:txBody>
          <a:bodyPr/>
          <a:lstStyle/>
          <a:p>
            <a:fld id="{7F9D45FD-5E41-4099-8C3D-34BB181680CA}"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0834277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496">
          <p15:clr>
            <a:srgbClr val="FBAE40"/>
          </p15:clr>
        </p15:guide>
        <p15:guide id="3" orient="horz" pos="2246">
          <p15:clr>
            <a:srgbClr val="FBAE40"/>
          </p15:clr>
        </p15:guide>
        <p15:guide id="4" orient="horz" pos="2447">
          <p15:clr>
            <a:srgbClr val="FBAE40"/>
          </p15:clr>
        </p15:guide>
        <p15:guide id="5" pos="610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chemeClr val="bg2"/>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4" name="Picture Placeholder 3">
            <a:extLst>
              <a:ext uri="{FF2B5EF4-FFF2-40B4-BE49-F238E27FC236}">
                <a16:creationId xmlns:a16="http://schemas.microsoft.com/office/drawing/2014/main" id="{8CD0ED72-F2BF-4DE5-8A8E-A97770B1058A}"/>
              </a:ext>
              <a:ext uri="{C183D7F6-B498-43B3-948B-1728B52AA6E4}">
                <adec:decorative xmlns:adec="http://schemas.microsoft.com/office/drawing/2017/decorative" val="1"/>
              </a:ext>
            </a:extLst>
          </p:cNvPr>
          <p:cNvSpPr>
            <a:spLocks noGrp="1"/>
          </p:cNvSpPr>
          <p:nvPr>
            <p:ph type="pic" sz="quarter" idx="15" hasCustomPrompt="1"/>
          </p:nvPr>
        </p:nvSpPr>
        <p:spPr bwMode="gray">
          <a:xfrm>
            <a:off x="6019800" y="0"/>
            <a:ext cx="6172200" cy="6858000"/>
          </a:xfrm>
          <a:noFill/>
        </p:spPr>
        <p:txBody>
          <a:bodyPr lIns="914400" rIns="914400">
            <a:normAutofit/>
          </a:bodyPr>
          <a:lstStyle>
            <a:lvl1pPr algn="ctr">
              <a:defRPr sz="1400"/>
            </a:lvl1pPr>
          </a:lstStyle>
          <a:p>
            <a:br>
              <a:rPr lang="en-US"/>
            </a:br>
            <a:br>
              <a:rPr lang="en-US"/>
            </a:br>
            <a:br>
              <a:rPr lang="en-US"/>
            </a:br>
            <a:r>
              <a:rPr lang="en-US"/>
              <a:t>An image or illustration should be inserted into this region, but the dimensions should remain unchanged.</a:t>
            </a:r>
            <a:br>
              <a:rPr lang="en-US"/>
            </a:br>
            <a:br>
              <a:rPr lang="en-US"/>
            </a:br>
            <a:r>
              <a:rPr lang="en-US"/>
              <a:t>Navigate to the curated cover image options that downloaded with the template suite and chose the desired option. </a:t>
            </a:r>
            <a:br>
              <a:rPr lang="en-US"/>
            </a:br>
            <a:br>
              <a:rPr lang="en-US"/>
            </a:br>
            <a:br>
              <a:rPr lang="en-US"/>
            </a:br>
            <a:br>
              <a:rPr lang="en-US"/>
            </a:br>
            <a:br>
              <a:rPr lang="en-US"/>
            </a:br>
            <a:br>
              <a:rPr lang="en-US"/>
            </a:br>
            <a:br>
              <a:rPr lang="en-US"/>
            </a:br>
            <a:br>
              <a:rPr lang="en-US"/>
            </a:br>
            <a:br>
              <a:rPr lang="en-US"/>
            </a:br>
            <a:r>
              <a:rPr lang="en-US"/>
              <a:t>To access broader brand approved photography, visit: brand.optum.com/content/photography-library.</a:t>
            </a:r>
            <a:br>
              <a:rPr lang="en-US"/>
            </a:br>
            <a:br>
              <a:rPr lang="en-US"/>
            </a:br>
            <a:r>
              <a:rPr lang="en-US"/>
              <a:t>To access broader brand approved illustrations, visit: brand.optum.com/content/illustration-library. Once an illustration is downloaded, insert the SVG from within the PowerPoint folder.</a:t>
            </a:r>
          </a:p>
        </p:txBody>
      </p:sp>
      <p:sp>
        <p:nvSpPr>
          <p:cNvPr id="10" name="Date Placeholder 9">
            <a:extLst>
              <a:ext uri="{FF2B5EF4-FFF2-40B4-BE49-F238E27FC236}">
                <a16:creationId xmlns:a16="http://schemas.microsoft.com/office/drawing/2014/main" id="{D64D994A-1F86-650F-91D1-D9CF4A6D5AF1}"/>
              </a:ext>
            </a:extLst>
          </p:cNvPr>
          <p:cNvSpPr>
            <a:spLocks noGrp="1"/>
          </p:cNvSpPr>
          <p:nvPr>
            <p:ph type="dt" sz="half" idx="16"/>
          </p:nvPr>
        </p:nvSpPr>
        <p:spPr/>
        <p:txBody>
          <a:bodyPr/>
          <a:lstStyle/>
          <a:p>
            <a:fld id="{2BDFFDD4-3B43-4355-8C7D-FBA6FB7C7EF0}" type="datetime1">
              <a:rPr lang="en-US" smtClean="0"/>
              <a:t>9/17/2026</a:t>
            </a:fld>
            <a:endParaRPr lang="en-US"/>
          </a:p>
        </p:txBody>
      </p:sp>
      <p:sp>
        <p:nvSpPr>
          <p:cNvPr id="12" name="Footer Placeholder 11">
            <a:extLst>
              <a:ext uri="{FF2B5EF4-FFF2-40B4-BE49-F238E27FC236}">
                <a16:creationId xmlns:a16="http://schemas.microsoft.com/office/drawing/2014/main" id="{97300FDB-6AA7-7D29-6E6C-DAB8AF3C6B3B}"/>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13" name="Slide Number Placeholder 12">
            <a:extLst>
              <a:ext uri="{FF2B5EF4-FFF2-40B4-BE49-F238E27FC236}">
                <a16:creationId xmlns:a16="http://schemas.microsoft.com/office/drawing/2014/main" id="{7FADA5F4-B71C-E968-5670-1EEE3C6C9F24}"/>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751594309"/>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chemeClr val="bg2"/>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5" name="Picture Placeholder 4">
            <a:extLst>
              <a:ext uri="{FF2B5EF4-FFF2-40B4-BE49-F238E27FC236}">
                <a16:creationId xmlns:a16="http://schemas.microsoft.com/office/drawing/2014/main" id="{6602CFF5-9BBC-863E-C089-A676996FA394}"/>
              </a:ext>
              <a:ext uri="{C183D7F6-B498-43B3-948B-1728B52AA6E4}">
                <adec:decorative xmlns:adec="http://schemas.microsoft.com/office/drawing/2017/decorative" val="1"/>
              </a:ext>
            </a:extLst>
          </p:cNvPr>
          <p:cNvSpPr>
            <a:spLocks noGrp="1"/>
          </p:cNvSpPr>
          <p:nvPr>
            <p:ph type="pic" sz="quarter" idx="15" hasCustomPrompt="1"/>
          </p:nvPr>
        </p:nvSpPr>
        <p:spPr bwMode="gray">
          <a:xfrm>
            <a:off x="6032150" y="0"/>
            <a:ext cx="6159851" cy="6858000"/>
          </a:xfrm>
          <a:custGeom>
            <a:avLst/>
            <a:gdLst>
              <a:gd name="connsiteX0" fmla="*/ 1344464 w 6159851"/>
              <a:gd name="connsiteY0" fmla="*/ 0 h 6858000"/>
              <a:gd name="connsiteX1" fmla="*/ 6159851 w 6159851"/>
              <a:gd name="connsiteY1" fmla="*/ 0 h 6858000"/>
              <a:gd name="connsiteX2" fmla="*/ 6159851 w 6159851"/>
              <a:gd name="connsiteY2" fmla="*/ 6858000 h 6858000"/>
              <a:gd name="connsiteX3" fmla="*/ 1344464 w 6159851"/>
              <a:gd name="connsiteY3" fmla="*/ 6858000 h 6858000"/>
              <a:gd name="connsiteX4" fmla="*/ 1311470 w 6159851"/>
              <a:gd name="connsiteY4" fmla="*/ 6823394 h 6858000"/>
              <a:gd name="connsiteX5" fmla="*/ 0 w 6159851"/>
              <a:gd name="connsiteY5" fmla="*/ 3429000 h 6858000"/>
              <a:gd name="connsiteX6" fmla="*/ 1311470 w 6159851"/>
              <a:gd name="connsiteY6" fmla="*/ 346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9851" h="6858000">
                <a:moveTo>
                  <a:pt x="1344464" y="0"/>
                </a:moveTo>
                <a:lnTo>
                  <a:pt x="6159851" y="0"/>
                </a:lnTo>
                <a:lnTo>
                  <a:pt x="6159851" y="6858000"/>
                </a:lnTo>
                <a:lnTo>
                  <a:pt x="1344464" y="6858000"/>
                </a:lnTo>
                <a:lnTo>
                  <a:pt x="1311470" y="6823394"/>
                </a:lnTo>
                <a:cubicBezTo>
                  <a:pt x="496631" y="5926872"/>
                  <a:pt x="0" y="4735933"/>
                  <a:pt x="0" y="3429000"/>
                </a:cubicBezTo>
                <a:cubicBezTo>
                  <a:pt x="0" y="2122067"/>
                  <a:pt x="496631" y="931128"/>
                  <a:pt x="1311470" y="34607"/>
                </a:cubicBezTo>
                <a:close/>
              </a:path>
            </a:pathLst>
          </a:custGeom>
          <a:noFill/>
        </p:spPr>
        <p:txBody>
          <a:bodyPr wrap="square" lIns="914400" rIns="914400">
            <a:noAutofit/>
          </a:bodyPr>
          <a:lstStyle>
            <a:lvl1pPr algn="ctr">
              <a:defRPr sz="1400"/>
            </a:lvl1pPr>
          </a:lstStyle>
          <a:p>
            <a:br>
              <a:rPr lang="en-US"/>
            </a:br>
            <a:br>
              <a:rPr lang="en-US"/>
            </a:br>
            <a:br>
              <a:rPr lang="en-US"/>
            </a:br>
            <a:r>
              <a:rPr lang="en-US"/>
              <a:t>An image or illustration should be inserted into this region, but the dimensions should remain unchanged.</a:t>
            </a:r>
            <a:br>
              <a:rPr lang="en-US"/>
            </a:br>
            <a:br>
              <a:rPr lang="en-US"/>
            </a:br>
            <a:r>
              <a:rPr lang="en-US"/>
              <a:t>Navigate to the curated cover image options that downloaded with the template suite and chose the desired option. </a:t>
            </a:r>
            <a:br>
              <a:rPr lang="en-US"/>
            </a:br>
            <a:br>
              <a:rPr lang="en-US"/>
            </a:br>
            <a:br>
              <a:rPr lang="en-US"/>
            </a:br>
            <a:br>
              <a:rPr lang="en-US"/>
            </a:br>
            <a:br>
              <a:rPr lang="en-US"/>
            </a:br>
            <a:br>
              <a:rPr lang="en-US"/>
            </a:br>
            <a:br>
              <a:rPr lang="en-US"/>
            </a:br>
            <a:br>
              <a:rPr lang="en-US"/>
            </a:br>
            <a:br>
              <a:rPr lang="en-US"/>
            </a:br>
            <a:r>
              <a:rPr lang="en-US"/>
              <a:t>To access broader brand approved photography, visit: brand.optum.com/content/photography-library.</a:t>
            </a:r>
            <a:br>
              <a:rPr lang="en-US"/>
            </a:br>
            <a:br>
              <a:rPr lang="en-US"/>
            </a:br>
            <a:r>
              <a:rPr lang="en-US"/>
              <a:t>To access broader brand approved illustrations, visit: brand.optum.com/content/illustration-library. Once an illustration is downloaded, insert the SVG from within the PowerPoint folder.</a:t>
            </a:r>
          </a:p>
        </p:txBody>
      </p:sp>
      <p:sp>
        <p:nvSpPr>
          <p:cNvPr id="3" name="Date Placeholder 2">
            <a:extLst>
              <a:ext uri="{FF2B5EF4-FFF2-40B4-BE49-F238E27FC236}">
                <a16:creationId xmlns:a16="http://schemas.microsoft.com/office/drawing/2014/main" id="{14B58E5A-BF8F-9CC6-1870-BB7839F7C399}"/>
              </a:ext>
            </a:extLst>
          </p:cNvPr>
          <p:cNvSpPr>
            <a:spLocks noGrp="1"/>
          </p:cNvSpPr>
          <p:nvPr>
            <p:ph type="dt" sz="half" idx="16"/>
          </p:nvPr>
        </p:nvSpPr>
        <p:spPr/>
        <p:txBody>
          <a:bodyPr/>
          <a:lstStyle/>
          <a:p>
            <a:fld id="{6B8B65AB-8101-4603-8392-5337355D955B}" type="datetime1">
              <a:rPr lang="en-US" smtClean="0"/>
              <a:t>9/17/2026</a:t>
            </a:fld>
            <a:endParaRPr lang="en-US"/>
          </a:p>
        </p:txBody>
      </p:sp>
      <p:sp>
        <p:nvSpPr>
          <p:cNvPr id="4" name="Footer Placeholder 3">
            <a:extLst>
              <a:ext uri="{FF2B5EF4-FFF2-40B4-BE49-F238E27FC236}">
                <a16:creationId xmlns:a16="http://schemas.microsoft.com/office/drawing/2014/main" id="{5CCAC17E-165F-4D50-26D1-8EE65CB27552}"/>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E64404C2-5DC8-B39C-1165-3141C2711ECC}"/>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290492813"/>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rgbClr val="FBF9F4"/>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4" name="Picture Placeholder 3">
            <a:extLst>
              <a:ext uri="{FF2B5EF4-FFF2-40B4-BE49-F238E27FC236}">
                <a16:creationId xmlns:a16="http://schemas.microsoft.com/office/drawing/2014/main" id="{8CD0ED72-F2BF-4DE5-8A8E-A97770B1058A}"/>
              </a:ext>
              <a:ext uri="{C183D7F6-B498-43B3-948B-1728B52AA6E4}">
                <adec:decorative xmlns:adec="http://schemas.microsoft.com/office/drawing/2017/decorative" val="1"/>
              </a:ext>
            </a:extLst>
          </p:cNvPr>
          <p:cNvSpPr>
            <a:spLocks noGrp="1"/>
          </p:cNvSpPr>
          <p:nvPr>
            <p:ph type="pic" sz="quarter" idx="15" hasCustomPrompt="1"/>
          </p:nvPr>
        </p:nvSpPr>
        <p:spPr bwMode="gray">
          <a:xfrm>
            <a:off x="6019800" y="0"/>
            <a:ext cx="6172200" cy="6858000"/>
          </a:xfrm>
          <a:noFill/>
        </p:spPr>
        <p:txBody>
          <a:bodyPr lIns="914400" rIns="914400">
            <a:normAutofit/>
          </a:bodyPr>
          <a:lstStyle>
            <a:lvl1pPr algn="ctr">
              <a:defRPr sz="1400"/>
            </a:lvl1pPr>
          </a:lstStyle>
          <a:p>
            <a:br>
              <a:rPr lang="en-US"/>
            </a:br>
            <a:br>
              <a:rPr lang="en-US"/>
            </a:br>
            <a:br>
              <a:rPr lang="en-US"/>
            </a:br>
            <a:r>
              <a:rPr lang="en-US"/>
              <a:t>An image or illustration should be inserted into this region, but the dimensions should remain unchanged.</a:t>
            </a:r>
            <a:br>
              <a:rPr lang="en-US"/>
            </a:br>
            <a:br>
              <a:rPr lang="en-US"/>
            </a:br>
            <a:r>
              <a:rPr lang="en-US"/>
              <a:t>Navigate to the curated cover image options that downloaded with the template suite and chose the desired option. </a:t>
            </a:r>
            <a:br>
              <a:rPr lang="en-US"/>
            </a:br>
            <a:br>
              <a:rPr lang="en-US"/>
            </a:br>
            <a:br>
              <a:rPr lang="en-US"/>
            </a:br>
            <a:br>
              <a:rPr lang="en-US"/>
            </a:br>
            <a:br>
              <a:rPr lang="en-US"/>
            </a:br>
            <a:br>
              <a:rPr lang="en-US"/>
            </a:br>
            <a:br>
              <a:rPr lang="en-US"/>
            </a:br>
            <a:br>
              <a:rPr lang="en-US"/>
            </a:br>
            <a:br>
              <a:rPr lang="en-US"/>
            </a:br>
            <a:r>
              <a:rPr lang="en-US"/>
              <a:t>To access broader brand approved photography, visit: brand.optum.com/content/photography-library.</a:t>
            </a:r>
            <a:br>
              <a:rPr lang="en-US"/>
            </a:br>
            <a:br>
              <a:rPr lang="en-US"/>
            </a:br>
            <a:r>
              <a:rPr lang="en-US"/>
              <a:t>To access broader brand approved illustrations, visit: brand.optum.com/content/illustration-library. Once an illustration is downloaded, insert the SVG from within the PowerPoint folder.</a:t>
            </a:r>
          </a:p>
        </p:txBody>
      </p:sp>
      <p:sp>
        <p:nvSpPr>
          <p:cNvPr id="9" name="Date Placeholder 8">
            <a:extLst>
              <a:ext uri="{FF2B5EF4-FFF2-40B4-BE49-F238E27FC236}">
                <a16:creationId xmlns:a16="http://schemas.microsoft.com/office/drawing/2014/main" id="{52474C07-8F5D-CC3D-9724-9A29EA763F79}"/>
              </a:ext>
            </a:extLst>
          </p:cNvPr>
          <p:cNvSpPr>
            <a:spLocks noGrp="1"/>
          </p:cNvSpPr>
          <p:nvPr>
            <p:ph type="dt" sz="half" idx="16"/>
          </p:nvPr>
        </p:nvSpPr>
        <p:spPr/>
        <p:txBody>
          <a:bodyPr/>
          <a:lstStyle/>
          <a:p>
            <a:fld id="{C7CE0BA8-CBFE-4EDD-9053-90766C8BBA05}" type="datetime1">
              <a:rPr lang="en-US" smtClean="0"/>
              <a:t>9/17/2026</a:t>
            </a:fld>
            <a:endParaRPr lang="en-US"/>
          </a:p>
        </p:txBody>
      </p:sp>
      <p:sp>
        <p:nvSpPr>
          <p:cNvPr id="10" name="Footer Placeholder 9">
            <a:extLst>
              <a:ext uri="{FF2B5EF4-FFF2-40B4-BE49-F238E27FC236}">
                <a16:creationId xmlns:a16="http://schemas.microsoft.com/office/drawing/2014/main" id="{D471F904-8B56-7EFA-3473-9DFAE1BFA581}"/>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12" name="Slide Number Placeholder 11">
            <a:extLst>
              <a:ext uri="{FF2B5EF4-FFF2-40B4-BE49-F238E27FC236}">
                <a16:creationId xmlns:a16="http://schemas.microsoft.com/office/drawing/2014/main" id="{FC8C7DF5-F873-F2E9-CB9E-9C8CF17D2CC0}"/>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370869725"/>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rgbClr val="FBF9F4"/>
        </a:solidFill>
        <a:effectLst/>
      </p:bgPr>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3462" y="2450287"/>
            <a:ext cx="470916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3462" y="4635651"/>
            <a:ext cx="4709160" cy="553998"/>
          </a:xfrm>
        </p:spPr>
        <p:txBody>
          <a:bodyPr>
            <a:spAutoFit/>
          </a:bodyPr>
          <a:lstStyle>
            <a:lvl1pPr marL="0" indent="0">
              <a:spcBef>
                <a:spcPts val="0"/>
              </a:spcBef>
              <a:buFont typeface="Arial" panose="020B0604020202020204" pitchFamily="34" charset="0"/>
              <a:buNone/>
              <a:defRPr sz="1800">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3462" y="6197353"/>
            <a:ext cx="470916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5" name="Picture Placeholder 4">
            <a:extLst>
              <a:ext uri="{FF2B5EF4-FFF2-40B4-BE49-F238E27FC236}">
                <a16:creationId xmlns:a16="http://schemas.microsoft.com/office/drawing/2014/main" id="{693E2B6F-B0F8-598A-12EC-0815E7654FD0}"/>
              </a:ext>
              <a:ext uri="{C183D7F6-B498-43B3-948B-1728B52AA6E4}">
                <adec:decorative xmlns:adec="http://schemas.microsoft.com/office/drawing/2017/decorative" val="1"/>
              </a:ext>
            </a:extLst>
          </p:cNvPr>
          <p:cNvSpPr>
            <a:spLocks noGrp="1"/>
          </p:cNvSpPr>
          <p:nvPr>
            <p:ph type="pic" sz="quarter" idx="15" hasCustomPrompt="1"/>
          </p:nvPr>
        </p:nvSpPr>
        <p:spPr bwMode="gray">
          <a:xfrm>
            <a:off x="6032150" y="0"/>
            <a:ext cx="6159851" cy="6858000"/>
          </a:xfrm>
          <a:custGeom>
            <a:avLst/>
            <a:gdLst>
              <a:gd name="connsiteX0" fmla="*/ 1344464 w 6159851"/>
              <a:gd name="connsiteY0" fmla="*/ 0 h 6858000"/>
              <a:gd name="connsiteX1" fmla="*/ 6159851 w 6159851"/>
              <a:gd name="connsiteY1" fmla="*/ 0 h 6858000"/>
              <a:gd name="connsiteX2" fmla="*/ 6159851 w 6159851"/>
              <a:gd name="connsiteY2" fmla="*/ 6858000 h 6858000"/>
              <a:gd name="connsiteX3" fmla="*/ 1344464 w 6159851"/>
              <a:gd name="connsiteY3" fmla="*/ 6858000 h 6858000"/>
              <a:gd name="connsiteX4" fmla="*/ 1311470 w 6159851"/>
              <a:gd name="connsiteY4" fmla="*/ 6823394 h 6858000"/>
              <a:gd name="connsiteX5" fmla="*/ 0 w 6159851"/>
              <a:gd name="connsiteY5" fmla="*/ 3429000 h 6858000"/>
              <a:gd name="connsiteX6" fmla="*/ 1311470 w 6159851"/>
              <a:gd name="connsiteY6" fmla="*/ 346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59851" h="6858000">
                <a:moveTo>
                  <a:pt x="1344464" y="0"/>
                </a:moveTo>
                <a:lnTo>
                  <a:pt x="6159851" y="0"/>
                </a:lnTo>
                <a:lnTo>
                  <a:pt x="6159851" y="6858000"/>
                </a:lnTo>
                <a:lnTo>
                  <a:pt x="1344464" y="6858000"/>
                </a:lnTo>
                <a:lnTo>
                  <a:pt x="1311470" y="6823394"/>
                </a:lnTo>
                <a:cubicBezTo>
                  <a:pt x="496631" y="5926872"/>
                  <a:pt x="0" y="4735933"/>
                  <a:pt x="0" y="3429000"/>
                </a:cubicBezTo>
                <a:cubicBezTo>
                  <a:pt x="0" y="2122067"/>
                  <a:pt x="496631" y="931128"/>
                  <a:pt x="1311470" y="34607"/>
                </a:cubicBezTo>
                <a:close/>
              </a:path>
            </a:pathLst>
          </a:custGeom>
          <a:noFill/>
        </p:spPr>
        <p:txBody>
          <a:bodyPr wrap="square" lIns="914400" rIns="914400">
            <a:noAutofit/>
          </a:bodyPr>
          <a:lstStyle>
            <a:lvl1pPr algn="ctr">
              <a:defRPr sz="1400"/>
            </a:lvl1pPr>
          </a:lstStyle>
          <a:p>
            <a:br>
              <a:rPr lang="en-US"/>
            </a:br>
            <a:br>
              <a:rPr lang="en-US"/>
            </a:br>
            <a:br>
              <a:rPr lang="en-US"/>
            </a:br>
            <a:r>
              <a:rPr lang="en-US"/>
              <a:t>An image or illustration should be inserted into this region, but the dimensions should remain unchanged.</a:t>
            </a:r>
            <a:br>
              <a:rPr lang="en-US"/>
            </a:br>
            <a:br>
              <a:rPr lang="en-US"/>
            </a:br>
            <a:r>
              <a:rPr lang="en-US"/>
              <a:t>Navigate to the curated cover image options that downloaded with the template suite and chose the desired option. </a:t>
            </a:r>
            <a:br>
              <a:rPr lang="en-US"/>
            </a:br>
            <a:br>
              <a:rPr lang="en-US"/>
            </a:br>
            <a:br>
              <a:rPr lang="en-US"/>
            </a:br>
            <a:br>
              <a:rPr lang="en-US"/>
            </a:br>
            <a:br>
              <a:rPr lang="en-US"/>
            </a:br>
            <a:br>
              <a:rPr lang="en-US"/>
            </a:br>
            <a:br>
              <a:rPr lang="en-US"/>
            </a:br>
            <a:br>
              <a:rPr lang="en-US"/>
            </a:br>
            <a:br>
              <a:rPr lang="en-US"/>
            </a:br>
            <a:r>
              <a:rPr lang="en-US"/>
              <a:t>To access broader brand approved photography, visit: brand.optum.com/content/photography-library.</a:t>
            </a:r>
            <a:br>
              <a:rPr lang="en-US"/>
            </a:br>
            <a:br>
              <a:rPr lang="en-US"/>
            </a:br>
            <a:r>
              <a:rPr lang="en-US"/>
              <a:t>To access broader brand approved illustrations, visit: brand.optum.com/content/illustration-library. Once an illustration is downloaded, insert the SVG from within the PowerPoint folder.</a:t>
            </a:r>
          </a:p>
        </p:txBody>
      </p:sp>
      <p:sp>
        <p:nvSpPr>
          <p:cNvPr id="3" name="Date Placeholder 2">
            <a:extLst>
              <a:ext uri="{FF2B5EF4-FFF2-40B4-BE49-F238E27FC236}">
                <a16:creationId xmlns:a16="http://schemas.microsoft.com/office/drawing/2014/main" id="{9696FBF0-1B42-325E-9531-A33DF9031814}"/>
              </a:ext>
            </a:extLst>
          </p:cNvPr>
          <p:cNvSpPr>
            <a:spLocks noGrp="1"/>
          </p:cNvSpPr>
          <p:nvPr>
            <p:ph type="dt" sz="half" idx="16"/>
          </p:nvPr>
        </p:nvSpPr>
        <p:spPr/>
        <p:txBody>
          <a:bodyPr/>
          <a:lstStyle/>
          <a:p>
            <a:fld id="{31D07194-3FCF-4B6D-B722-EDAE00F746E4}" type="datetime1">
              <a:rPr lang="en-US" smtClean="0"/>
              <a:t>9/17/2026</a:t>
            </a:fld>
            <a:endParaRPr lang="en-US"/>
          </a:p>
        </p:txBody>
      </p:sp>
      <p:sp>
        <p:nvSpPr>
          <p:cNvPr id="4" name="Footer Placeholder 3">
            <a:extLst>
              <a:ext uri="{FF2B5EF4-FFF2-40B4-BE49-F238E27FC236}">
                <a16:creationId xmlns:a16="http://schemas.microsoft.com/office/drawing/2014/main" id="{E529C78D-F523-2F5F-AF8F-9D18AFD1F748}"/>
              </a:ext>
            </a:extLst>
          </p:cNvPr>
          <p:cNvSpPr>
            <a:spLocks noGrp="1"/>
          </p:cNvSpPr>
          <p:nvPr>
            <p:ph type="ftr" sz="quarter" idx="17"/>
          </p:nvPr>
        </p:nvSpPr>
        <p:spPr/>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2483F371-F5E3-E66E-2FC2-36252A822E65}"/>
              </a:ext>
            </a:extLst>
          </p:cNvPr>
          <p:cNvSpPr>
            <a:spLocks noGrp="1"/>
          </p:cNvSpPr>
          <p:nvPr>
            <p:ph type="sldNum" sz="quarter" idx="18"/>
          </p:nvPr>
        </p:nvSpPr>
        <p:spPr/>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748504641"/>
      </p:ext>
    </p:extLst>
  </p:cSld>
  <p:clrMapOvr>
    <a:masterClrMapping/>
  </p:clrMapOvr>
  <p:extLst>
    <p:ext uri="{DCECCB84-F9BA-43D5-87BE-67443E8EF086}">
      <p15:sldGuideLst xmlns:p15="http://schemas.microsoft.com/office/powerpoint/2012/main">
        <p15:guide id="2" pos="3259">
          <p15:clr>
            <a:srgbClr val="FBAE40"/>
          </p15:clr>
        </p15:guide>
        <p15:guide id="3" orient="horz" pos="2722">
          <p15:clr>
            <a:srgbClr val="FBAE40"/>
          </p15:clr>
        </p15:guide>
        <p15:guide id="4" orient="horz" pos="2919">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123673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17277437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FBAE40"/>
          </p15:clr>
        </p15:guide>
        <p15:guide id="2" pos="6576">
          <p15:clr>
            <a:srgbClr val="FBAE40"/>
          </p15:clr>
        </p15:guide>
        <p15:guide id="3" orient="horz" pos="2505">
          <p15:clr>
            <a:srgbClr val="FBAE40"/>
          </p15:clr>
        </p15:guide>
        <p15:guide id="4" orient="horz" pos="2679">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Section Header 0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451107"/>
            <a:ext cx="8686800" cy="1523494"/>
          </a:xfrm>
        </p:spPr>
        <p:txBody>
          <a:bodyPr anchor="b"/>
          <a:lstStyle>
            <a:lvl1pPr algn="ctr">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2555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AA231FC8-4CC9-4D4D-9D42-4100B12BBFD2}" type="datetime1">
              <a:rPr lang="en-US" smtClean="0"/>
              <a:t>9/17/2026</a:t>
            </a:fld>
            <a:endParaRPr lang="en-US"/>
          </a:p>
        </p:txBody>
      </p:sp>
    </p:spTree>
    <p:extLst>
      <p:ext uri="{BB962C8B-B14F-4D97-AF65-F5344CB8AC3E}">
        <p14:creationId xmlns:p14="http://schemas.microsoft.com/office/powerpoint/2010/main" val="26293047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FBAE40"/>
          </p15:clr>
        </p15:guide>
        <p15:guide id="2" pos="6577">
          <p15:clr>
            <a:srgbClr val="FBAE40"/>
          </p15:clr>
        </p15:guide>
        <p15:guide id="3" orient="horz" pos="2505">
          <p15:clr>
            <a:srgbClr val="FBAE40"/>
          </p15:clr>
        </p15:guide>
        <p15:guide id="4" orient="horz" pos="2679">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Standard layouts</a:t>
            </a: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35316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p:txBody>
          <a:bodyPr/>
          <a:lstStyle>
            <a:lvl1pPr>
              <a:defRPr/>
            </a:lvl1pPr>
          </a:lstStyle>
          <a:p>
            <a:r>
              <a:rPr lang="en-US"/>
              <a:t>Slide title; Arial 22pt bold, sentence case (1 line)</a:t>
            </a:r>
          </a:p>
        </p:txBody>
      </p:sp>
      <p:sp>
        <p:nvSpPr>
          <p:cNvPr id="4" name="Footer Placeholder 3">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C408F62C-9090-4EA7-BBD2-481410405BBE}"/>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3" name="Date Placeholder 2" hidden="1">
            <a:extLst>
              <a:ext uri="{FF2B5EF4-FFF2-40B4-BE49-F238E27FC236}">
                <a16:creationId xmlns:a16="http://schemas.microsoft.com/office/drawing/2014/main" id="{8A49B71C-EE28-4F4C-994D-7E3486111388}"/>
              </a:ext>
            </a:extLst>
          </p:cNvPr>
          <p:cNvSpPr>
            <a:spLocks noGrp="1"/>
          </p:cNvSpPr>
          <p:nvPr>
            <p:ph type="dt" sz="half" idx="10"/>
          </p:nvPr>
        </p:nvSpPr>
        <p:spPr/>
        <p:txBody>
          <a:bodyPr/>
          <a:lstStyle/>
          <a:p>
            <a:fld id="{699AD85F-304C-4BF5-94FB-50C7E84ED8FF}" type="datetime1">
              <a:rPr lang="en-US" smtClean="0"/>
              <a:t>9/17/2026</a:t>
            </a:fld>
            <a:endParaRPr lang="en-US"/>
          </a:p>
        </p:txBody>
      </p:sp>
    </p:spTree>
    <p:extLst>
      <p:ext uri="{BB962C8B-B14F-4D97-AF65-F5344CB8AC3E}">
        <p14:creationId xmlns:p14="http://schemas.microsoft.com/office/powerpoint/2010/main" val="3393132656"/>
      </p:ext>
    </p:extLst>
  </p:cSld>
  <p:clrMapOvr>
    <a:masterClrMapping/>
  </p:clrMapOvr>
  <p:extLst>
    <p:ext uri="{DCECCB84-F9BA-43D5-87BE-67443E8EF086}">
      <p15:sldGuideLst xmlns:p15="http://schemas.microsoft.com/office/powerpoint/2012/main">
        <p15:guide id="1" orient="horz" pos="3776">
          <p15:clr>
            <a:srgbClr val="FBAE40"/>
          </p15:clr>
        </p15:guide>
        <p15:guide id="3" orient="horz" pos="793">
          <p15:clr>
            <a:srgbClr val="FBAE40"/>
          </p15:clr>
        </p15:guide>
        <p15:guide id="4" orient="horz" pos="344">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71777-1CC4-46CB-8EB7-B1DE3217D445}"/>
              </a:ext>
            </a:extLst>
          </p:cNvPr>
          <p:cNvSpPr>
            <a:spLocks noGrp="1"/>
          </p:cNvSpPr>
          <p:nvPr>
            <p:ph type="title" hasCustomPrompt="1"/>
          </p:nvPr>
        </p:nvSpPr>
        <p:spPr bwMode="gray"/>
        <p:txBody>
          <a:bodyPr/>
          <a:lstStyle>
            <a:lvl1pPr>
              <a:defRPr/>
            </a:lvl1pPr>
          </a:lstStyle>
          <a:p>
            <a:r>
              <a:rPr lang="en-US"/>
              <a:t>Slide title; Arial 22pt bold,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57198" y="958653"/>
            <a:ext cx="9601200" cy="269304"/>
          </a:xfrm>
        </p:spPr>
        <p:txBody>
          <a:bodyPr wrap="square">
            <a:spAutoFit/>
          </a:bodyPr>
          <a:lstStyle>
            <a:lvl1pPr>
              <a:lnSpc>
                <a:spcPct val="100000"/>
              </a:lnSpc>
              <a:spcBef>
                <a:spcPts val="0"/>
              </a:spcBef>
              <a:defRPr sz="1750" b="1">
                <a:solidFill>
                  <a:schemeClr val="accent6"/>
                </a:solidFill>
              </a:defRPr>
            </a:lvl1pPr>
          </a:lstStyle>
          <a:p>
            <a:pPr lvl="0"/>
            <a:r>
              <a:rPr lang="en-US"/>
              <a:t>Slide subtitle; Arial 17.5pt bold, sentence case (1 line)</a:t>
            </a:r>
          </a:p>
        </p:txBody>
      </p:sp>
      <p:sp>
        <p:nvSpPr>
          <p:cNvPr id="4" name="Footer Placeholder 3">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CFBBDC95-8D51-42CB-B4C0-9B8E3C030FAA}"/>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76B3DF85-06AB-4D09-9458-B0A4DE468FDB}"/>
              </a:ext>
            </a:extLst>
          </p:cNvPr>
          <p:cNvSpPr>
            <a:spLocks noGrp="1"/>
          </p:cNvSpPr>
          <p:nvPr>
            <p:ph type="dt" sz="half" idx="10"/>
          </p:nvPr>
        </p:nvSpPr>
        <p:spPr/>
        <p:txBody>
          <a:bodyPr/>
          <a:lstStyle/>
          <a:p>
            <a:fld id="{5C49669F-A6B0-45C8-9E96-E3ECF646095E}" type="datetime1">
              <a:rPr lang="en-US" smtClean="0"/>
              <a:t>9/17/2026</a:t>
            </a:fld>
            <a:endParaRPr lang="en-US"/>
          </a:p>
        </p:txBody>
      </p:sp>
    </p:spTree>
    <p:extLst>
      <p:ext uri="{BB962C8B-B14F-4D97-AF65-F5344CB8AC3E}">
        <p14:creationId xmlns:p14="http://schemas.microsoft.com/office/powerpoint/2010/main" val="4091517594"/>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603">
          <p15:clr>
            <a:srgbClr val="FBAE40"/>
          </p15:clr>
        </p15:guide>
        <p15:guide id="3" orient="horz" pos="1014">
          <p15:clr>
            <a:srgbClr val="FBAE40"/>
          </p15:clr>
        </p15:guide>
        <p15:guide id="4" orient="horz" pos="344">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57199" y="555639"/>
            <a:ext cx="9601200" cy="609398"/>
          </a:xfrm>
        </p:spPr>
        <p:txBody>
          <a:bodyPr/>
          <a:lstStyle>
            <a:lvl1pPr>
              <a:defRPr/>
            </a:lvl1pPr>
          </a:lstStyle>
          <a:p>
            <a:r>
              <a:rPr lang="en-US"/>
              <a:t>Slide title; Arial 22pt bold, sentence case. This layout accommodates a slide title that extends downward to a second line (max. 2 lines).</a:t>
            </a:r>
          </a:p>
        </p:txBody>
      </p:sp>
      <p:sp>
        <p:nvSpPr>
          <p:cNvPr id="7" name="Footer Placeholder 6">
            <a:extLst>
              <a:ext uri="{FF2B5EF4-FFF2-40B4-BE49-F238E27FC236}">
                <a16:creationId xmlns:a16="http://schemas.microsoft.com/office/drawing/2014/main" id="{2F19E74A-0080-4967-9833-9ACB7226DDE7}"/>
              </a:ext>
            </a:extLst>
          </p:cNvPr>
          <p:cNvSpPr>
            <a:spLocks noGrp="1"/>
          </p:cNvSpPr>
          <p:nvPr>
            <p:ph type="ftr" sz="quarter" idx="11"/>
          </p:nvPr>
        </p:nvSpPr>
        <p:spPr/>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8B45D769-A041-452F-B2B9-DCBF82634579}"/>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6" name="Date Placeholder 5" hidden="1">
            <a:extLst>
              <a:ext uri="{FF2B5EF4-FFF2-40B4-BE49-F238E27FC236}">
                <a16:creationId xmlns:a16="http://schemas.microsoft.com/office/drawing/2014/main" id="{371431DB-E6A6-49C5-8087-27C6A3B2A54B}"/>
              </a:ext>
            </a:extLst>
          </p:cNvPr>
          <p:cNvSpPr>
            <a:spLocks noGrp="1"/>
          </p:cNvSpPr>
          <p:nvPr>
            <p:ph type="dt" sz="half" idx="10"/>
          </p:nvPr>
        </p:nvSpPr>
        <p:spPr/>
        <p:txBody>
          <a:bodyPr/>
          <a:lstStyle/>
          <a:p>
            <a:fld id="{563D2711-4916-4AC1-9EA9-C56F49A70B8A}" type="datetime1">
              <a:rPr lang="en-US" smtClean="0"/>
              <a:t>9/17/2026</a:t>
            </a:fld>
            <a:endParaRPr lang="en-US"/>
          </a:p>
        </p:txBody>
      </p:sp>
    </p:spTree>
    <p:extLst>
      <p:ext uri="{BB962C8B-B14F-4D97-AF65-F5344CB8AC3E}">
        <p14:creationId xmlns:p14="http://schemas.microsoft.com/office/powerpoint/2010/main" val="1469356693"/>
      </p:ext>
    </p:extLst>
  </p:cSld>
  <p:clrMapOvr>
    <a:masterClrMapping/>
  </p:clrMapOvr>
  <p:extLst>
    <p:ext uri="{DCECCB84-F9BA-43D5-87BE-67443E8EF086}">
      <p15:sldGuideLst xmlns:p15="http://schemas.microsoft.com/office/powerpoint/2012/main">
        <p15:guide id="1" orient="horz" pos="3776">
          <p15:clr>
            <a:srgbClr val="FBAE40"/>
          </p15:clr>
        </p15:guide>
        <p15:guide id="3" orient="horz" pos="1016">
          <p15:clr>
            <a:srgbClr val="FBAE40"/>
          </p15:clr>
        </p15:guide>
        <p15:guide id="4" orient="horz" pos="344">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07F8-7529-498B-8D34-E0851EDB82CA}"/>
              </a:ext>
            </a:extLst>
          </p:cNvPr>
          <p:cNvSpPr>
            <a:spLocks noGrp="1"/>
          </p:cNvSpPr>
          <p:nvPr>
            <p:ph type="title" hasCustomPrompt="1"/>
          </p:nvPr>
        </p:nvSpPr>
        <p:spPr bwMode="gray"/>
        <p:txBody>
          <a:bodyPr/>
          <a:lstStyle>
            <a:lvl1pPr>
              <a:defRPr/>
            </a:lvl1pPr>
          </a:lstStyle>
          <a:p>
            <a:r>
              <a:rPr lang="en-US"/>
              <a:t>Slide title; Arial 22pt bold, sentence case (1 line)</a:t>
            </a:r>
          </a:p>
        </p:txBody>
      </p:sp>
      <p:sp>
        <p:nvSpPr>
          <p:cNvPr id="3" name="Content Placeholder 2">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8F7E04CA-C30D-40A2-B51C-2DAC9C9B2D09}" type="datetime1">
              <a:rPr lang="en-US" smtClean="0"/>
              <a:t>9/17/2026</a:t>
            </a:fld>
            <a:endParaRPr lang="en-US"/>
          </a:p>
        </p:txBody>
      </p:sp>
    </p:spTree>
    <p:extLst>
      <p:ext uri="{BB962C8B-B14F-4D97-AF65-F5344CB8AC3E}">
        <p14:creationId xmlns:p14="http://schemas.microsoft.com/office/powerpoint/2010/main" val="2006151968"/>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792">
          <p15:clr>
            <a:srgbClr val="FBAE40"/>
          </p15:clr>
        </p15:guide>
        <p15:guide id="3" orient="horz" pos="344">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3">
            <a:extLst>
              <a:ext uri="{FF2B5EF4-FFF2-40B4-BE49-F238E27FC236}">
                <a16:creationId xmlns:a16="http://schemas.microsoft.com/office/drawing/2014/main" id="{7F8E785F-27DE-459F-AC73-FAA76F4C475F}"/>
              </a:ext>
            </a:extLst>
          </p:cNvPr>
          <p:cNvSpPr>
            <a:spLocks noGrp="1"/>
          </p:cNvSpPr>
          <p:nvPr>
            <p:ph type="sldNum" sz="quarter" idx="12"/>
          </p:nvPr>
        </p:nvSpPr>
        <p:spPr/>
        <p:txBody>
          <a:bodyPr/>
          <a:lstStyle/>
          <a:p>
            <a:fld id="{03805D93-7D4B-4CBC-BABC-3A8AC08CB7F4}" type="slidenum">
              <a:rPr lang="en-US" smtClean="0"/>
              <a:t>‹#›</a:t>
            </a:fld>
            <a:endParaRPr lang="en-US"/>
          </a:p>
        </p:txBody>
      </p:sp>
      <p:sp>
        <p:nvSpPr>
          <p:cNvPr id="2" name="Date Placeholder 1" hidden="1">
            <a:extLst>
              <a:ext uri="{FF2B5EF4-FFF2-40B4-BE49-F238E27FC236}">
                <a16:creationId xmlns:a16="http://schemas.microsoft.com/office/drawing/2014/main" id="{2A88930E-BBA5-4E1B-A5EF-DED17AD07096}"/>
              </a:ext>
            </a:extLst>
          </p:cNvPr>
          <p:cNvSpPr>
            <a:spLocks noGrp="1"/>
          </p:cNvSpPr>
          <p:nvPr>
            <p:ph type="dt" sz="half" idx="10"/>
          </p:nvPr>
        </p:nvSpPr>
        <p:spPr/>
        <p:txBody>
          <a:bodyPr/>
          <a:lstStyle/>
          <a:p>
            <a:fld id="{8F242276-4B37-464E-82B5-A2CCFA8D2047}" type="datetime1">
              <a:rPr lang="en-US" smtClean="0"/>
              <a:t>9/17/2026</a:t>
            </a:fld>
            <a:endParaRPr lang="en-US"/>
          </a:p>
        </p:txBody>
      </p:sp>
    </p:spTree>
    <p:extLst>
      <p:ext uri="{BB962C8B-B14F-4D97-AF65-F5344CB8AC3E}">
        <p14:creationId xmlns:p14="http://schemas.microsoft.com/office/powerpoint/2010/main" val="662496318"/>
      </p:ext>
    </p:extLst>
  </p:cSld>
  <p:clrMapOvr>
    <a:masterClrMapping/>
  </p:clrMapOvr>
  <p:extLst>
    <p:ext uri="{DCECCB84-F9BA-43D5-87BE-67443E8EF086}">
      <p15:sldGuideLst xmlns:p15="http://schemas.microsoft.com/office/powerpoint/2012/main">
        <p15:guide id="1" orient="horz" pos="3776">
          <p15:clr>
            <a:srgbClr val="FBAE40"/>
          </p15:clr>
        </p15:guide>
        <p15:guide id="4" orient="horz" pos="344">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71237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descr="Large, stylized quotation 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0"/>
              </a:ext>
            </a:extLst>
          </p:cNvPr>
          <p:cNvSpPr/>
          <p:nvPr/>
        </p:nvSpPr>
        <p:spPr>
          <a:xfrm>
            <a:off x="5873555" y="1193661"/>
            <a:ext cx="454634" cy="348947"/>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rgbClr val="FF612B"/>
          </a:solidFill>
          <a:ln w="9335"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1AC1A5A6-F2E7-4A6D-960D-C8D830EDC445}" type="datetime1">
              <a:rPr lang="en-US" smtClean="0"/>
              <a:t>9/17/2026</a:t>
            </a:fld>
            <a:endParaRPr lang="en-US"/>
          </a:p>
        </p:txBody>
      </p:sp>
    </p:spTree>
    <p:extLst>
      <p:ext uri="{BB962C8B-B14F-4D97-AF65-F5344CB8AC3E}">
        <p14:creationId xmlns:p14="http://schemas.microsoft.com/office/powerpoint/2010/main" val="1143193840"/>
      </p:ext>
    </p:extLst>
  </p:cSld>
  <p:clrMapOvr>
    <a:masterClrMapping/>
  </p:clrMapOvr>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Sky blu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descr="Large, stylized quotation 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0"/>
              </a:ext>
            </a:extLst>
          </p:cNvPr>
          <p:cNvSpPr/>
          <p:nvPr/>
        </p:nvSpPr>
        <p:spPr>
          <a:xfrm>
            <a:off x="5873555" y="767971"/>
            <a:ext cx="454634" cy="348947"/>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rgbClr val="FF612B"/>
          </a:solidFill>
          <a:ln w="9335"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accent6"/>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3" name="Picture Placeholder 7">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accent6"/>
                </a:solidFill>
              </a:defRPr>
            </a:lvl1pPr>
          </a:lstStyle>
          <a:p>
            <a:r>
              <a:rPr lang="en-US"/>
              <a:t>Insert attribution photo</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accent6"/>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BEDB376A-9CC0-4260-A1FB-E4D7D3B0E9C8}" type="datetime1">
              <a:rPr lang="en-US" smtClean="0"/>
              <a:t>9/17/2026</a:t>
            </a:fld>
            <a:endParaRPr lang="en-US"/>
          </a:p>
        </p:txBody>
      </p:sp>
    </p:spTree>
    <p:extLst>
      <p:ext uri="{BB962C8B-B14F-4D97-AF65-F5344CB8AC3E}">
        <p14:creationId xmlns:p14="http://schemas.microsoft.com/office/powerpoint/2010/main" val="2803521669"/>
      </p:ext>
    </p:extLst>
  </p:cSld>
  <p:clrMapOvr>
    <a:masterClrMapping/>
  </p:clrMapOvr>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Quote 02">
    <p:spTree>
      <p:nvGrpSpPr>
        <p:cNvPr id="1" name=""/>
        <p:cNvGrpSpPr/>
        <p:nvPr/>
      </p:nvGrpSpPr>
      <p:grpSpPr>
        <a:xfrm>
          <a:off x="0" y="0"/>
          <a:ext cx="0" cy="0"/>
          <a:chOff x="0" y="0"/>
          <a:chExt cx="0" cy="0"/>
        </a:xfrm>
      </p:grpSpPr>
      <p:sp>
        <p:nvSpPr>
          <p:cNvPr id="7" name="Background box">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descr="Large, stylized quotation 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0"/>
              </a:ext>
            </a:extLst>
          </p:cNvPr>
          <p:cNvSpPr/>
          <p:nvPr/>
        </p:nvSpPr>
        <p:spPr>
          <a:xfrm>
            <a:off x="5873555" y="1193661"/>
            <a:ext cx="454634" cy="348947"/>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rgbClr val="FF612B"/>
          </a:solidFill>
          <a:ln w="9335"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841285"/>
            <a:ext cx="8235950" cy="2798977"/>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Arial 26pt, sentence case. Do not modify size or placement of textbox.”</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B8DFD118-AC3B-49F2-BA0B-7B9DF70B8F3E}" type="datetime1">
              <a:rPr lang="en-US" smtClean="0"/>
              <a:t>9/17/2026</a:t>
            </a:fld>
            <a:endParaRPr lang="en-US"/>
          </a:p>
        </p:txBody>
      </p:sp>
    </p:spTree>
    <p:extLst>
      <p:ext uri="{BB962C8B-B14F-4D97-AF65-F5344CB8AC3E}">
        <p14:creationId xmlns:p14="http://schemas.microsoft.com/office/powerpoint/2010/main" val="323621918"/>
      </p:ext>
    </p:extLst>
  </p:cSld>
  <p:clrMapOvr>
    <a:masterClrMapping/>
  </p:clrMapOvr>
  <p:extLst>
    <p:ext uri="{DCECCB84-F9BA-43D5-87BE-67443E8EF086}">
      <p15:sldGuideLst xmlns:p15="http://schemas.microsoft.com/office/powerpoint/2012/main">
        <p15:guide id="1" orient="horz" pos="1160">
          <p15:clr>
            <a:srgbClr val="FBAE40"/>
          </p15:clr>
        </p15:guide>
        <p15:guide id="2" pos="1245">
          <p15:clr>
            <a:srgbClr val="FBAE40"/>
          </p15:clr>
        </p15:guide>
        <p15:guide id="3" pos="6433">
          <p15:clr>
            <a:srgbClr val="FBAE40"/>
          </p15:clr>
        </p15:guide>
        <p15:guide id="4" orient="horz" pos="2923">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Quote with Photo 02">
    <p:spTree>
      <p:nvGrpSpPr>
        <p:cNvPr id="1" name=""/>
        <p:cNvGrpSpPr/>
        <p:nvPr/>
      </p:nvGrpSpPr>
      <p:grpSpPr>
        <a:xfrm>
          <a:off x="0" y="0"/>
          <a:ext cx="0" cy="0"/>
          <a:chOff x="0" y="0"/>
          <a:chExt cx="0" cy="0"/>
        </a:xfrm>
      </p:grpSpPr>
      <p:sp>
        <p:nvSpPr>
          <p:cNvPr id="7" name="Background box">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184404" y="182880"/>
            <a:ext cx="11823192" cy="5936084"/>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descr="Large, stylized quotation mark">
            <a:extLst>
              <a:ext uri="{FF2B5EF4-FFF2-40B4-BE49-F238E27FC236}">
                <a16:creationId xmlns:a16="http://schemas.microsoft.com/office/drawing/2014/main" id="{47B4F648-210C-4071-94A2-A05559F7D888}"/>
              </a:ext>
              <a:ext uri="{C183D7F6-B498-43B3-948B-1728B52AA6E4}">
                <adec:decorative xmlns:adec="http://schemas.microsoft.com/office/drawing/2017/decorative" val="0"/>
              </a:ext>
            </a:extLst>
          </p:cNvPr>
          <p:cNvSpPr/>
          <p:nvPr/>
        </p:nvSpPr>
        <p:spPr>
          <a:xfrm>
            <a:off x="5873555" y="767971"/>
            <a:ext cx="454634" cy="348947"/>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rgbClr val="FF612B"/>
          </a:solidFill>
          <a:ln w="9335" cap="flat">
            <a:noFill/>
            <a:prstDash val="solid"/>
            <a:miter/>
          </a:ln>
        </p:spPr>
        <p:txBody>
          <a:bodyPr rtlCol="0" anchor="ctr"/>
          <a:lstStyle/>
          <a:p>
            <a:endParaRPr lang="en-US"/>
          </a:p>
        </p:txBody>
      </p:sp>
      <p:sp>
        <p:nvSpPr>
          <p:cNvPr id="6" name="Text Placeholder 5">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976438" y="1435101"/>
            <a:ext cx="8235950" cy="2451100"/>
          </a:xfrm>
        </p:spPr>
        <p:txBody>
          <a:bodyPr>
            <a:normAutofit/>
          </a:bodyPr>
          <a:lstStyle>
            <a:lvl1pPr algn="ctr">
              <a:spcBef>
                <a:spcPts val="1200"/>
              </a:spcBef>
              <a:defRPr sz="2600">
                <a:solidFill>
                  <a:schemeClr val="tx1"/>
                </a:solidFill>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Arial 26pt, sentence case. Do not modify size or placement of textbox.”</a:t>
            </a:r>
          </a:p>
        </p:txBody>
      </p:sp>
      <p:sp>
        <p:nvSpPr>
          <p:cNvPr id="13" name="Picture Placeholder 7">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5570220" y="4103249"/>
            <a:ext cx="1051560" cy="1051560"/>
          </a:xfrm>
          <a:prstGeom prst="ellipse">
            <a:avLst/>
          </a:prstGeom>
        </p:spPr>
        <p:txBody>
          <a:bodyPr>
            <a:normAutofit/>
          </a:bodyPr>
          <a:lstStyle>
            <a:lvl1pPr algn="ctr">
              <a:spcBef>
                <a:spcPts val="0"/>
              </a:spcBef>
              <a:defRPr sz="800">
                <a:solidFill>
                  <a:schemeClr val="tx1"/>
                </a:solidFill>
              </a:defRPr>
            </a:lvl1pPr>
          </a:lstStyle>
          <a:p>
            <a:r>
              <a:rPr lang="en-US"/>
              <a:t>Insert attribution photo</a:t>
            </a:r>
          </a:p>
        </p:txBody>
      </p:sp>
      <p:sp>
        <p:nvSpPr>
          <p:cNvPr id="10" name="Text Placeholder 9">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3695700" y="5370594"/>
            <a:ext cx="4800600" cy="215444"/>
          </a:xfrm>
        </p:spPr>
        <p:txBody>
          <a:bodyPr wrap="square" anchor="b">
            <a:spAutoFit/>
          </a:bodyPr>
          <a:lstStyle>
            <a:lvl1pPr algn="ct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ext Placeholder 9">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3695700" y="5612482"/>
            <a:ext cx="4800600" cy="184666"/>
          </a:xfrm>
        </p:spPr>
        <p:txBody>
          <a:bodyPr wrap="square" anchor="t">
            <a:spAutoFit/>
          </a:bodyPr>
          <a:lstStyle>
            <a:lvl1pPr algn="ct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9F7F53CA-DA9B-42DE-BC32-1FB13BF92AF8}" type="datetime1">
              <a:rPr lang="en-US" smtClean="0"/>
              <a:t>9/17/2026</a:t>
            </a:fld>
            <a:endParaRPr lang="en-US"/>
          </a:p>
        </p:txBody>
      </p:sp>
    </p:spTree>
    <p:extLst>
      <p:ext uri="{BB962C8B-B14F-4D97-AF65-F5344CB8AC3E}">
        <p14:creationId xmlns:p14="http://schemas.microsoft.com/office/powerpoint/2010/main" val="864249015"/>
      </p:ext>
    </p:extLst>
  </p:cSld>
  <p:clrMapOvr>
    <a:masterClrMapping/>
  </p:clrMapOvr>
  <p:extLst>
    <p:ext uri="{DCECCB84-F9BA-43D5-87BE-67443E8EF086}">
      <p15:sldGuideLst xmlns:p15="http://schemas.microsoft.com/office/powerpoint/2012/main">
        <p15:guide id="1" pos="1248">
          <p15:clr>
            <a:srgbClr val="FFC000"/>
          </p15:clr>
        </p15:guide>
        <p15:guide id="2" pos="6432">
          <p15:clr>
            <a:srgbClr val="FFC000"/>
          </p15:clr>
        </p15:guide>
        <p15:guide id="3" orient="horz" pos="904">
          <p15:clr>
            <a:srgbClr val="FFC000"/>
          </p15:clr>
        </p15:guide>
        <p15:guide id="4" orient="horz" pos="2448">
          <p15:clr>
            <a:srgbClr val="FFC00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3924300"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3924300" y="3708424"/>
            <a:ext cx="4343400" cy="230832"/>
          </a:xfrm>
        </p:spPr>
        <p:txBody>
          <a:bodyPr>
            <a:spAutoFit/>
          </a:bodyPr>
          <a:lstStyle>
            <a:lvl1pPr algn="ctr">
              <a:defRPr sz="1500"/>
            </a:lvl1pPr>
          </a:lstStyle>
          <a:p>
            <a:pPr lvl="0"/>
            <a:r>
              <a:rPr lang="en-US"/>
              <a:t>Context about fact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5087FC9B-1C7F-4ADF-9DC1-8BD3DCF6C9B1}" type="datetime1">
              <a:rPr lang="en-US" smtClean="0"/>
              <a:t>9/17/2026</a:t>
            </a:fld>
            <a:endParaRPr lang="en-US"/>
          </a:p>
        </p:txBody>
      </p:sp>
    </p:spTree>
    <p:extLst>
      <p:ext uri="{BB962C8B-B14F-4D97-AF65-F5344CB8AC3E}">
        <p14:creationId xmlns:p14="http://schemas.microsoft.com/office/powerpoint/2010/main" val="579344385"/>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9" name="Text Placeholder 8">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lvl1pPr>
          </a:lstStyle>
          <a:p>
            <a:pPr lvl="0"/>
            <a:r>
              <a:rPr lang="en-US"/>
              <a:t>Context about fact</a:t>
            </a:r>
          </a:p>
        </p:txBody>
      </p:sp>
      <p:sp>
        <p:nvSpPr>
          <p:cNvPr id="7" name="Text Placeholder 5">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a:solidFill>
                  <a:schemeClr val="accent6"/>
                </a:solidFill>
              </a:defRPr>
            </a:lvl1pPr>
          </a:lstStyle>
          <a:p>
            <a:pPr lvl="0"/>
            <a:r>
              <a:rPr lang="en-US"/>
              <a:t>###%</a:t>
            </a:r>
          </a:p>
        </p:txBody>
      </p:sp>
      <p:sp>
        <p:nvSpPr>
          <p:cNvPr id="8" name="Text Placeholder 8">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lvl1pPr>
          </a:lstStyle>
          <a:p>
            <a:pPr lvl="0"/>
            <a:r>
              <a:rPr lang="en-US"/>
              <a:t>Context about fact</a:t>
            </a:r>
          </a:p>
        </p:txBody>
      </p:sp>
      <p:sp>
        <p:nvSpPr>
          <p:cNvPr id="4" name="Footer Placeholder 3">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4">
            <a:extLst>
              <a:ext uri="{FF2B5EF4-FFF2-40B4-BE49-F238E27FC236}">
                <a16:creationId xmlns:a16="http://schemas.microsoft.com/office/drawing/2014/main" id="{3AF1A2B5-5197-4E57-9D4D-CCCEAD7BAFB2}"/>
              </a:ext>
            </a:extLst>
          </p:cNvPr>
          <p:cNvSpPr>
            <a:spLocks noGrp="1"/>
          </p:cNvSpPr>
          <p:nvPr>
            <p:ph type="sldNum" sz="quarter" idx="12"/>
          </p:nvPr>
        </p:nvSpPr>
        <p:spPr/>
        <p:txBody>
          <a:bodyPr/>
          <a:lstStyle/>
          <a:p>
            <a:fld id="{03805D93-7D4B-4CBC-BABC-3A8AC08CB7F4}" type="slidenum">
              <a:rPr lang="en-US" smtClean="0"/>
              <a:pPr/>
              <a:t>‹#›</a:t>
            </a:fld>
            <a:endParaRPr lang="en-US"/>
          </a:p>
        </p:txBody>
      </p:sp>
      <p:sp>
        <p:nvSpPr>
          <p:cNvPr id="3" name="Date Placeholder 2" hidden="1">
            <a:extLst>
              <a:ext uri="{FF2B5EF4-FFF2-40B4-BE49-F238E27FC236}">
                <a16:creationId xmlns:a16="http://schemas.microsoft.com/office/drawing/2014/main" id="{A03ECA26-E932-4438-A611-CD2E9AA59D7D}"/>
              </a:ext>
            </a:extLst>
          </p:cNvPr>
          <p:cNvSpPr>
            <a:spLocks noGrp="1"/>
          </p:cNvSpPr>
          <p:nvPr>
            <p:ph type="dt" sz="half" idx="10"/>
          </p:nvPr>
        </p:nvSpPr>
        <p:spPr/>
        <p:txBody>
          <a:bodyPr/>
          <a:lstStyle/>
          <a:p>
            <a:fld id="{D66124C2-8024-4FE0-A9C8-31A6FDFB86B0}" type="datetime1">
              <a:rPr lang="en-US" smtClean="0"/>
              <a:t>9/17/2026</a:t>
            </a:fld>
            <a:endParaRPr lang="en-US"/>
          </a:p>
        </p:txBody>
      </p:sp>
    </p:spTree>
    <p:extLst>
      <p:ext uri="{BB962C8B-B14F-4D97-AF65-F5344CB8AC3E}">
        <p14:creationId xmlns:p14="http://schemas.microsoft.com/office/powerpoint/2010/main" val="1620951386"/>
      </p:ext>
    </p:extLst>
  </p:cSld>
  <p:clrMapOvr>
    <a:masterClrMapping/>
  </p:clrMapOvr>
  <p:extLst>
    <p:ext uri="{DCECCB84-F9BA-43D5-87BE-67443E8EF086}">
      <p15:sldGuideLst xmlns:p15="http://schemas.microsoft.com/office/powerpoint/2012/main">
        <p15:guide id="1" orient="horz" pos="3776">
          <p15:clr>
            <a:srgbClr val="FBAE40"/>
          </p15:clr>
        </p15:guide>
        <p15:guide id="2" orient="horz" pos="344">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387798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Themes </a:t>
            </a:r>
            <a:r>
              <a:rPr lang="en-US" sz="13000" b="0">
                <a:solidFill>
                  <a:schemeClr val="bg1"/>
                </a:solidFill>
              </a:rPr>
              <a:t>(Optional)</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19177"/>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ver - Circles">
    <p:bg>
      <p:bgRef idx="1001">
        <a:schemeClr val="bg1"/>
      </p:bgRef>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57201" y="2444106"/>
            <a:ext cx="548640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57201" y="4622786"/>
            <a:ext cx="5486400" cy="553998"/>
          </a:xfrm>
        </p:spPr>
        <p:txBody>
          <a:bodyPr wrap="square">
            <a:spAutoFit/>
          </a:bodyPr>
          <a:lstStyle>
            <a:lvl1pPr marL="0" indent="0">
              <a:spcBef>
                <a:spcPts val="0"/>
              </a:spcBef>
              <a:buFont typeface="Arial" panose="020B0604020202020204" pitchFamily="34" charset="0"/>
              <a:buNone/>
              <a:defRPr sz="18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bold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57200" y="6184202"/>
            <a:ext cx="548640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grpSp>
        <p:nvGrpSpPr>
          <p:cNvPr id="4" name="Group 3">
            <a:extLst>
              <a:ext uri="{FF2B5EF4-FFF2-40B4-BE49-F238E27FC236}">
                <a16:creationId xmlns:a16="http://schemas.microsoft.com/office/drawing/2014/main" id="{76161942-EDDE-7E45-31EB-C4DFF3FB884C}"/>
              </a:ext>
              <a:ext uri="{C183D7F6-B498-43B3-948B-1728B52AA6E4}">
                <adec:decorative xmlns:adec="http://schemas.microsoft.com/office/drawing/2017/decorative" val="1"/>
              </a:ext>
            </a:extLst>
          </p:cNvPr>
          <p:cNvGrpSpPr/>
          <p:nvPr userDrawn="1"/>
        </p:nvGrpSpPr>
        <p:grpSpPr bwMode="gray">
          <a:xfrm>
            <a:off x="6589986" y="0"/>
            <a:ext cx="5602015" cy="6858001"/>
            <a:chOff x="6589986" y="0"/>
            <a:chExt cx="5602015" cy="6858001"/>
          </a:xfrm>
        </p:grpSpPr>
        <p:sp>
          <p:nvSpPr>
            <p:cNvPr id="10" name="Oval 9">
              <a:extLst>
                <a:ext uri="{FF2B5EF4-FFF2-40B4-BE49-F238E27FC236}">
                  <a16:creationId xmlns:a16="http://schemas.microsoft.com/office/drawing/2014/main" id="{FD245413-8FD0-E03A-0CB5-B17DB7E65874}"/>
                </a:ext>
              </a:extLst>
            </p:cNvPr>
            <p:cNvSpPr/>
            <p:nvPr userDrawn="1"/>
          </p:nvSpPr>
          <p:spPr bwMode="gray">
            <a:xfrm>
              <a:off x="6589986" y="1236015"/>
              <a:ext cx="1545021" cy="154502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94256F4F-5186-B0AC-B5EB-03CE1DE33165}"/>
                </a:ext>
              </a:extLst>
            </p:cNvPr>
            <p:cNvSpPr/>
            <p:nvPr userDrawn="1"/>
          </p:nvSpPr>
          <p:spPr bwMode="gray">
            <a:xfrm>
              <a:off x="6589986" y="2944997"/>
              <a:ext cx="1545021" cy="154502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6" name="Freeform: Shape 55">
              <a:extLst>
                <a:ext uri="{FF2B5EF4-FFF2-40B4-BE49-F238E27FC236}">
                  <a16:creationId xmlns:a16="http://schemas.microsoft.com/office/drawing/2014/main" id="{2A768A4A-FB96-B57B-1F58-5CBDF8C61E53}"/>
                </a:ext>
              </a:extLst>
            </p:cNvPr>
            <p:cNvSpPr/>
            <p:nvPr userDrawn="1"/>
          </p:nvSpPr>
          <p:spPr bwMode="gray">
            <a:xfrm>
              <a:off x="6643485" y="6362961"/>
              <a:ext cx="1438025" cy="495039"/>
            </a:xfrm>
            <a:custGeom>
              <a:avLst/>
              <a:gdLst>
                <a:gd name="connsiteX0" fmla="*/ 719012 w 1438025"/>
                <a:gd name="connsiteY0" fmla="*/ 0 h 495039"/>
                <a:gd name="connsiteX1" fmla="*/ 1430816 w 1438025"/>
                <a:gd name="connsiteY1" fmla="*/ 471815 h 495039"/>
                <a:gd name="connsiteX2" fmla="*/ 1438025 w 1438025"/>
                <a:gd name="connsiteY2" fmla="*/ 495039 h 495039"/>
                <a:gd name="connsiteX3" fmla="*/ 0 w 1438025"/>
                <a:gd name="connsiteY3" fmla="*/ 495039 h 495039"/>
                <a:gd name="connsiteX4" fmla="*/ 7209 w 1438025"/>
                <a:gd name="connsiteY4" fmla="*/ 471815 h 495039"/>
                <a:gd name="connsiteX5" fmla="*/ 719012 w 1438025"/>
                <a:gd name="connsiteY5" fmla="*/ 0 h 49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8025" h="495039">
                  <a:moveTo>
                    <a:pt x="719012" y="0"/>
                  </a:moveTo>
                  <a:cubicBezTo>
                    <a:pt x="1038997" y="0"/>
                    <a:pt x="1313542" y="194549"/>
                    <a:pt x="1430816" y="471815"/>
                  </a:cubicBezTo>
                  <a:lnTo>
                    <a:pt x="1438025" y="495039"/>
                  </a:lnTo>
                  <a:lnTo>
                    <a:pt x="0" y="495039"/>
                  </a:lnTo>
                  <a:lnTo>
                    <a:pt x="7209" y="471815"/>
                  </a:lnTo>
                  <a:cubicBezTo>
                    <a:pt x="124483" y="194549"/>
                    <a:pt x="399028" y="0"/>
                    <a:pt x="719012" y="0"/>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0" name="Freeform: Shape 49">
              <a:extLst>
                <a:ext uri="{FF2B5EF4-FFF2-40B4-BE49-F238E27FC236}">
                  <a16:creationId xmlns:a16="http://schemas.microsoft.com/office/drawing/2014/main" id="{94B7C9C2-EDC6-573C-9A49-05BCDAFCB847}"/>
                </a:ext>
              </a:extLst>
            </p:cNvPr>
            <p:cNvSpPr/>
            <p:nvPr userDrawn="1"/>
          </p:nvSpPr>
          <p:spPr bwMode="gray">
            <a:xfrm>
              <a:off x="8304923" y="0"/>
              <a:ext cx="1545022" cy="1072055"/>
            </a:xfrm>
            <a:custGeom>
              <a:avLst/>
              <a:gdLst>
                <a:gd name="connsiteX0" fmla="*/ 60350 w 1545022"/>
                <a:gd name="connsiteY0" fmla="*/ 0 h 1072055"/>
                <a:gd name="connsiteX1" fmla="*/ 1484672 w 1545022"/>
                <a:gd name="connsiteY1" fmla="*/ 0 h 1072055"/>
                <a:gd name="connsiteX2" fmla="*/ 1529327 w 1545022"/>
                <a:gd name="connsiteY2" fmla="*/ 143856 h 1072055"/>
                <a:gd name="connsiteX3" fmla="*/ 1545022 w 1545022"/>
                <a:gd name="connsiteY3" fmla="*/ 299544 h 1072055"/>
                <a:gd name="connsiteX4" fmla="*/ 772511 w 1545022"/>
                <a:gd name="connsiteY4" fmla="*/ 1072055 h 1072055"/>
                <a:gd name="connsiteX5" fmla="*/ 0 w 1545022"/>
                <a:gd name="connsiteY5" fmla="*/ 299544 h 1072055"/>
                <a:gd name="connsiteX6" fmla="*/ 15695 w 1545022"/>
                <a:gd name="connsiteY6" fmla="*/ 143856 h 107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5022" h="1072055">
                  <a:moveTo>
                    <a:pt x="60350" y="0"/>
                  </a:moveTo>
                  <a:lnTo>
                    <a:pt x="1484672" y="0"/>
                  </a:lnTo>
                  <a:lnTo>
                    <a:pt x="1529327" y="143856"/>
                  </a:lnTo>
                  <a:cubicBezTo>
                    <a:pt x="1539618" y="194145"/>
                    <a:pt x="1545022" y="246213"/>
                    <a:pt x="1545022" y="299544"/>
                  </a:cubicBezTo>
                  <a:cubicBezTo>
                    <a:pt x="1545022" y="726190"/>
                    <a:pt x="1199157" y="1072055"/>
                    <a:pt x="772511" y="1072055"/>
                  </a:cubicBezTo>
                  <a:cubicBezTo>
                    <a:pt x="345865" y="1072055"/>
                    <a:pt x="0" y="726190"/>
                    <a:pt x="0" y="299544"/>
                  </a:cubicBezTo>
                  <a:cubicBezTo>
                    <a:pt x="0" y="246213"/>
                    <a:pt x="5404" y="194145"/>
                    <a:pt x="15695" y="143856"/>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Oval 20">
              <a:extLst>
                <a:ext uri="{FF2B5EF4-FFF2-40B4-BE49-F238E27FC236}">
                  <a16:creationId xmlns:a16="http://schemas.microsoft.com/office/drawing/2014/main" id="{363E7B35-0977-2958-8F1F-932A6BBD585D}"/>
                </a:ext>
              </a:extLst>
            </p:cNvPr>
            <p:cNvSpPr/>
            <p:nvPr userDrawn="1"/>
          </p:nvSpPr>
          <p:spPr bwMode="gray">
            <a:xfrm>
              <a:off x="8304924" y="2944997"/>
              <a:ext cx="1545021" cy="154502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2" name="Oval 21">
              <a:extLst>
                <a:ext uri="{FF2B5EF4-FFF2-40B4-BE49-F238E27FC236}">
                  <a16:creationId xmlns:a16="http://schemas.microsoft.com/office/drawing/2014/main" id="{D468B2FD-A207-7F02-CD5C-3C9A5DAC24FB}"/>
                </a:ext>
              </a:extLst>
            </p:cNvPr>
            <p:cNvSpPr/>
            <p:nvPr userDrawn="1"/>
          </p:nvSpPr>
          <p:spPr bwMode="gray">
            <a:xfrm>
              <a:off x="8304924" y="4653979"/>
              <a:ext cx="1545021" cy="154502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8" name="Freeform: Shape 57">
              <a:extLst>
                <a:ext uri="{FF2B5EF4-FFF2-40B4-BE49-F238E27FC236}">
                  <a16:creationId xmlns:a16="http://schemas.microsoft.com/office/drawing/2014/main" id="{E0BF087B-1671-339F-71EE-72AD2DF9E947}"/>
                </a:ext>
              </a:extLst>
            </p:cNvPr>
            <p:cNvSpPr/>
            <p:nvPr userDrawn="1"/>
          </p:nvSpPr>
          <p:spPr bwMode="gray">
            <a:xfrm>
              <a:off x="8358423" y="6362961"/>
              <a:ext cx="1438024" cy="495039"/>
            </a:xfrm>
            <a:custGeom>
              <a:avLst/>
              <a:gdLst>
                <a:gd name="connsiteX0" fmla="*/ 719012 w 1438024"/>
                <a:gd name="connsiteY0" fmla="*/ 0 h 495039"/>
                <a:gd name="connsiteX1" fmla="*/ 1430815 w 1438024"/>
                <a:gd name="connsiteY1" fmla="*/ 471815 h 495039"/>
                <a:gd name="connsiteX2" fmla="*/ 1438024 w 1438024"/>
                <a:gd name="connsiteY2" fmla="*/ 495039 h 495039"/>
                <a:gd name="connsiteX3" fmla="*/ 0 w 1438024"/>
                <a:gd name="connsiteY3" fmla="*/ 495039 h 495039"/>
                <a:gd name="connsiteX4" fmla="*/ 7209 w 1438024"/>
                <a:gd name="connsiteY4" fmla="*/ 471815 h 495039"/>
                <a:gd name="connsiteX5" fmla="*/ 719012 w 1438024"/>
                <a:gd name="connsiteY5" fmla="*/ 0 h 49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8024" h="495039">
                  <a:moveTo>
                    <a:pt x="719012" y="0"/>
                  </a:moveTo>
                  <a:cubicBezTo>
                    <a:pt x="1038997" y="0"/>
                    <a:pt x="1313542" y="194549"/>
                    <a:pt x="1430815" y="471815"/>
                  </a:cubicBezTo>
                  <a:lnTo>
                    <a:pt x="1438024" y="495039"/>
                  </a:lnTo>
                  <a:lnTo>
                    <a:pt x="0" y="495039"/>
                  </a:lnTo>
                  <a:lnTo>
                    <a:pt x="7209" y="471815"/>
                  </a:lnTo>
                  <a:cubicBezTo>
                    <a:pt x="124482" y="194549"/>
                    <a:pt x="399028" y="0"/>
                    <a:pt x="719012" y="0"/>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4" name="Oval 23">
              <a:extLst>
                <a:ext uri="{FF2B5EF4-FFF2-40B4-BE49-F238E27FC236}">
                  <a16:creationId xmlns:a16="http://schemas.microsoft.com/office/drawing/2014/main" id="{034E0C3D-397E-DE88-FAC6-04E21A5AAB73}"/>
                </a:ext>
              </a:extLst>
            </p:cNvPr>
            <p:cNvSpPr/>
            <p:nvPr userDrawn="1"/>
          </p:nvSpPr>
          <p:spPr bwMode="gray">
            <a:xfrm>
              <a:off x="10019862" y="1236015"/>
              <a:ext cx="1545021" cy="154502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2" name="Freeform: Shape 51">
              <a:extLst>
                <a:ext uri="{FF2B5EF4-FFF2-40B4-BE49-F238E27FC236}">
                  <a16:creationId xmlns:a16="http://schemas.microsoft.com/office/drawing/2014/main" id="{4FDBECEC-0C7A-342C-2AF3-789E986ADB59}"/>
                </a:ext>
              </a:extLst>
            </p:cNvPr>
            <p:cNvSpPr/>
            <p:nvPr userDrawn="1"/>
          </p:nvSpPr>
          <p:spPr bwMode="gray">
            <a:xfrm>
              <a:off x="10019861" y="0"/>
              <a:ext cx="1545022" cy="1072055"/>
            </a:xfrm>
            <a:custGeom>
              <a:avLst/>
              <a:gdLst>
                <a:gd name="connsiteX0" fmla="*/ 60350 w 1545022"/>
                <a:gd name="connsiteY0" fmla="*/ 0 h 1072055"/>
                <a:gd name="connsiteX1" fmla="*/ 1484672 w 1545022"/>
                <a:gd name="connsiteY1" fmla="*/ 0 h 1072055"/>
                <a:gd name="connsiteX2" fmla="*/ 1529327 w 1545022"/>
                <a:gd name="connsiteY2" fmla="*/ 143856 h 1072055"/>
                <a:gd name="connsiteX3" fmla="*/ 1545022 w 1545022"/>
                <a:gd name="connsiteY3" fmla="*/ 299544 h 1072055"/>
                <a:gd name="connsiteX4" fmla="*/ 772511 w 1545022"/>
                <a:gd name="connsiteY4" fmla="*/ 1072055 h 1072055"/>
                <a:gd name="connsiteX5" fmla="*/ 0 w 1545022"/>
                <a:gd name="connsiteY5" fmla="*/ 299544 h 1072055"/>
                <a:gd name="connsiteX6" fmla="*/ 15695 w 1545022"/>
                <a:gd name="connsiteY6" fmla="*/ 143856 h 107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5022" h="1072055">
                  <a:moveTo>
                    <a:pt x="60350" y="0"/>
                  </a:moveTo>
                  <a:lnTo>
                    <a:pt x="1484672" y="0"/>
                  </a:lnTo>
                  <a:lnTo>
                    <a:pt x="1529327" y="143856"/>
                  </a:lnTo>
                  <a:cubicBezTo>
                    <a:pt x="1539618" y="194145"/>
                    <a:pt x="1545022" y="246213"/>
                    <a:pt x="1545022" y="299544"/>
                  </a:cubicBezTo>
                  <a:cubicBezTo>
                    <a:pt x="1545022" y="726190"/>
                    <a:pt x="1199157" y="1072055"/>
                    <a:pt x="772511" y="1072055"/>
                  </a:cubicBezTo>
                  <a:cubicBezTo>
                    <a:pt x="345865" y="1072055"/>
                    <a:pt x="0" y="726190"/>
                    <a:pt x="0" y="299544"/>
                  </a:cubicBezTo>
                  <a:cubicBezTo>
                    <a:pt x="0" y="246213"/>
                    <a:pt x="5404" y="194145"/>
                    <a:pt x="15695" y="143856"/>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0" name="Freeform: Shape 59">
              <a:extLst>
                <a:ext uri="{FF2B5EF4-FFF2-40B4-BE49-F238E27FC236}">
                  <a16:creationId xmlns:a16="http://schemas.microsoft.com/office/drawing/2014/main" id="{6269BC16-0786-49DD-0879-B4F17ACBBDFB}"/>
                </a:ext>
              </a:extLst>
            </p:cNvPr>
            <p:cNvSpPr/>
            <p:nvPr userDrawn="1"/>
          </p:nvSpPr>
          <p:spPr bwMode="gray">
            <a:xfrm>
              <a:off x="10073361" y="6362961"/>
              <a:ext cx="1438024" cy="495039"/>
            </a:xfrm>
            <a:custGeom>
              <a:avLst/>
              <a:gdLst>
                <a:gd name="connsiteX0" fmla="*/ 719012 w 1438024"/>
                <a:gd name="connsiteY0" fmla="*/ 0 h 495039"/>
                <a:gd name="connsiteX1" fmla="*/ 1430815 w 1438024"/>
                <a:gd name="connsiteY1" fmla="*/ 471815 h 495039"/>
                <a:gd name="connsiteX2" fmla="*/ 1438024 w 1438024"/>
                <a:gd name="connsiteY2" fmla="*/ 495039 h 495039"/>
                <a:gd name="connsiteX3" fmla="*/ 0 w 1438024"/>
                <a:gd name="connsiteY3" fmla="*/ 495039 h 495039"/>
                <a:gd name="connsiteX4" fmla="*/ 7209 w 1438024"/>
                <a:gd name="connsiteY4" fmla="*/ 471815 h 495039"/>
                <a:gd name="connsiteX5" fmla="*/ 719012 w 1438024"/>
                <a:gd name="connsiteY5" fmla="*/ 0 h 49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8024" h="495039">
                  <a:moveTo>
                    <a:pt x="719012" y="0"/>
                  </a:moveTo>
                  <a:cubicBezTo>
                    <a:pt x="1038996" y="0"/>
                    <a:pt x="1313542" y="194549"/>
                    <a:pt x="1430815" y="471815"/>
                  </a:cubicBezTo>
                  <a:lnTo>
                    <a:pt x="1438024" y="495039"/>
                  </a:lnTo>
                  <a:lnTo>
                    <a:pt x="0" y="495039"/>
                  </a:lnTo>
                  <a:lnTo>
                    <a:pt x="7209" y="471815"/>
                  </a:lnTo>
                  <a:cubicBezTo>
                    <a:pt x="124482" y="194549"/>
                    <a:pt x="399028" y="0"/>
                    <a:pt x="719012" y="0"/>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8" name="Freeform: Shape 67">
              <a:extLst>
                <a:ext uri="{FF2B5EF4-FFF2-40B4-BE49-F238E27FC236}">
                  <a16:creationId xmlns:a16="http://schemas.microsoft.com/office/drawing/2014/main" id="{3AEDD267-848C-A5FB-9D8A-FA5F032E4A6F}"/>
                </a:ext>
              </a:extLst>
            </p:cNvPr>
            <p:cNvSpPr/>
            <p:nvPr userDrawn="1"/>
          </p:nvSpPr>
          <p:spPr bwMode="gray">
            <a:xfrm>
              <a:off x="11734799" y="1304655"/>
              <a:ext cx="457201" cy="1407742"/>
            </a:xfrm>
            <a:custGeom>
              <a:avLst/>
              <a:gdLst>
                <a:gd name="connsiteX0" fmla="*/ 457201 w 457201"/>
                <a:gd name="connsiteY0" fmla="*/ 0 h 1407742"/>
                <a:gd name="connsiteX1" fmla="*/ 457201 w 457201"/>
                <a:gd name="connsiteY1" fmla="*/ 1407742 h 1407742"/>
                <a:gd name="connsiteX2" fmla="*/ 340593 w 457201"/>
                <a:gd name="connsiteY2" fmla="*/ 1344449 h 1407742"/>
                <a:gd name="connsiteX3" fmla="*/ 0 w 457201"/>
                <a:gd name="connsiteY3" fmla="*/ 703871 h 1407742"/>
                <a:gd name="connsiteX4" fmla="*/ 340593 w 457201"/>
                <a:gd name="connsiteY4" fmla="*/ 63293 h 1407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1" h="1407742">
                  <a:moveTo>
                    <a:pt x="457201" y="0"/>
                  </a:moveTo>
                  <a:lnTo>
                    <a:pt x="457201" y="1407742"/>
                  </a:lnTo>
                  <a:lnTo>
                    <a:pt x="340593" y="1344449"/>
                  </a:lnTo>
                  <a:cubicBezTo>
                    <a:pt x="135104" y="1205624"/>
                    <a:pt x="0" y="970525"/>
                    <a:pt x="0" y="703871"/>
                  </a:cubicBezTo>
                  <a:cubicBezTo>
                    <a:pt x="0" y="437217"/>
                    <a:pt x="135104" y="202119"/>
                    <a:pt x="340593" y="63293"/>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6" name="Freeform: Shape 65">
              <a:extLst>
                <a:ext uri="{FF2B5EF4-FFF2-40B4-BE49-F238E27FC236}">
                  <a16:creationId xmlns:a16="http://schemas.microsoft.com/office/drawing/2014/main" id="{5ED7ADAF-20AD-CD1B-AA2C-238E34F98CA6}"/>
                </a:ext>
              </a:extLst>
            </p:cNvPr>
            <p:cNvSpPr/>
            <p:nvPr userDrawn="1"/>
          </p:nvSpPr>
          <p:spPr bwMode="gray">
            <a:xfrm>
              <a:off x="11734799" y="3013637"/>
              <a:ext cx="457201" cy="1407742"/>
            </a:xfrm>
            <a:custGeom>
              <a:avLst/>
              <a:gdLst>
                <a:gd name="connsiteX0" fmla="*/ 457201 w 457201"/>
                <a:gd name="connsiteY0" fmla="*/ 0 h 1407742"/>
                <a:gd name="connsiteX1" fmla="*/ 457201 w 457201"/>
                <a:gd name="connsiteY1" fmla="*/ 1407742 h 1407742"/>
                <a:gd name="connsiteX2" fmla="*/ 340593 w 457201"/>
                <a:gd name="connsiteY2" fmla="*/ 1344449 h 1407742"/>
                <a:gd name="connsiteX3" fmla="*/ 0 w 457201"/>
                <a:gd name="connsiteY3" fmla="*/ 703871 h 1407742"/>
                <a:gd name="connsiteX4" fmla="*/ 340593 w 457201"/>
                <a:gd name="connsiteY4" fmla="*/ 63293 h 1407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1" h="1407742">
                  <a:moveTo>
                    <a:pt x="457201" y="0"/>
                  </a:moveTo>
                  <a:lnTo>
                    <a:pt x="457201" y="1407742"/>
                  </a:lnTo>
                  <a:lnTo>
                    <a:pt x="340593" y="1344449"/>
                  </a:lnTo>
                  <a:cubicBezTo>
                    <a:pt x="135104" y="1205624"/>
                    <a:pt x="0" y="970525"/>
                    <a:pt x="0" y="703871"/>
                  </a:cubicBezTo>
                  <a:cubicBezTo>
                    <a:pt x="0" y="437217"/>
                    <a:pt x="135104" y="202119"/>
                    <a:pt x="340593" y="63293"/>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4" name="Freeform: Shape 63">
              <a:extLst>
                <a:ext uri="{FF2B5EF4-FFF2-40B4-BE49-F238E27FC236}">
                  <a16:creationId xmlns:a16="http://schemas.microsoft.com/office/drawing/2014/main" id="{37D54519-2872-A533-DCC5-47D5C6393FC6}"/>
                </a:ext>
              </a:extLst>
            </p:cNvPr>
            <p:cNvSpPr/>
            <p:nvPr userDrawn="1"/>
          </p:nvSpPr>
          <p:spPr bwMode="gray">
            <a:xfrm>
              <a:off x="11734799" y="4722619"/>
              <a:ext cx="457201" cy="1407742"/>
            </a:xfrm>
            <a:custGeom>
              <a:avLst/>
              <a:gdLst>
                <a:gd name="connsiteX0" fmla="*/ 457201 w 457201"/>
                <a:gd name="connsiteY0" fmla="*/ 0 h 1407742"/>
                <a:gd name="connsiteX1" fmla="*/ 457201 w 457201"/>
                <a:gd name="connsiteY1" fmla="*/ 1407742 h 1407742"/>
                <a:gd name="connsiteX2" fmla="*/ 340593 w 457201"/>
                <a:gd name="connsiteY2" fmla="*/ 1344449 h 1407742"/>
                <a:gd name="connsiteX3" fmla="*/ 0 w 457201"/>
                <a:gd name="connsiteY3" fmla="*/ 703871 h 1407742"/>
                <a:gd name="connsiteX4" fmla="*/ 340593 w 457201"/>
                <a:gd name="connsiteY4" fmla="*/ 63293 h 1407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1" h="1407742">
                  <a:moveTo>
                    <a:pt x="457201" y="0"/>
                  </a:moveTo>
                  <a:lnTo>
                    <a:pt x="457201" y="1407742"/>
                  </a:lnTo>
                  <a:lnTo>
                    <a:pt x="340593" y="1344449"/>
                  </a:lnTo>
                  <a:cubicBezTo>
                    <a:pt x="135104" y="1205624"/>
                    <a:pt x="0" y="970525"/>
                    <a:pt x="0" y="703871"/>
                  </a:cubicBezTo>
                  <a:cubicBezTo>
                    <a:pt x="0" y="437218"/>
                    <a:pt x="135104" y="202119"/>
                    <a:pt x="340593" y="63293"/>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Oval 38">
              <a:extLst>
                <a:ext uri="{FF2B5EF4-FFF2-40B4-BE49-F238E27FC236}">
                  <a16:creationId xmlns:a16="http://schemas.microsoft.com/office/drawing/2014/main" id="{EC7687F7-D23D-6201-BEE3-892874D8718A}"/>
                </a:ext>
              </a:extLst>
            </p:cNvPr>
            <p:cNvSpPr/>
            <p:nvPr userDrawn="1"/>
          </p:nvSpPr>
          <p:spPr bwMode="gray">
            <a:xfrm>
              <a:off x="6589986" y="4653979"/>
              <a:ext cx="1545336" cy="1545336"/>
            </a:xfrm>
            <a:prstGeom prst="ellipse">
              <a:avLst/>
            </a:pr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C7066E1-8421-E54F-0775-4B85647AA3E0}"/>
                </a:ext>
              </a:extLst>
            </p:cNvPr>
            <p:cNvSpPr/>
            <p:nvPr userDrawn="1"/>
          </p:nvSpPr>
          <p:spPr bwMode="gray">
            <a:xfrm>
              <a:off x="8304609" y="1236015"/>
              <a:ext cx="1545336" cy="1545336"/>
            </a:xfrm>
            <a:prstGeom prst="ellipse">
              <a:avLst/>
            </a:pr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5FC7138-1FBA-E2EA-8970-50FB3A32AE0E}"/>
                </a:ext>
              </a:extLst>
            </p:cNvPr>
            <p:cNvSpPr/>
            <p:nvPr userDrawn="1"/>
          </p:nvSpPr>
          <p:spPr bwMode="gray">
            <a:xfrm>
              <a:off x="10019547" y="2944997"/>
              <a:ext cx="1545336" cy="1545336"/>
            </a:xfrm>
            <a:prstGeom prst="ellipse">
              <a:avLst/>
            </a:pr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C424E259-A640-957E-36A7-7D985103E625}"/>
                </a:ext>
              </a:extLst>
            </p:cNvPr>
            <p:cNvSpPr/>
            <p:nvPr userDrawn="1"/>
          </p:nvSpPr>
          <p:spPr bwMode="gray">
            <a:xfrm>
              <a:off x="11734800" y="1"/>
              <a:ext cx="457201" cy="1003665"/>
            </a:xfrm>
            <a:custGeom>
              <a:avLst/>
              <a:gdLst>
                <a:gd name="connsiteX0" fmla="*/ 60392 w 457201"/>
                <a:gd name="connsiteY0" fmla="*/ 0 h 1003665"/>
                <a:gd name="connsiteX1" fmla="*/ 457201 w 457201"/>
                <a:gd name="connsiteY1" fmla="*/ 0 h 1003665"/>
                <a:gd name="connsiteX2" fmla="*/ 457201 w 457201"/>
                <a:gd name="connsiteY2" fmla="*/ 1003665 h 1003665"/>
                <a:gd name="connsiteX3" fmla="*/ 340662 w 457201"/>
                <a:gd name="connsiteY3" fmla="*/ 940410 h 1003665"/>
                <a:gd name="connsiteX4" fmla="*/ 0 w 457201"/>
                <a:gd name="connsiteY4" fmla="*/ 299701 h 1003665"/>
                <a:gd name="connsiteX5" fmla="*/ 15698 w 457201"/>
                <a:gd name="connsiteY5" fmla="*/ 143981 h 1003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7201" h="1003665">
                  <a:moveTo>
                    <a:pt x="60392" y="0"/>
                  </a:moveTo>
                  <a:lnTo>
                    <a:pt x="457201" y="0"/>
                  </a:lnTo>
                  <a:lnTo>
                    <a:pt x="457201" y="1003665"/>
                  </a:lnTo>
                  <a:lnTo>
                    <a:pt x="340662" y="940410"/>
                  </a:lnTo>
                  <a:cubicBezTo>
                    <a:pt x="135131" y="801556"/>
                    <a:pt x="0" y="566409"/>
                    <a:pt x="0" y="299701"/>
                  </a:cubicBezTo>
                  <a:cubicBezTo>
                    <a:pt x="0" y="246359"/>
                    <a:pt x="5405" y="194280"/>
                    <a:pt x="15698" y="143981"/>
                  </a:cubicBezTo>
                  <a:close/>
                </a:path>
              </a:pathLst>
            </a:cu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000C2C3B-7D7E-56F2-7B74-0F8405A16F69}"/>
                </a:ext>
              </a:extLst>
            </p:cNvPr>
            <p:cNvSpPr/>
            <p:nvPr userDrawn="1"/>
          </p:nvSpPr>
          <p:spPr bwMode="gray">
            <a:xfrm>
              <a:off x="11788340" y="6431666"/>
              <a:ext cx="403660" cy="426335"/>
            </a:xfrm>
            <a:custGeom>
              <a:avLst/>
              <a:gdLst>
                <a:gd name="connsiteX0" fmla="*/ 403660 w 403660"/>
                <a:gd name="connsiteY0" fmla="*/ 0 h 426335"/>
                <a:gd name="connsiteX1" fmla="*/ 403660 w 403660"/>
                <a:gd name="connsiteY1" fmla="*/ 426335 h 426335"/>
                <a:gd name="connsiteX2" fmla="*/ 0 w 403660"/>
                <a:gd name="connsiteY2" fmla="*/ 426335 h 426335"/>
                <a:gd name="connsiteX3" fmla="*/ 7179 w 403660"/>
                <a:gd name="connsiteY3" fmla="*/ 403207 h 426335"/>
                <a:gd name="connsiteX4" fmla="*/ 287121 w 403660"/>
                <a:gd name="connsiteY4" fmla="*/ 63256 h 42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660" h="426335">
                  <a:moveTo>
                    <a:pt x="403660" y="0"/>
                  </a:moveTo>
                  <a:lnTo>
                    <a:pt x="403660" y="426335"/>
                  </a:lnTo>
                  <a:lnTo>
                    <a:pt x="0" y="426335"/>
                  </a:lnTo>
                  <a:lnTo>
                    <a:pt x="7179" y="403207"/>
                  </a:lnTo>
                  <a:cubicBezTo>
                    <a:pt x="65828" y="264546"/>
                    <a:pt x="163802" y="146568"/>
                    <a:pt x="287121" y="63256"/>
                  </a:cubicBezTo>
                  <a:close/>
                </a:path>
              </a:pathLst>
            </a:cu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F955DF93-96B0-4F76-47E3-7823232F73D0}"/>
                </a:ext>
              </a:extLst>
            </p:cNvPr>
            <p:cNvSpPr/>
            <p:nvPr userDrawn="1"/>
          </p:nvSpPr>
          <p:spPr bwMode="gray">
            <a:xfrm>
              <a:off x="6589986" y="1"/>
              <a:ext cx="1545022" cy="1072055"/>
            </a:xfrm>
            <a:custGeom>
              <a:avLst/>
              <a:gdLst>
                <a:gd name="connsiteX0" fmla="*/ 60350 w 1545022"/>
                <a:gd name="connsiteY0" fmla="*/ 0 h 1072055"/>
                <a:gd name="connsiteX1" fmla="*/ 1484672 w 1545022"/>
                <a:gd name="connsiteY1" fmla="*/ 0 h 1072055"/>
                <a:gd name="connsiteX2" fmla="*/ 1529328 w 1545022"/>
                <a:gd name="connsiteY2" fmla="*/ 143856 h 1072055"/>
                <a:gd name="connsiteX3" fmla="*/ 1545022 w 1545022"/>
                <a:gd name="connsiteY3" fmla="*/ 299544 h 1072055"/>
                <a:gd name="connsiteX4" fmla="*/ 772511 w 1545022"/>
                <a:gd name="connsiteY4" fmla="*/ 1072055 h 1072055"/>
                <a:gd name="connsiteX5" fmla="*/ 0 w 1545022"/>
                <a:gd name="connsiteY5" fmla="*/ 299544 h 1072055"/>
                <a:gd name="connsiteX6" fmla="*/ 15695 w 1545022"/>
                <a:gd name="connsiteY6" fmla="*/ 143856 h 107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5022" h="1072055">
                  <a:moveTo>
                    <a:pt x="60350" y="0"/>
                  </a:moveTo>
                  <a:lnTo>
                    <a:pt x="1484672" y="0"/>
                  </a:lnTo>
                  <a:lnTo>
                    <a:pt x="1529328" y="143856"/>
                  </a:lnTo>
                  <a:cubicBezTo>
                    <a:pt x="1539618" y="194145"/>
                    <a:pt x="1545022" y="246213"/>
                    <a:pt x="1545022" y="299544"/>
                  </a:cubicBezTo>
                  <a:cubicBezTo>
                    <a:pt x="1545022" y="726190"/>
                    <a:pt x="1199157" y="1072055"/>
                    <a:pt x="772511" y="1072055"/>
                  </a:cubicBezTo>
                  <a:cubicBezTo>
                    <a:pt x="345865" y="1072055"/>
                    <a:pt x="0" y="726190"/>
                    <a:pt x="0" y="299544"/>
                  </a:cubicBezTo>
                  <a:cubicBezTo>
                    <a:pt x="0" y="246213"/>
                    <a:pt x="5404" y="194145"/>
                    <a:pt x="15695" y="143856"/>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 name="Graphic 41">
              <a:extLst>
                <a:ext uri="{FF2B5EF4-FFF2-40B4-BE49-F238E27FC236}">
                  <a16:creationId xmlns:a16="http://schemas.microsoft.com/office/drawing/2014/main" id="{216129F6-7635-23A0-12D0-C199AE882F29}"/>
                </a:ext>
              </a:extLst>
            </p:cNvPr>
            <p:cNvSpPr/>
            <p:nvPr/>
          </p:nvSpPr>
          <p:spPr bwMode="gray">
            <a:xfrm>
              <a:off x="10019862" y="4653979"/>
              <a:ext cx="1545336" cy="1545336"/>
            </a:xfrm>
            <a:custGeom>
              <a:avLst/>
              <a:gdLst>
                <a:gd name="connsiteX0" fmla="*/ 772668 w 1545336"/>
                <a:gd name="connsiteY0" fmla="*/ 0 h 1545336"/>
                <a:gd name="connsiteX1" fmla="*/ 0 w 1545336"/>
                <a:gd name="connsiteY1" fmla="*/ 772668 h 1545336"/>
                <a:gd name="connsiteX2" fmla="*/ 772668 w 1545336"/>
                <a:gd name="connsiteY2" fmla="*/ 1545336 h 1545336"/>
                <a:gd name="connsiteX3" fmla="*/ 1545336 w 1545336"/>
                <a:gd name="connsiteY3" fmla="*/ 772668 h 1545336"/>
                <a:gd name="connsiteX4" fmla="*/ 772668 w 1545336"/>
                <a:gd name="connsiteY4" fmla="*/ 0 h 1545336"/>
                <a:gd name="connsiteX5" fmla="*/ 772668 w 1545336"/>
                <a:gd name="connsiteY5" fmla="*/ 1170704 h 1545336"/>
                <a:gd name="connsiteX6" fmla="*/ 374632 w 1545336"/>
                <a:gd name="connsiteY6" fmla="*/ 772668 h 1545336"/>
                <a:gd name="connsiteX7" fmla="*/ 772668 w 1545336"/>
                <a:gd name="connsiteY7" fmla="*/ 374632 h 1545336"/>
                <a:gd name="connsiteX8" fmla="*/ 1170704 w 1545336"/>
                <a:gd name="connsiteY8" fmla="*/ 772668 h 1545336"/>
                <a:gd name="connsiteX9" fmla="*/ 772668 w 1545336"/>
                <a:gd name="connsiteY9" fmla="*/ 1170704 h 154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5336" h="1545336">
                  <a:moveTo>
                    <a:pt x="772668" y="0"/>
                  </a:moveTo>
                  <a:cubicBezTo>
                    <a:pt x="345869" y="0"/>
                    <a:pt x="0" y="345869"/>
                    <a:pt x="0" y="772668"/>
                  </a:cubicBezTo>
                  <a:cubicBezTo>
                    <a:pt x="0" y="1199467"/>
                    <a:pt x="345869" y="1545336"/>
                    <a:pt x="772668" y="1545336"/>
                  </a:cubicBezTo>
                  <a:cubicBezTo>
                    <a:pt x="1199467" y="1545336"/>
                    <a:pt x="1545336" y="1199467"/>
                    <a:pt x="1545336" y="772668"/>
                  </a:cubicBezTo>
                  <a:cubicBezTo>
                    <a:pt x="1545336" y="345869"/>
                    <a:pt x="1199467" y="0"/>
                    <a:pt x="772668" y="0"/>
                  </a:cubicBezTo>
                  <a:close/>
                  <a:moveTo>
                    <a:pt x="772668" y="1170704"/>
                  </a:moveTo>
                  <a:cubicBezTo>
                    <a:pt x="552927" y="1170704"/>
                    <a:pt x="374632" y="992409"/>
                    <a:pt x="374632" y="772668"/>
                  </a:cubicBezTo>
                  <a:cubicBezTo>
                    <a:pt x="374632" y="552927"/>
                    <a:pt x="552927" y="374632"/>
                    <a:pt x="772668" y="374632"/>
                  </a:cubicBezTo>
                  <a:cubicBezTo>
                    <a:pt x="992409" y="374632"/>
                    <a:pt x="1170704" y="552927"/>
                    <a:pt x="1170704" y="772668"/>
                  </a:cubicBezTo>
                  <a:cubicBezTo>
                    <a:pt x="1170704" y="992409"/>
                    <a:pt x="992588" y="1170704"/>
                    <a:pt x="772668" y="1170704"/>
                  </a:cubicBezTo>
                  <a:close/>
                </a:path>
              </a:pathLst>
            </a:custGeom>
            <a:solidFill>
              <a:schemeClr val="tx2"/>
            </a:solidFill>
            <a:ln w="1784" cap="flat">
              <a:noFill/>
              <a:prstDash val="solid"/>
              <a:miter/>
            </a:ln>
          </p:spPr>
          <p:txBody>
            <a:bodyPr rtlCol="0" anchor="ctr"/>
            <a:lstStyle/>
            <a:p>
              <a:endParaRPr lang="en-US"/>
            </a:p>
          </p:txBody>
        </p:sp>
      </p:grpSp>
      <p:sp>
        <p:nvSpPr>
          <p:cNvPr id="6" name="Date Placeholder 5">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7F9D45FD-5E41-4099-8C3D-34BB181680CA}"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7718596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746">
          <p15:clr>
            <a:srgbClr val="FBAE40"/>
          </p15:clr>
        </p15:guide>
        <p15:guide id="3" orient="horz" pos="2725">
          <p15:clr>
            <a:srgbClr val="FBAE40"/>
          </p15:clr>
        </p15:guide>
        <p15:guide id="4" orient="horz" pos="291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type="secHead" preserve="1">
  <p:cSld name="Section Header - Circ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9812" y="2810560"/>
            <a:ext cx="8604338" cy="1523494"/>
          </a:xfrm>
        </p:spPr>
        <p:txBody>
          <a:bodyPr anchor="b"/>
          <a:lstStyle>
            <a:lvl1pPr algn="l">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469812" y="4615025"/>
            <a:ext cx="8604338" cy="332399"/>
          </a:xfrm>
        </p:spPr>
        <p:txBody>
          <a:bodyPr wrap="square">
            <a:spAutoFit/>
          </a:bodyPr>
          <a:lstStyle>
            <a:lvl1pPr marL="0" indent="0" algn="l">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grpSp>
        <p:nvGrpSpPr>
          <p:cNvPr id="48" name="Group 47">
            <a:extLst>
              <a:ext uri="{FF2B5EF4-FFF2-40B4-BE49-F238E27FC236}">
                <a16:creationId xmlns:a16="http://schemas.microsoft.com/office/drawing/2014/main" id="{3EA1B8D7-9ADB-3DDE-9371-85C6645E7BB3}"/>
              </a:ext>
              <a:ext uri="{C183D7F6-B498-43B3-948B-1728B52AA6E4}">
                <adec:decorative xmlns:adec="http://schemas.microsoft.com/office/drawing/2017/decorative" val="1"/>
              </a:ext>
            </a:extLst>
          </p:cNvPr>
          <p:cNvGrpSpPr/>
          <p:nvPr userDrawn="1"/>
        </p:nvGrpSpPr>
        <p:grpSpPr bwMode="gray">
          <a:xfrm>
            <a:off x="54842" y="0"/>
            <a:ext cx="12082315" cy="1973843"/>
            <a:chOff x="54842" y="0"/>
            <a:chExt cx="12082315" cy="1973843"/>
          </a:xfrm>
        </p:grpSpPr>
        <p:sp>
          <p:nvSpPr>
            <p:cNvPr id="11" name="Oval 10">
              <a:extLst>
                <a:ext uri="{FF2B5EF4-FFF2-40B4-BE49-F238E27FC236}">
                  <a16:creationId xmlns:a16="http://schemas.microsoft.com/office/drawing/2014/main" id="{45408BF3-12B3-5EB8-575C-D8497B369C05}"/>
                </a:ext>
              </a:extLst>
            </p:cNvPr>
            <p:cNvSpPr/>
            <p:nvPr userDrawn="1"/>
          </p:nvSpPr>
          <p:spPr bwMode="gray">
            <a:xfrm>
              <a:off x="54842" y="592782"/>
              <a:ext cx="1381061" cy="138106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E0D13DA4-81E2-50FD-CB8F-F687CAAFE983}"/>
                </a:ext>
              </a:extLst>
            </p:cNvPr>
            <p:cNvSpPr/>
            <p:nvPr userDrawn="1"/>
          </p:nvSpPr>
          <p:spPr bwMode="gray">
            <a:xfrm>
              <a:off x="1583593" y="592782"/>
              <a:ext cx="1381061" cy="138106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13D90D3F-2BA4-1458-10B8-EA8D4976B63A}"/>
                </a:ext>
              </a:extLst>
            </p:cNvPr>
            <p:cNvSpPr/>
            <p:nvPr userDrawn="1"/>
          </p:nvSpPr>
          <p:spPr bwMode="gray">
            <a:xfrm>
              <a:off x="4641095" y="592782"/>
              <a:ext cx="1381061" cy="138106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4DCB16C8-9803-2EA0-612C-645E80D42A45}"/>
                </a:ext>
              </a:extLst>
            </p:cNvPr>
            <p:cNvSpPr/>
            <p:nvPr userDrawn="1"/>
          </p:nvSpPr>
          <p:spPr bwMode="gray">
            <a:xfrm>
              <a:off x="6169846" y="592782"/>
              <a:ext cx="1381061" cy="138106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5" name="Oval 14">
              <a:extLst>
                <a:ext uri="{FF2B5EF4-FFF2-40B4-BE49-F238E27FC236}">
                  <a16:creationId xmlns:a16="http://schemas.microsoft.com/office/drawing/2014/main" id="{4B1A2BF2-54F2-4603-370F-41FCBB67DF1E}"/>
                </a:ext>
              </a:extLst>
            </p:cNvPr>
            <p:cNvSpPr/>
            <p:nvPr userDrawn="1"/>
          </p:nvSpPr>
          <p:spPr bwMode="gray">
            <a:xfrm>
              <a:off x="7698597" y="592782"/>
              <a:ext cx="1381061" cy="138106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B0643C41-E924-5D4F-863E-8D12F4E2CB6A}"/>
                </a:ext>
              </a:extLst>
            </p:cNvPr>
            <p:cNvSpPr/>
            <p:nvPr userDrawn="1"/>
          </p:nvSpPr>
          <p:spPr bwMode="gray">
            <a:xfrm>
              <a:off x="10756096" y="592782"/>
              <a:ext cx="1381061" cy="1381061"/>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7" name="Freeform: Shape 36">
              <a:extLst>
                <a:ext uri="{FF2B5EF4-FFF2-40B4-BE49-F238E27FC236}">
                  <a16:creationId xmlns:a16="http://schemas.microsoft.com/office/drawing/2014/main" id="{04FA45B6-F11B-DD60-D08A-B84E5DDDD7E0}"/>
                </a:ext>
              </a:extLst>
            </p:cNvPr>
            <p:cNvSpPr/>
            <p:nvPr userDrawn="1"/>
          </p:nvSpPr>
          <p:spPr bwMode="gray">
            <a:xfrm>
              <a:off x="3159090"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19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3" y="272067"/>
                    <a:pt x="929813" y="445970"/>
                    <a:pt x="643785" y="445970"/>
                  </a:cubicBezTo>
                  <a:cubicBezTo>
                    <a:pt x="357758" y="445970"/>
                    <a:pt x="112348" y="272067"/>
                    <a:pt x="7519" y="24225"/>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5" name="Freeform: Shape 44">
              <a:extLst>
                <a:ext uri="{FF2B5EF4-FFF2-40B4-BE49-F238E27FC236}">
                  <a16:creationId xmlns:a16="http://schemas.microsoft.com/office/drawing/2014/main" id="{D47E8F51-03A8-7D64-A4F0-A5D1EEFB69C4}"/>
                </a:ext>
              </a:extLst>
            </p:cNvPr>
            <p:cNvSpPr/>
            <p:nvPr userDrawn="1"/>
          </p:nvSpPr>
          <p:spPr bwMode="gray">
            <a:xfrm>
              <a:off x="9274094" y="0"/>
              <a:ext cx="1287570" cy="445969"/>
            </a:xfrm>
            <a:custGeom>
              <a:avLst/>
              <a:gdLst>
                <a:gd name="connsiteX0" fmla="*/ 0 w 1287570"/>
                <a:gd name="connsiteY0" fmla="*/ 0 h 445969"/>
                <a:gd name="connsiteX1" fmla="*/ 1287570 w 1287570"/>
                <a:gd name="connsiteY1" fmla="*/ 0 h 445969"/>
                <a:gd name="connsiteX2" fmla="*/ 1280051 w 1287570"/>
                <a:gd name="connsiteY2" fmla="*/ 24224 h 445969"/>
                <a:gd name="connsiteX3" fmla="*/ 643785 w 1287570"/>
                <a:gd name="connsiteY3" fmla="*/ 445969 h 445969"/>
                <a:gd name="connsiteX4" fmla="*/ 7519 w 1287570"/>
                <a:gd name="connsiteY4" fmla="*/ 24224 h 445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0" h="445969">
                  <a:moveTo>
                    <a:pt x="0" y="0"/>
                  </a:moveTo>
                  <a:lnTo>
                    <a:pt x="1287570" y="0"/>
                  </a:lnTo>
                  <a:lnTo>
                    <a:pt x="1280051" y="24224"/>
                  </a:lnTo>
                  <a:cubicBezTo>
                    <a:pt x="1175222" y="272066"/>
                    <a:pt x="929813" y="445969"/>
                    <a:pt x="643785" y="445969"/>
                  </a:cubicBezTo>
                  <a:cubicBezTo>
                    <a:pt x="357758" y="445969"/>
                    <a:pt x="112348" y="272066"/>
                    <a:pt x="7519" y="24224"/>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2301D317-D650-835D-E843-610B1410E873}"/>
                </a:ext>
              </a:extLst>
            </p:cNvPr>
            <p:cNvSpPr/>
            <p:nvPr userDrawn="1"/>
          </p:nvSpPr>
          <p:spPr bwMode="gray">
            <a:xfrm>
              <a:off x="1630339"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19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3" y="272067"/>
                    <a:pt x="929813" y="445970"/>
                    <a:pt x="643785" y="445970"/>
                  </a:cubicBezTo>
                  <a:cubicBezTo>
                    <a:pt x="357758" y="445970"/>
                    <a:pt x="112348" y="272067"/>
                    <a:pt x="7519" y="24225"/>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Freeform: Shape 38">
              <a:extLst>
                <a:ext uri="{FF2B5EF4-FFF2-40B4-BE49-F238E27FC236}">
                  <a16:creationId xmlns:a16="http://schemas.microsoft.com/office/drawing/2014/main" id="{D8CD8AD1-D226-9098-AAF5-5580EC402165}"/>
                </a:ext>
              </a:extLst>
            </p:cNvPr>
            <p:cNvSpPr/>
            <p:nvPr userDrawn="1"/>
          </p:nvSpPr>
          <p:spPr bwMode="gray">
            <a:xfrm>
              <a:off x="4687841"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20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3" y="272067"/>
                    <a:pt x="929813" y="445970"/>
                    <a:pt x="643785" y="445970"/>
                  </a:cubicBezTo>
                  <a:cubicBezTo>
                    <a:pt x="357758" y="445970"/>
                    <a:pt x="112348" y="272067"/>
                    <a:pt x="7520" y="24225"/>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3" name="Freeform: Shape 42">
              <a:extLst>
                <a:ext uri="{FF2B5EF4-FFF2-40B4-BE49-F238E27FC236}">
                  <a16:creationId xmlns:a16="http://schemas.microsoft.com/office/drawing/2014/main" id="{B158F4A7-6BA7-CC17-BB62-B5E4100D9A53}"/>
                </a:ext>
              </a:extLst>
            </p:cNvPr>
            <p:cNvSpPr/>
            <p:nvPr userDrawn="1"/>
          </p:nvSpPr>
          <p:spPr bwMode="gray">
            <a:xfrm>
              <a:off x="7745343"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20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2" y="272067"/>
                    <a:pt x="929813" y="445970"/>
                    <a:pt x="643785" y="445970"/>
                  </a:cubicBezTo>
                  <a:cubicBezTo>
                    <a:pt x="357758" y="445970"/>
                    <a:pt x="112348" y="272067"/>
                    <a:pt x="7520" y="24225"/>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7" name="Freeform: Shape 46">
              <a:extLst>
                <a:ext uri="{FF2B5EF4-FFF2-40B4-BE49-F238E27FC236}">
                  <a16:creationId xmlns:a16="http://schemas.microsoft.com/office/drawing/2014/main" id="{17DCDF6A-7249-E2C8-1CB5-B494A4E164E3}"/>
                </a:ext>
              </a:extLst>
            </p:cNvPr>
            <p:cNvSpPr/>
            <p:nvPr userDrawn="1"/>
          </p:nvSpPr>
          <p:spPr bwMode="gray">
            <a:xfrm>
              <a:off x="10802842"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19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2" y="272067"/>
                    <a:pt x="929812" y="445970"/>
                    <a:pt x="643785" y="445970"/>
                  </a:cubicBezTo>
                  <a:cubicBezTo>
                    <a:pt x="357757" y="445970"/>
                    <a:pt x="112348" y="272067"/>
                    <a:pt x="7519" y="24225"/>
                  </a:cubicBezTo>
                  <a:close/>
                </a:path>
              </a:pathLst>
            </a:cu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Oval 26">
              <a:extLst>
                <a:ext uri="{FF2B5EF4-FFF2-40B4-BE49-F238E27FC236}">
                  <a16:creationId xmlns:a16="http://schemas.microsoft.com/office/drawing/2014/main" id="{A328CB48-1B54-5D23-0AB7-4050CABD63F1}"/>
                </a:ext>
              </a:extLst>
            </p:cNvPr>
            <p:cNvSpPr/>
            <p:nvPr userDrawn="1"/>
          </p:nvSpPr>
          <p:spPr bwMode="gray">
            <a:xfrm>
              <a:off x="9227348" y="592781"/>
              <a:ext cx="1381061" cy="1381061"/>
            </a:xfrm>
            <a:prstGeom prst="ellipse">
              <a:avLst/>
            </a:pr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1A0F393-6517-E06B-9907-C58C26748CD0}"/>
                </a:ext>
              </a:extLst>
            </p:cNvPr>
            <p:cNvSpPr/>
            <p:nvPr userDrawn="1"/>
          </p:nvSpPr>
          <p:spPr bwMode="gray">
            <a:xfrm>
              <a:off x="3112344" y="592782"/>
              <a:ext cx="1381061" cy="1381061"/>
            </a:xfrm>
            <a:prstGeom prst="ellipse">
              <a:avLst/>
            </a:pr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D6858B6D-2655-C36D-B14D-F569CE3262A2}"/>
                </a:ext>
              </a:extLst>
            </p:cNvPr>
            <p:cNvSpPr/>
            <p:nvPr userDrawn="1"/>
          </p:nvSpPr>
          <p:spPr bwMode="gray">
            <a:xfrm>
              <a:off x="6216592"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20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3" y="272067"/>
                    <a:pt x="929813" y="445970"/>
                    <a:pt x="643785" y="445970"/>
                  </a:cubicBezTo>
                  <a:cubicBezTo>
                    <a:pt x="357758" y="445970"/>
                    <a:pt x="112348" y="272067"/>
                    <a:pt x="7520" y="24225"/>
                  </a:cubicBezTo>
                  <a:close/>
                </a:path>
              </a:pathLst>
            </a:cu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3A9E9836-C3C6-0546-359F-6C32FAD43B35}"/>
                </a:ext>
              </a:extLst>
            </p:cNvPr>
            <p:cNvSpPr/>
            <p:nvPr userDrawn="1"/>
          </p:nvSpPr>
          <p:spPr bwMode="gray">
            <a:xfrm>
              <a:off x="101588" y="0"/>
              <a:ext cx="1287571" cy="445970"/>
            </a:xfrm>
            <a:custGeom>
              <a:avLst/>
              <a:gdLst>
                <a:gd name="connsiteX0" fmla="*/ 0 w 1287571"/>
                <a:gd name="connsiteY0" fmla="*/ 0 h 445970"/>
                <a:gd name="connsiteX1" fmla="*/ 1287571 w 1287571"/>
                <a:gd name="connsiteY1" fmla="*/ 0 h 445970"/>
                <a:gd name="connsiteX2" fmla="*/ 1280051 w 1287571"/>
                <a:gd name="connsiteY2" fmla="*/ 24225 h 445970"/>
                <a:gd name="connsiteX3" fmla="*/ 643785 w 1287571"/>
                <a:gd name="connsiteY3" fmla="*/ 445970 h 445970"/>
                <a:gd name="connsiteX4" fmla="*/ 7519 w 1287571"/>
                <a:gd name="connsiteY4" fmla="*/ 24225 h 445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571" h="445970">
                  <a:moveTo>
                    <a:pt x="0" y="0"/>
                  </a:moveTo>
                  <a:lnTo>
                    <a:pt x="1287571" y="0"/>
                  </a:lnTo>
                  <a:lnTo>
                    <a:pt x="1280051" y="24225"/>
                  </a:lnTo>
                  <a:cubicBezTo>
                    <a:pt x="1175223" y="272067"/>
                    <a:pt x="929813" y="445970"/>
                    <a:pt x="643785" y="445970"/>
                  </a:cubicBezTo>
                  <a:cubicBezTo>
                    <a:pt x="357758" y="445970"/>
                    <a:pt x="112348" y="272067"/>
                    <a:pt x="7519" y="24225"/>
                  </a:cubicBezTo>
                  <a:close/>
                </a:path>
              </a:pathLst>
            </a:custGeom>
            <a:solidFill>
              <a:srgbClr val="B2EBF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10255012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716">
          <p15:clr>
            <a:srgbClr val="FBAE40"/>
          </p15:clr>
        </p15:guide>
        <p15:guide id="3" orient="horz" pos="2733">
          <p15:clr>
            <a:srgbClr val="FBAE40"/>
          </p15:clr>
        </p15:guide>
        <p15:guide id="4" orient="horz" pos="290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064822"/>
      </p:ext>
    </p:extLst>
  </p:cSld>
  <p:clrMapOvr>
    <a:overrideClrMapping bg1="lt1" tx1="dk1" bg2="lt2" tx2="dk2" accent1="accent1" accent2="accent2" accent3="accent3" accent4="accent4" accent5="accent5" accent6="accent6" hlink="hlink" folHlink="folHlink"/>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Cover - Step">
    <p:bg>
      <p:bgRef idx="1001">
        <a:schemeClr val="bg1"/>
      </p:bgRef>
    </p:bg>
    <p:spTree>
      <p:nvGrpSpPr>
        <p:cNvPr id="1" name=""/>
        <p:cNvGrpSpPr/>
        <p:nvPr/>
      </p:nvGrpSpPr>
      <p:grpSpPr>
        <a:xfrm>
          <a:off x="0" y="0"/>
          <a:ext cx="0" cy="0"/>
          <a:chOff x="0" y="0"/>
          <a:chExt cx="0" cy="0"/>
        </a:xfrm>
      </p:grpSpPr>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57201" y="2318425"/>
            <a:ext cx="7315200" cy="1246495"/>
          </a:xfrm>
        </p:spPr>
        <p:txBody>
          <a:bodyPr anchor="b"/>
          <a:lstStyle>
            <a:lvl1pPr>
              <a:defRPr sz="4500"/>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57201" y="3891266"/>
            <a:ext cx="7315200" cy="553998"/>
          </a:xfrm>
        </p:spPr>
        <p:txBody>
          <a:bodyPr wrap="square">
            <a:spAutoFit/>
          </a:bodyPr>
          <a:lstStyle>
            <a:lvl1pPr marL="0" indent="0">
              <a:spcBef>
                <a:spcPts val="0"/>
              </a:spcBef>
              <a:buFont typeface="Arial" panose="020B0604020202020204" pitchFamily="34" charset="0"/>
              <a:buNone/>
              <a:defRPr sz="18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bold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57200" y="4998635"/>
            <a:ext cx="548640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pic>
        <p:nvPicPr>
          <p:cNvPr id="22" name="Picture 21">
            <a:extLst>
              <a:ext uri="{FF2B5EF4-FFF2-40B4-BE49-F238E27FC236}">
                <a16:creationId xmlns:a16="http://schemas.microsoft.com/office/drawing/2014/main" id="{A818EC75-4789-C17B-2BE9-99476EB3DC2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8260080" y="0"/>
            <a:ext cx="3931920" cy="6858000"/>
          </a:xfrm>
          <a:prstGeom prst="rect">
            <a:avLst/>
          </a:prstGeom>
        </p:spPr>
      </p:pic>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7F9D45FD-5E41-4099-8C3D-34BB181680CA}"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425010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898">
          <p15:clr>
            <a:srgbClr val="FBAE40"/>
          </p15:clr>
        </p15:guide>
        <p15:guide id="3" orient="horz" pos="2248">
          <p15:clr>
            <a:srgbClr val="FBAE40"/>
          </p15:clr>
        </p15:guide>
        <p15:guide id="4" orient="horz" pos="245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type="secHead" preserve="1">
  <p:cSld name="Section Header - Step">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9812" y="2277974"/>
            <a:ext cx="8604338" cy="1523494"/>
          </a:xfrm>
        </p:spPr>
        <p:txBody>
          <a:bodyPr anchor="b"/>
          <a:lstStyle>
            <a:lvl1pPr algn="l">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469812" y="4103837"/>
            <a:ext cx="8604338" cy="332399"/>
          </a:xfrm>
        </p:spPr>
        <p:txBody>
          <a:bodyPr wrap="square">
            <a:spAutoFit/>
          </a:bodyPr>
          <a:lstStyle>
            <a:lvl1pPr marL="0" indent="0" algn="l">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10" name="Rectangle 9">
            <a:extLst>
              <a:ext uri="{FF2B5EF4-FFF2-40B4-BE49-F238E27FC236}">
                <a16:creationId xmlns:a16="http://schemas.microsoft.com/office/drawing/2014/main" id="{0CA59961-09AB-EB4D-E367-75FA2172F2A3}"/>
              </a:ext>
              <a:ext uri="{C183D7F6-B498-43B3-948B-1728B52AA6E4}">
                <adec:decorative xmlns:adec="http://schemas.microsoft.com/office/drawing/2017/decorative" val="1"/>
              </a:ext>
            </a:extLst>
          </p:cNvPr>
          <p:cNvSpPr/>
          <p:nvPr userDrawn="1"/>
        </p:nvSpPr>
        <p:spPr bwMode="gray">
          <a:xfrm>
            <a:off x="0" y="5137150"/>
            <a:ext cx="12190730" cy="914400"/>
          </a:xfrm>
          <a:prstGeom prst="rect">
            <a:avLst/>
          </a:prstGeom>
          <a:solidFill>
            <a:schemeClr val="bg1"/>
          </a:solidFill>
          <a:ln cap="rnd">
            <a:noFill/>
            <a:round/>
          </a:ln>
          <a:effectLst>
            <a:outerShdw blurRad="152400" dist="88900" dir="5400000" algn="t" rotWithShape="0">
              <a:srgbClr val="EBE6E1">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7" name="Picture 6">
            <a:extLst>
              <a:ext uri="{FF2B5EF4-FFF2-40B4-BE49-F238E27FC236}">
                <a16:creationId xmlns:a16="http://schemas.microsoft.com/office/drawing/2014/main" id="{2AD17604-05E0-33BD-A562-4566C6028FE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b="11759"/>
          <a:stretch/>
        </p:blipFill>
        <p:spPr bwMode="gray">
          <a:xfrm>
            <a:off x="8260080" y="0"/>
            <a:ext cx="3931920" cy="6051550"/>
          </a:xfrm>
          <a:prstGeom prst="rect">
            <a:avLst/>
          </a:prstGeom>
        </p:spPr>
      </p:pic>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26054523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716">
          <p15:clr>
            <a:srgbClr val="FBAE40"/>
          </p15:clr>
        </p15:guide>
        <p15:guide id="3" orient="horz" pos="2400">
          <p15:clr>
            <a:srgbClr val="FBAE40"/>
          </p15:clr>
        </p15:guide>
        <p15:guide id="4" orient="horz" pos="2584">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type="secHead" preserve="1">
  <p:cSld name="Section Header - Step 0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9812" y="2277974"/>
            <a:ext cx="8604338" cy="1523494"/>
          </a:xfrm>
        </p:spPr>
        <p:txBody>
          <a:bodyPr anchor="b"/>
          <a:lstStyle>
            <a:lvl1pPr algn="l">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469812" y="4103837"/>
            <a:ext cx="8604338" cy="332399"/>
          </a:xfrm>
        </p:spPr>
        <p:txBody>
          <a:bodyPr wrap="square">
            <a:spAutoFit/>
          </a:bodyPr>
          <a:lstStyle>
            <a:lvl1pPr marL="0" indent="0" algn="l">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10" name="Rectangle 9">
            <a:extLst>
              <a:ext uri="{FF2B5EF4-FFF2-40B4-BE49-F238E27FC236}">
                <a16:creationId xmlns:a16="http://schemas.microsoft.com/office/drawing/2014/main" id="{0CA59961-09AB-EB4D-E367-75FA2172F2A3}"/>
              </a:ext>
              <a:ext uri="{C183D7F6-B498-43B3-948B-1728B52AA6E4}">
                <adec:decorative xmlns:adec="http://schemas.microsoft.com/office/drawing/2017/decorative" val="1"/>
              </a:ext>
            </a:extLst>
          </p:cNvPr>
          <p:cNvSpPr/>
          <p:nvPr userDrawn="1"/>
        </p:nvSpPr>
        <p:spPr bwMode="gray">
          <a:xfrm>
            <a:off x="0" y="5137150"/>
            <a:ext cx="12190730" cy="914400"/>
          </a:xfrm>
          <a:prstGeom prst="rect">
            <a:avLst/>
          </a:prstGeom>
          <a:solidFill>
            <a:schemeClr val="bg1"/>
          </a:solidFill>
          <a:ln cap="rnd">
            <a:noFill/>
            <a:round/>
          </a:ln>
          <a:effectLst>
            <a:outerShdw blurRad="152400" dist="88900" dir="5400000" algn="t" rotWithShape="0">
              <a:srgbClr val="EBE6E1">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11" name="Picture 10">
            <a:extLst>
              <a:ext uri="{FF2B5EF4-FFF2-40B4-BE49-F238E27FC236}">
                <a16:creationId xmlns:a16="http://schemas.microsoft.com/office/drawing/2014/main" id="{7F130EE6-F73B-2227-1175-DB17997D67B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b="11759"/>
          <a:stretch/>
        </p:blipFill>
        <p:spPr bwMode="gray">
          <a:xfrm>
            <a:off x="10009632" y="0"/>
            <a:ext cx="2182368" cy="6051550"/>
          </a:xfrm>
          <a:prstGeom prst="rect">
            <a:avLst/>
          </a:prstGeom>
        </p:spPr>
      </p:pic>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7577814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716">
          <p15:clr>
            <a:srgbClr val="FBAE40"/>
          </p15:clr>
        </p15:guide>
        <p15:guide id="3" orient="horz" pos="2400">
          <p15:clr>
            <a:srgbClr val="FBAE40"/>
          </p15:clr>
        </p15:guide>
        <p15:guide id="4" orient="horz" pos="2584">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730450"/>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Cover - 3D Patter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838238A-74FD-1374-C746-5AD88BB2BC7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pic>
        <p:nvPicPr>
          <p:cNvPr id="11"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457200" y="833151"/>
            <a:ext cx="1917891" cy="555322"/>
          </a:xfrm>
          <a:prstGeom prst="rect">
            <a:avLst/>
          </a:prstGeom>
        </p:spPr>
      </p:pic>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57201" y="2444106"/>
            <a:ext cx="5486400" cy="1869743"/>
          </a:xfrm>
        </p:spPr>
        <p:txBody>
          <a:bodyPr anchor="b"/>
          <a:lstStyle>
            <a:lvl1pPr>
              <a:defRPr sz="4500"/>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57201" y="4622786"/>
            <a:ext cx="5486400" cy="553998"/>
          </a:xfrm>
        </p:spPr>
        <p:txBody>
          <a:bodyPr wrap="square">
            <a:spAutoFit/>
          </a:bodyPr>
          <a:lstStyle>
            <a:lvl1pPr marL="0" indent="0">
              <a:spcBef>
                <a:spcPts val="0"/>
              </a:spcBef>
              <a:buFont typeface="Arial" panose="020B0604020202020204" pitchFamily="34" charset="0"/>
              <a:buNone/>
              <a:defRPr sz="18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bold 18pt, sentence case, max. 3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57200" y="6184202"/>
            <a:ext cx="548640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7F9D45FD-5E41-4099-8C3D-34BB181680CA}"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4503547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746">
          <p15:clr>
            <a:srgbClr val="FBAE40"/>
          </p15:clr>
        </p15:guide>
        <p15:guide id="3" orient="horz" pos="2725">
          <p15:clr>
            <a:srgbClr val="FBAE40"/>
          </p15:clr>
        </p15:guide>
        <p15:guide id="4" orient="horz" pos="2912">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type="secHead" preserve="1">
  <p:cSld name="Section Header - 3D Pattern">
    <p:bg>
      <p:bgRef idx="1001">
        <a:schemeClr val="bg1"/>
      </p:bgRef>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8B21494-F854-5E7F-90A1-59534F70F49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9812" y="2810560"/>
            <a:ext cx="8604338" cy="1523494"/>
          </a:xfrm>
        </p:spPr>
        <p:txBody>
          <a:bodyPr anchor="b"/>
          <a:lstStyle>
            <a:lvl1pPr algn="l">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469812" y="4615025"/>
            <a:ext cx="8604338" cy="332399"/>
          </a:xfrm>
        </p:spPr>
        <p:txBody>
          <a:bodyPr wrap="square">
            <a:spAutoFit/>
          </a:bodyPr>
          <a:lstStyle>
            <a:lvl1pPr marL="0" indent="0" algn="l">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F96E566F-75FF-6E62-CF79-F9438EEDCF8F}"/>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461961" y="6343650"/>
            <a:ext cx="773055" cy="223837"/>
          </a:xfrm>
          <a:prstGeom prst="rect">
            <a:avLst/>
          </a:prstGeom>
        </p:spPr>
      </p:pic>
      <p:sp>
        <p:nvSpPr>
          <p:cNvPr id="8" name="Page number">
            <a:extLst>
              <a:ext uri="{FF2B5EF4-FFF2-40B4-BE49-F238E27FC236}">
                <a16:creationId xmlns:a16="http://schemas.microsoft.com/office/drawing/2014/main" id="{BA5DDE68-10CC-2627-5C8D-7C20A9ADA30A}"/>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9" name="Copyright">
            <a:extLst>
              <a:ext uri="{FF2B5EF4-FFF2-40B4-BE49-F238E27FC236}">
                <a16:creationId xmlns:a16="http://schemas.microsoft.com/office/drawing/2014/main" id="{2CBA3746-88E4-7FA3-5D41-3401A98E72FF}"/>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2025 Optum, Inc. All rights reserved.</a:t>
            </a:r>
          </a:p>
        </p:txBody>
      </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938055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716">
          <p15:clr>
            <a:srgbClr val="FBAE40"/>
          </p15:clr>
        </p15:guide>
        <p15:guide id="3" orient="horz" pos="2733">
          <p15:clr>
            <a:srgbClr val="FBAE40"/>
          </p15:clr>
        </p15:guide>
        <p15:guide id="4" orient="horz" pos="290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613885"/>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Cover - Orange Pattern">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E0AC6D-E833-ABCF-B8E2-232E02FD80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3413760"/>
          </a:xfrm>
          <a:prstGeom prst="rect">
            <a:avLst/>
          </a:prstGeom>
        </p:spPr>
      </p:pic>
      <p:sp>
        <p:nvSpPr>
          <p:cNvPr id="3" name="Optum logo" descr="Optum">
            <a:extLst>
              <a:ext uri="{FF2B5EF4-FFF2-40B4-BE49-F238E27FC236}">
                <a16:creationId xmlns:a16="http://schemas.microsoft.com/office/drawing/2014/main" id="{8379DEF5-9B62-4192-91DE-19BB09195893}"/>
              </a:ext>
              <a:ext uri="{C183D7F6-B498-43B3-948B-1728B52AA6E4}">
                <adec:decorative xmlns:adec="http://schemas.microsoft.com/office/drawing/2017/decorative" val="0"/>
              </a:ext>
            </a:extLst>
          </p:cNvPr>
          <p:cNvSpPr/>
          <p:nvPr/>
        </p:nvSpPr>
        <p:spPr bwMode="gray">
          <a:xfrm>
            <a:off x="457200" y="833151"/>
            <a:ext cx="1917863" cy="555945"/>
          </a:xfrm>
          <a:custGeom>
            <a:avLst/>
            <a:gdLst>
              <a:gd name="connsiteX0" fmla="*/ 1425659 w 1917863"/>
              <a:gd name="connsiteY0" fmla="*/ 429711 h 555945"/>
              <a:gd name="connsiteX1" fmla="*/ 1425659 w 1917863"/>
              <a:gd name="connsiteY1" fmla="*/ 104401 h 555945"/>
              <a:gd name="connsiteX2" fmla="*/ 1528841 w 1917863"/>
              <a:gd name="connsiteY2" fmla="*/ 104401 h 555945"/>
              <a:gd name="connsiteX3" fmla="*/ 1529437 w 1917863"/>
              <a:gd name="connsiteY3" fmla="*/ 143246 h 555945"/>
              <a:gd name="connsiteX4" fmla="*/ 1615634 w 1917863"/>
              <a:gd name="connsiteY4" fmla="*/ 99552 h 555945"/>
              <a:gd name="connsiteX5" fmla="*/ 1708494 w 1917863"/>
              <a:gd name="connsiteY5" fmla="*/ 152348 h 555945"/>
              <a:gd name="connsiteX6" fmla="*/ 1808019 w 1917863"/>
              <a:gd name="connsiteY6" fmla="*/ 99552 h 555945"/>
              <a:gd name="connsiteX7" fmla="*/ 1917864 w 1917863"/>
              <a:gd name="connsiteY7" fmla="*/ 220341 h 555945"/>
              <a:gd name="connsiteX8" fmla="*/ 1917864 w 1917863"/>
              <a:gd name="connsiteY8" fmla="*/ 429738 h 555945"/>
              <a:gd name="connsiteX9" fmla="*/ 1812868 w 1917863"/>
              <a:gd name="connsiteY9" fmla="*/ 429738 h 555945"/>
              <a:gd name="connsiteX10" fmla="*/ 1812868 w 1917863"/>
              <a:gd name="connsiteY10" fmla="*/ 236107 h 555945"/>
              <a:gd name="connsiteX11" fmla="*/ 1768550 w 1917863"/>
              <a:gd name="connsiteY11" fmla="*/ 185721 h 555945"/>
              <a:gd name="connsiteX12" fmla="*/ 1724233 w 1917863"/>
              <a:gd name="connsiteY12" fmla="*/ 236107 h 555945"/>
              <a:gd name="connsiteX13" fmla="*/ 1724233 w 1917863"/>
              <a:gd name="connsiteY13" fmla="*/ 429711 h 555945"/>
              <a:gd name="connsiteX14" fmla="*/ 1619236 w 1917863"/>
              <a:gd name="connsiteY14" fmla="*/ 429711 h 555945"/>
              <a:gd name="connsiteX15" fmla="*/ 1619236 w 1917863"/>
              <a:gd name="connsiteY15" fmla="*/ 236107 h 555945"/>
              <a:gd name="connsiteX16" fmla="*/ 1574919 w 1917863"/>
              <a:gd name="connsiteY16" fmla="*/ 185721 h 555945"/>
              <a:gd name="connsiteX17" fmla="*/ 1530602 w 1917863"/>
              <a:gd name="connsiteY17" fmla="*/ 236107 h 555945"/>
              <a:gd name="connsiteX18" fmla="*/ 1530602 w 1917863"/>
              <a:gd name="connsiteY18" fmla="*/ 429711 h 555945"/>
              <a:gd name="connsiteX19" fmla="*/ 1425659 w 1917863"/>
              <a:gd name="connsiteY19" fmla="*/ 429711 h 555945"/>
              <a:gd name="connsiteX20" fmla="*/ 1390471 w 1917863"/>
              <a:gd name="connsiteY20" fmla="*/ 305888 h 555945"/>
              <a:gd name="connsiteX21" fmla="*/ 1238746 w 1917863"/>
              <a:gd name="connsiteY21" fmla="*/ 436998 h 555945"/>
              <a:gd name="connsiteX22" fmla="*/ 1087022 w 1917863"/>
              <a:gd name="connsiteY22" fmla="*/ 305888 h 555945"/>
              <a:gd name="connsiteX23" fmla="*/ 1087022 w 1917863"/>
              <a:gd name="connsiteY23" fmla="*/ 104401 h 555945"/>
              <a:gd name="connsiteX24" fmla="*/ 1192641 w 1917863"/>
              <a:gd name="connsiteY24" fmla="*/ 104401 h 555945"/>
              <a:gd name="connsiteX25" fmla="*/ 1192641 w 1917863"/>
              <a:gd name="connsiteY25" fmla="*/ 302881 h 555945"/>
              <a:gd name="connsiteX26" fmla="*/ 1238773 w 1917863"/>
              <a:gd name="connsiteY26" fmla="*/ 349609 h 555945"/>
              <a:gd name="connsiteX27" fmla="*/ 1284906 w 1917863"/>
              <a:gd name="connsiteY27" fmla="*/ 302881 h 555945"/>
              <a:gd name="connsiteX28" fmla="*/ 1284906 w 1917863"/>
              <a:gd name="connsiteY28" fmla="*/ 104401 h 555945"/>
              <a:gd name="connsiteX29" fmla="*/ 1390525 w 1917863"/>
              <a:gd name="connsiteY29" fmla="*/ 104401 h 555945"/>
              <a:gd name="connsiteX30" fmla="*/ 1390525 w 1917863"/>
              <a:gd name="connsiteY30" fmla="*/ 305888 h 555945"/>
              <a:gd name="connsiteX31" fmla="*/ 1058470 w 1917863"/>
              <a:gd name="connsiteY31" fmla="*/ 188159 h 555945"/>
              <a:gd name="connsiteX32" fmla="*/ 1058470 w 1917863"/>
              <a:gd name="connsiteY32" fmla="*/ 104401 h 555945"/>
              <a:gd name="connsiteX33" fmla="*/ 971677 w 1917863"/>
              <a:gd name="connsiteY33" fmla="*/ 104401 h 555945"/>
              <a:gd name="connsiteX34" fmla="*/ 971677 w 1917863"/>
              <a:gd name="connsiteY34" fmla="*/ 21238 h 555945"/>
              <a:gd name="connsiteX35" fmla="*/ 866681 w 1917863"/>
              <a:gd name="connsiteY35" fmla="*/ 21238 h 555945"/>
              <a:gd name="connsiteX36" fmla="*/ 866681 w 1917863"/>
              <a:gd name="connsiteY36" fmla="*/ 313175 h 555945"/>
              <a:gd name="connsiteX37" fmla="*/ 991696 w 1917863"/>
              <a:gd name="connsiteY37" fmla="*/ 434560 h 555945"/>
              <a:gd name="connsiteX38" fmla="*/ 1058470 w 1917863"/>
              <a:gd name="connsiteY38" fmla="*/ 423643 h 555945"/>
              <a:gd name="connsiteX39" fmla="*/ 1058470 w 1917863"/>
              <a:gd name="connsiteY39" fmla="*/ 340480 h 555945"/>
              <a:gd name="connsiteX40" fmla="*/ 1018406 w 1917863"/>
              <a:gd name="connsiteY40" fmla="*/ 347144 h 555945"/>
              <a:gd name="connsiteX41" fmla="*/ 971677 w 1917863"/>
              <a:gd name="connsiteY41" fmla="*/ 304669 h 555945"/>
              <a:gd name="connsiteX42" fmla="*/ 971677 w 1917863"/>
              <a:gd name="connsiteY42" fmla="*/ 188159 h 555945"/>
              <a:gd name="connsiteX43" fmla="*/ 1058470 w 1917863"/>
              <a:gd name="connsiteY43" fmla="*/ 188159 h 555945"/>
              <a:gd name="connsiteX44" fmla="*/ 733783 w 1917863"/>
              <a:gd name="connsiteY44" fmla="*/ 267042 h 555945"/>
              <a:gd name="connsiteX45" fmla="*/ 657907 w 1917863"/>
              <a:gd name="connsiteY45" fmla="*/ 348363 h 555945"/>
              <a:gd name="connsiteX46" fmla="*/ 581435 w 1917863"/>
              <a:gd name="connsiteY46" fmla="*/ 267042 h 555945"/>
              <a:gd name="connsiteX47" fmla="*/ 657907 w 1917863"/>
              <a:gd name="connsiteY47" fmla="*/ 186317 h 555945"/>
              <a:gd name="connsiteX48" fmla="*/ 733783 w 1917863"/>
              <a:gd name="connsiteY48" fmla="*/ 267042 h 555945"/>
              <a:gd name="connsiteX49" fmla="*/ 581435 w 1917863"/>
              <a:gd name="connsiteY49" fmla="*/ 555945 h 555945"/>
              <a:gd name="connsiteX50" fmla="*/ 581435 w 1917863"/>
              <a:gd name="connsiteY50" fmla="*/ 395714 h 555945"/>
              <a:gd name="connsiteX51" fmla="*/ 682179 w 1917863"/>
              <a:gd name="connsiteY51" fmla="*/ 435156 h 555945"/>
              <a:gd name="connsiteX52" fmla="*/ 839375 w 1917863"/>
              <a:gd name="connsiteY52" fmla="*/ 267042 h 555945"/>
              <a:gd name="connsiteX53" fmla="*/ 682179 w 1917863"/>
              <a:gd name="connsiteY53" fmla="*/ 99525 h 555945"/>
              <a:gd name="connsiteX54" fmla="*/ 578401 w 1917863"/>
              <a:gd name="connsiteY54" fmla="*/ 142000 h 555945"/>
              <a:gd name="connsiteX55" fmla="*/ 577805 w 1917863"/>
              <a:gd name="connsiteY55" fmla="*/ 104373 h 555945"/>
              <a:gd name="connsiteX56" fmla="*/ 475843 w 1917863"/>
              <a:gd name="connsiteY56" fmla="*/ 104373 h 555945"/>
              <a:gd name="connsiteX57" fmla="*/ 475843 w 1917863"/>
              <a:gd name="connsiteY57" fmla="*/ 555945 h 555945"/>
              <a:gd name="connsiteX58" fmla="*/ 581435 w 1917863"/>
              <a:gd name="connsiteY58" fmla="*/ 555945 h 555945"/>
              <a:gd name="connsiteX59" fmla="*/ 332597 w 1917863"/>
              <a:gd name="connsiteY59" fmla="*/ 217280 h 555945"/>
              <a:gd name="connsiteX60" fmla="*/ 222129 w 1917863"/>
              <a:gd name="connsiteY60" fmla="*/ 333816 h 555945"/>
              <a:gd name="connsiteX61" fmla="*/ 111660 w 1917863"/>
              <a:gd name="connsiteY61" fmla="*/ 217280 h 555945"/>
              <a:gd name="connsiteX62" fmla="*/ 222129 w 1917863"/>
              <a:gd name="connsiteY62" fmla="*/ 100744 h 555945"/>
              <a:gd name="connsiteX63" fmla="*/ 332597 w 1917863"/>
              <a:gd name="connsiteY63" fmla="*/ 217280 h 555945"/>
              <a:gd name="connsiteX64" fmla="*/ 222129 w 1917863"/>
              <a:gd name="connsiteY64" fmla="*/ 0 h 555945"/>
              <a:gd name="connsiteX65" fmla="*/ 0 w 1917863"/>
              <a:gd name="connsiteY65" fmla="*/ 217280 h 555945"/>
              <a:gd name="connsiteX66" fmla="*/ 222129 w 1917863"/>
              <a:gd name="connsiteY66" fmla="*/ 434560 h 555945"/>
              <a:gd name="connsiteX67" fmla="*/ 444257 w 1917863"/>
              <a:gd name="connsiteY67" fmla="*/ 217280 h 555945"/>
              <a:gd name="connsiteX68" fmla="*/ 222129 w 1917863"/>
              <a:gd name="connsiteY68" fmla="*/ 0 h 55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917863" h="555945">
                <a:moveTo>
                  <a:pt x="1425659" y="429711"/>
                </a:moveTo>
                <a:lnTo>
                  <a:pt x="1425659" y="104401"/>
                </a:lnTo>
                <a:lnTo>
                  <a:pt x="1528841" y="104401"/>
                </a:lnTo>
                <a:lnTo>
                  <a:pt x="1529437" y="143246"/>
                </a:lnTo>
                <a:cubicBezTo>
                  <a:pt x="1550078" y="113502"/>
                  <a:pt x="1580418" y="99552"/>
                  <a:pt x="1615634" y="99552"/>
                </a:cubicBezTo>
                <a:cubicBezTo>
                  <a:pt x="1659951" y="99552"/>
                  <a:pt x="1691509" y="120193"/>
                  <a:pt x="1708494" y="152348"/>
                </a:cubicBezTo>
                <a:cubicBezTo>
                  <a:pt x="1729136" y="117132"/>
                  <a:pt x="1767981" y="99552"/>
                  <a:pt x="1808019" y="99552"/>
                </a:cubicBezTo>
                <a:cubicBezTo>
                  <a:pt x="1879019" y="99552"/>
                  <a:pt x="1917864" y="152971"/>
                  <a:pt x="1917864" y="220341"/>
                </a:cubicBezTo>
                <a:lnTo>
                  <a:pt x="1917864" y="429738"/>
                </a:lnTo>
                <a:lnTo>
                  <a:pt x="1812868" y="429738"/>
                </a:lnTo>
                <a:lnTo>
                  <a:pt x="1812868" y="236107"/>
                </a:lnTo>
                <a:cubicBezTo>
                  <a:pt x="1812868" y="204548"/>
                  <a:pt x="1792849" y="185721"/>
                  <a:pt x="1768550" y="185721"/>
                </a:cubicBezTo>
                <a:cubicBezTo>
                  <a:pt x="1744252" y="185721"/>
                  <a:pt x="1724233" y="204548"/>
                  <a:pt x="1724233" y="236107"/>
                </a:cubicBezTo>
                <a:lnTo>
                  <a:pt x="1724233" y="429711"/>
                </a:lnTo>
                <a:lnTo>
                  <a:pt x="1619236" y="429711"/>
                </a:lnTo>
                <a:lnTo>
                  <a:pt x="1619236" y="236107"/>
                </a:lnTo>
                <a:cubicBezTo>
                  <a:pt x="1619236" y="204548"/>
                  <a:pt x="1599218" y="185721"/>
                  <a:pt x="1574919" y="185721"/>
                </a:cubicBezTo>
                <a:cubicBezTo>
                  <a:pt x="1550647" y="185721"/>
                  <a:pt x="1530602" y="204548"/>
                  <a:pt x="1530602" y="236107"/>
                </a:cubicBezTo>
                <a:lnTo>
                  <a:pt x="1530602" y="429711"/>
                </a:lnTo>
                <a:lnTo>
                  <a:pt x="1425659" y="429711"/>
                </a:lnTo>
                <a:close/>
                <a:moveTo>
                  <a:pt x="1390471" y="305888"/>
                </a:moveTo>
                <a:cubicBezTo>
                  <a:pt x="1390471" y="389646"/>
                  <a:pt x="1323697" y="436998"/>
                  <a:pt x="1238746" y="436998"/>
                </a:cubicBezTo>
                <a:cubicBezTo>
                  <a:pt x="1153769" y="436998"/>
                  <a:pt x="1087022" y="389646"/>
                  <a:pt x="1087022" y="305888"/>
                </a:cubicBezTo>
                <a:lnTo>
                  <a:pt x="1087022" y="104401"/>
                </a:lnTo>
                <a:lnTo>
                  <a:pt x="1192641" y="104401"/>
                </a:lnTo>
                <a:lnTo>
                  <a:pt x="1192641" y="302881"/>
                </a:lnTo>
                <a:cubicBezTo>
                  <a:pt x="1192641" y="331405"/>
                  <a:pt x="1211468" y="349609"/>
                  <a:pt x="1238773" y="349609"/>
                </a:cubicBezTo>
                <a:cubicBezTo>
                  <a:pt x="1266079" y="349609"/>
                  <a:pt x="1284906" y="331405"/>
                  <a:pt x="1284906" y="302881"/>
                </a:cubicBezTo>
                <a:lnTo>
                  <a:pt x="1284906" y="104401"/>
                </a:lnTo>
                <a:lnTo>
                  <a:pt x="1390525" y="104401"/>
                </a:lnTo>
                <a:lnTo>
                  <a:pt x="1390525" y="305888"/>
                </a:lnTo>
                <a:close/>
                <a:moveTo>
                  <a:pt x="1058470" y="188159"/>
                </a:moveTo>
                <a:lnTo>
                  <a:pt x="1058470" y="104401"/>
                </a:lnTo>
                <a:lnTo>
                  <a:pt x="971677" y="104401"/>
                </a:lnTo>
                <a:lnTo>
                  <a:pt x="971677" y="21238"/>
                </a:lnTo>
                <a:lnTo>
                  <a:pt x="866681" y="21238"/>
                </a:lnTo>
                <a:lnTo>
                  <a:pt x="866681" y="313175"/>
                </a:lnTo>
                <a:cubicBezTo>
                  <a:pt x="866681" y="393899"/>
                  <a:pt x="914628" y="434560"/>
                  <a:pt x="991696" y="434560"/>
                </a:cubicBezTo>
                <a:cubicBezTo>
                  <a:pt x="1014153" y="434560"/>
                  <a:pt x="1037828" y="432122"/>
                  <a:pt x="1058470" y="423643"/>
                </a:cubicBezTo>
                <a:lnTo>
                  <a:pt x="1058470" y="340480"/>
                </a:lnTo>
                <a:cubicBezTo>
                  <a:pt x="1043300" y="345329"/>
                  <a:pt x="1029945" y="347144"/>
                  <a:pt x="1018406" y="347144"/>
                </a:cubicBezTo>
                <a:cubicBezTo>
                  <a:pt x="990477" y="347144"/>
                  <a:pt x="971677" y="334385"/>
                  <a:pt x="971677" y="304669"/>
                </a:cubicBezTo>
                <a:lnTo>
                  <a:pt x="971677" y="188159"/>
                </a:lnTo>
                <a:lnTo>
                  <a:pt x="1058470" y="188159"/>
                </a:lnTo>
                <a:close/>
                <a:moveTo>
                  <a:pt x="733783" y="267042"/>
                </a:moveTo>
                <a:cubicBezTo>
                  <a:pt x="733783" y="313770"/>
                  <a:pt x="699786" y="348363"/>
                  <a:pt x="657907" y="348363"/>
                </a:cubicBezTo>
                <a:cubicBezTo>
                  <a:pt x="615432" y="348363"/>
                  <a:pt x="581435" y="313770"/>
                  <a:pt x="581435" y="267042"/>
                </a:cubicBezTo>
                <a:cubicBezTo>
                  <a:pt x="581435" y="220910"/>
                  <a:pt x="615432" y="186317"/>
                  <a:pt x="657907" y="186317"/>
                </a:cubicBezTo>
                <a:cubicBezTo>
                  <a:pt x="699786" y="186317"/>
                  <a:pt x="733783" y="220937"/>
                  <a:pt x="733783" y="267042"/>
                </a:cubicBezTo>
                <a:close/>
                <a:moveTo>
                  <a:pt x="581435" y="555945"/>
                </a:moveTo>
                <a:lnTo>
                  <a:pt x="581435" y="395714"/>
                </a:lnTo>
                <a:cubicBezTo>
                  <a:pt x="608145" y="420609"/>
                  <a:pt x="643333" y="435156"/>
                  <a:pt x="682179" y="435156"/>
                </a:cubicBezTo>
                <a:cubicBezTo>
                  <a:pt x="770190" y="435156"/>
                  <a:pt x="839375" y="360499"/>
                  <a:pt x="839375" y="267042"/>
                </a:cubicBezTo>
                <a:cubicBezTo>
                  <a:pt x="839375" y="174182"/>
                  <a:pt x="770190" y="99525"/>
                  <a:pt x="682179" y="99525"/>
                </a:cubicBezTo>
                <a:cubicBezTo>
                  <a:pt x="641518" y="99525"/>
                  <a:pt x="605707" y="115317"/>
                  <a:pt x="578401" y="142000"/>
                </a:cubicBezTo>
                <a:lnTo>
                  <a:pt x="577805" y="104373"/>
                </a:lnTo>
                <a:lnTo>
                  <a:pt x="475843" y="104373"/>
                </a:lnTo>
                <a:lnTo>
                  <a:pt x="475843" y="555945"/>
                </a:lnTo>
                <a:lnTo>
                  <a:pt x="581435" y="555945"/>
                </a:lnTo>
                <a:close/>
                <a:moveTo>
                  <a:pt x="332597" y="217280"/>
                </a:moveTo>
                <a:cubicBezTo>
                  <a:pt x="332597" y="284054"/>
                  <a:pt x="283431" y="333816"/>
                  <a:pt x="222129" y="333816"/>
                </a:cubicBezTo>
                <a:cubicBezTo>
                  <a:pt x="160827" y="333816"/>
                  <a:pt x="111660" y="284054"/>
                  <a:pt x="111660" y="217280"/>
                </a:cubicBezTo>
                <a:cubicBezTo>
                  <a:pt x="111660" y="150506"/>
                  <a:pt x="160827" y="100744"/>
                  <a:pt x="222129" y="100744"/>
                </a:cubicBezTo>
                <a:cubicBezTo>
                  <a:pt x="283431" y="100744"/>
                  <a:pt x="332597" y="150533"/>
                  <a:pt x="332597" y="217280"/>
                </a:cubicBezTo>
                <a:close/>
                <a:moveTo>
                  <a:pt x="222129" y="0"/>
                </a:moveTo>
                <a:cubicBezTo>
                  <a:pt x="97710" y="0"/>
                  <a:pt x="0" y="96491"/>
                  <a:pt x="0" y="217280"/>
                </a:cubicBezTo>
                <a:cubicBezTo>
                  <a:pt x="0" y="338069"/>
                  <a:pt x="97710" y="434560"/>
                  <a:pt x="222129" y="434560"/>
                </a:cubicBezTo>
                <a:cubicBezTo>
                  <a:pt x="346548" y="434560"/>
                  <a:pt x="444257" y="338069"/>
                  <a:pt x="444257" y="217280"/>
                </a:cubicBezTo>
                <a:cubicBezTo>
                  <a:pt x="444257" y="96491"/>
                  <a:pt x="346548" y="0"/>
                  <a:pt x="222129" y="0"/>
                </a:cubicBezTo>
                <a:close/>
              </a:path>
            </a:pathLst>
          </a:custGeom>
          <a:solidFill>
            <a:schemeClr val="bg1"/>
          </a:solidFill>
          <a:ln w="2704"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57201" y="3898010"/>
            <a:ext cx="7315200" cy="1246495"/>
          </a:xfrm>
        </p:spPr>
        <p:txBody>
          <a:bodyPr anchor="b"/>
          <a:lstStyle>
            <a:lvl1pPr>
              <a:defRPr sz="4500"/>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57201" y="5470851"/>
            <a:ext cx="7315200" cy="276999"/>
          </a:xfrm>
        </p:spPr>
        <p:txBody>
          <a:bodyPr wrap="square">
            <a:spAutoFit/>
          </a:bodyPr>
          <a:lstStyle>
            <a:lvl1pPr marL="0" indent="0">
              <a:spcBef>
                <a:spcPts val="0"/>
              </a:spcBef>
              <a:buFont typeface="Arial" panose="020B0604020202020204" pitchFamily="34" charset="0"/>
              <a:buNone/>
              <a:defRPr sz="18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bold 18pt, sentence case</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57200" y="6179542"/>
            <a:ext cx="5486400" cy="215444"/>
          </a:xfrm>
        </p:spPr>
        <p:txBody>
          <a:bodyPr wrap="square" anchor="b">
            <a:spAutoFit/>
          </a:bodyPr>
          <a:lstStyle>
            <a:lvl1pPr marL="0" indent="0">
              <a:spcBef>
                <a:spcPts val="0"/>
              </a:spcBef>
              <a:buFont typeface="Arial" panose="020B0604020202020204" pitchFamily="34" charset="0"/>
              <a:buNone/>
              <a:defRPr sz="1400" b="1">
                <a:solidFill>
                  <a:schemeClr val="accent6"/>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5">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7F9D45FD-5E41-4099-8C3D-34BB181680CA}" type="datetime1">
              <a:rPr lang="en-US" smtClean="0"/>
              <a:t>9/17/2026</a:t>
            </a:fld>
            <a:endParaRPr lang="en-US"/>
          </a:p>
        </p:txBody>
      </p:sp>
      <p:sp>
        <p:nvSpPr>
          <p:cNvPr id="7" name="Footer Placeholder 6">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7">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752347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898">
          <p15:clr>
            <a:srgbClr val="FBAE40"/>
          </p15:clr>
        </p15:guide>
        <p15:guide id="3" orient="horz" pos="3245">
          <p15:clr>
            <a:srgbClr val="FBAE40"/>
          </p15:clr>
        </p15:guide>
        <p15:guide id="4" orient="horz" pos="34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type="secHead" preserve="1">
  <p:cSld name="Section Header - Orange Pattern">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55FC67-8BE9-BFBF-5BCF-DFF1533546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b="34206"/>
          <a:stretch/>
        </p:blipFill>
        <p:spPr bwMode="gray">
          <a:xfrm>
            <a:off x="0" y="0"/>
            <a:ext cx="12192000" cy="2246047"/>
          </a:xfrm>
          <a:prstGeom prst="rect">
            <a:avLst/>
          </a:prstGeom>
        </p:spPr>
      </p:pic>
      <p:sp>
        <p:nvSpPr>
          <p:cNvPr id="2" name="Title 1">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895607"/>
            <a:ext cx="8686800" cy="1523494"/>
          </a:xfrm>
        </p:spPr>
        <p:txBody>
          <a:bodyPr anchor="b"/>
          <a:lstStyle>
            <a:lvl1pPr algn="ctr">
              <a:defRPr sz="5500"/>
            </a:lvl1pPr>
          </a:lstStyle>
          <a:p>
            <a:r>
              <a:rPr lang="en-US"/>
              <a:t>Section title; Arial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700072"/>
            <a:ext cx="8686800" cy="332399"/>
          </a:xfrm>
        </p:spPr>
        <p:txBody>
          <a:bodyPr>
            <a:spAutoFit/>
          </a:bodyPr>
          <a:lstStyle>
            <a:lvl1pPr marL="0" indent="0" algn="ctr">
              <a:lnSpc>
                <a:spcPct val="90000"/>
              </a:lnSpc>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5" name="Footer Placeholder 4">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hidden="1">
            <a:extLst>
              <a:ext uri="{FF2B5EF4-FFF2-40B4-BE49-F238E27FC236}">
                <a16:creationId xmlns:a16="http://schemas.microsoft.com/office/drawing/2014/main" id="{39B679AE-D173-4857-9656-61C15B78E493}"/>
              </a:ext>
            </a:extLst>
          </p:cNvPr>
          <p:cNvSpPr>
            <a:spLocks noGrp="1"/>
          </p:cNvSpPr>
          <p:nvPr>
            <p:ph type="dt" sz="half" idx="10"/>
          </p:nvPr>
        </p:nvSpPr>
        <p:spPr/>
        <p:txBody>
          <a:bodyPr/>
          <a:lstStyle/>
          <a:p>
            <a:fld id="{8DDE5A22-EAF8-4C1A-AC51-DA6B599674BD}" type="datetime1">
              <a:rPr lang="en-US" smtClean="0"/>
              <a:t>9/17/2026</a:t>
            </a:fld>
            <a:endParaRPr lang="en-US"/>
          </a:p>
        </p:txBody>
      </p:sp>
    </p:spTree>
    <p:extLst>
      <p:ext uri="{BB962C8B-B14F-4D97-AF65-F5344CB8AC3E}">
        <p14:creationId xmlns:p14="http://schemas.microsoft.com/office/powerpoint/2010/main" val="5501813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FBAE40"/>
          </p15:clr>
        </p15:guide>
        <p15:guide id="2" pos="6576">
          <p15:clr>
            <a:srgbClr val="FBAE40"/>
          </p15:clr>
        </p15:guide>
        <p15:guide id="3" orient="horz" pos="2788">
          <p15:clr>
            <a:srgbClr val="FBAE40"/>
          </p15:clr>
        </p15:guide>
        <p15:guide id="4" orient="horz" pos="2956">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533403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1"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2025 Optum, Inc. All rights reserved. </a:t>
            </a:r>
          </a:p>
        </p:txBody>
      </p:sp>
    </p:spTree>
    <p:extLst>
      <p:ext uri="{BB962C8B-B14F-4D97-AF65-F5344CB8AC3E}">
        <p14:creationId xmlns:p14="http://schemas.microsoft.com/office/powerpoint/2010/main" val="40479883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14904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A large &quot;x&quot; indicating that this layout is not approved for use.">
            <a:extLst>
              <a:ext uri="{FF2B5EF4-FFF2-40B4-BE49-F238E27FC236}">
                <a16:creationId xmlns:a16="http://schemas.microsoft.com/office/drawing/2014/main" id="{F637101A-C75C-41F9-A59B-BB01DC6F1A81}"/>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57B99AAD-1C70-4066-97B8-7CB0AFCDBCB0}"/>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B7568664-50C7-4DB8-8C47-CFB226FB188C}"/>
              </a:ext>
            </a:extLst>
          </p:cNvPr>
          <p:cNvSpPr>
            <a:spLocks noGrp="1"/>
          </p:cNvSpPr>
          <p:nvPr>
            <p:ph type="ctrTitle" hasCustomPrompt="1"/>
          </p:nvPr>
        </p:nvSpPr>
        <p:spPr bwMode="gray">
          <a:xfrm>
            <a:off x="1524000" y="2886715"/>
            <a:ext cx="9144000" cy="623248"/>
          </a:xfrm>
        </p:spPr>
        <p:txBody>
          <a:bodyPr anchor="b"/>
          <a:lstStyle>
            <a:lvl1pPr algn="ctr">
              <a:defRPr sz="4500"/>
            </a:lvl1pPr>
          </a:lstStyle>
          <a:p>
            <a:r>
              <a:rPr lang="en-US"/>
              <a:t>Not for use. Microsoft default.</a:t>
            </a:r>
          </a:p>
        </p:txBody>
      </p:sp>
      <p:sp>
        <p:nvSpPr>
          <p:cNvPr id="3" name="Subtitle 2">
            <a:extLst>
              <a:ext uri="{FF2B5EF4-FFF2-40B4-BE49-F238E27FC236}">
                <a16:creationId xmlns:a16="http://schemas.microsoft.com/office/drawing/2014/main" id="{4EAF0C85-44B2-4CC0-932D-2F9ADF1FFD31}"/>
              </a:ext>
            </a:extLst>
          </p:cNvPr>
          <p:cNvSpPr>
            <a:spLocks noGrp="1"/>
          </p:cNvSpPr>
          <p:nvPr>
            <p:ph type="subTitle" idx="1" hasCustomPrompt="1"/>
          </p:nvPr>
        </p:nvSpPr>
        <p:spPr bwMode="gray">
          <a:xfrm>
            <a:off x="1524000" y="3602038"/>
            <a:ext cx="9144000" cy="1130600"/>
          </a:xfrm>
        </p:spPr>
        <p:txBody>
          <a:bodyPr/>
          <a:lstStyle>
            <a:lvl1pPr marL="0" indent="0" algn="ctr">
              <a:buNone/>
              <a:defRPr sz="24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This layout is not intended for use within Optum presentations.</a:t>
            </a:r>
          </a:p>
        </p:txBody>
      </p:sp>
      <p:sp>
        <p:nvSpPr>
          <p:cNvPr id="5" name="Footer Placeholder 4">
            <a:extLst>
              <a:ext uri="{FF2B5EF4-FFF2-40B4-BE49-F238E27FC236}">
                <a16:creationId xmlns:a16="http://schemas.microsoft.com/office/drawing/2014/main" id="{6A126410-8F3C-4F0B-B7C5-2D48B3EF1A6A}"/>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D02FE67C-069E-48A9-B723-DEF10C50C01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4" name="Date Placeholder 3">
            <a:extLst>
              <a:ext uri="{FF2B5EF4-FFF2-40B4-BE49-F238E27FC236}">
                <a16:creationId xmlns:a16="http://schemas.microsoft.com/office/drawing/2014/main" id="{372CD502-C58E-4BBA-9A0D-8801688B5209}"/>
              </a:ext>
            </a:extLst>
          </p:cNvPr>
          <p:cNvSpPr>
            <a:spLocks noGrp="1"/>
          </p:cNvSpPr>
          <p:nvPr>
            <p:ph type="dt" sz="half" idx="10"/>
          </p:nvPr>
        </p:nvSpPr>
        <p:spPr bwMode="gray"/>
        <p:txBody>
          <a:bodyPr/>
          <a:lstStyle/>
          <a:p>
            <a:fld id="{F162BC2A-6E37-4CC1-B6FC-7AA5CD4A505C}" type="datetime1">
              <a:rPr lang="en-US" smtClean="0"/>
              <a:t>9/17/2026</a:t>
            </a:fld>
            <a:endParaRPr lang="en-US"/>
          </a:p>
        </p:txBody>
      </p:sp>
    </p:spTree>
    <p:extLst>
      <p:ext uri="{BB962C8B-B14F-4D97-AF65-F5344CB8AC3E}">
        <p14:creationId xmlns:p14="http://schemas.microsoft.com/office/powerpoint/2010/main" val="3467790594"/>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Freeform: Shape 9" descr="A large &quot;x&quot; indicating that this layout is not approved for use.">
            <a:extLst>
              <a:ext uri="{FF2B5EF4-FFF2-40B4-BE49-F238E27FC236}">
                <a16:creationId xmlns:a16="http://schemas.microsoft.com/office/drawing/2014/main" id="{B6B42EE6-B915-4BF1-8B9C-7DD5ACE2DD69}"/>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8" name="TextBox 7">
            <a:extLst>
              <a:ext uri="{FF2B5EF4-FFF2-40B4-BE49-F238E27FC236}">
                <a16:creationId xmlns:a16="http://schemas.microsoft.com/office/drawing/2014/main" id="{CD70083E-4733-4C8E-B27B-09B287FF1688}"/>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3A8B14AA-3234-4FFB-B4D3-512ED6FA45CB}"/>
              </a:ext>
            </a:extLst>
          </p:cNvPr>
          <p:cNvSpPr>
            <a:spLocks noGrp="1"/>
          </p:cNvSpPr>
          <p:nvPr>
            <p:ph type="title" hasCustomPrompt="1"/>
          </p:nvPr>
        </p:nvSpPr>
        <p:spPr bwMode="gray">
          <a:xfrm>
            <a:off x="457199" y="555639"/>
            <a:ext cx="11274425" cy="304699"/>
          </a:xfrm>
        </p:spPr>
        <p:txBody>
          <a:bodyPr/>
          <a:lstStyle>
            <a:lvl1pPr>
              <a:defRPr/>
            </a:lvl1pPr>
          </a:lstStyle>
          <a:p>
            <a:r>
              <a:rPr lang="en-US"/>
              <a:t>Not for use. This is a Microsoft default.</a:t>
            </a:r>
          </a:p>
        </p:txBody>
      </p:sp>
      <p:sp>
        <p:nvSpPr>
          <p:cNvPr id="3" name="Content Placeholder 2">
            <a:extLst>
              <a:ext uri="{FF2B5EF4-FFF2-40B4-BE49-F238E27FC236}">
                <a16:creationId xmlns:a16="http://schemas.microsoft.com/office/drawing/2014/main" id="{4ABCB17D-A7A6-41F6-83CB-566500CE0480}"/>
              </a:ext>
            </a:extLst>
          </p:cNvPr>
          <p:cNvSpPr>
            <a:spLocks noGrp="1"/>
          </p:cNvSpPr>
          <p:nvPr>
            <p:ph sz="half" idx="1" hasCustomPrompt="1"/>
          </p:nvPr>
        </p:nvSpPr>
        <p:spPr bwMode="gray">
          <a:xfrm>
            <a:off x="838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EF25F9-31AF-45D7-90BD-D4D634628BC9}"/>
              </a:ext>
            </a:extLst>
          </p:cNvPr>
          <p:cNvSpPr>
            <a:spLocks noGrp="1"/>
          </p:cNvSpPr>
          <p:nvPr>
            <p:ph sz="half" idx="2" hasCustomPrompt="1"/>
          </p:nvPr>
        </p:nvSpPr>
        <p:spPr bwMode="gray">
          <a:xfrm>
            <a:off x="6172200" y="1469765"/>
            <a:ext cx="5181600" cy="4351338"/>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562DD608-68C8-4550-8B5B-0AD9AE479018}"/>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469831F6-C4D6-424D-B187-C11B57AE40DB}"/>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9A220815-B520-464A-809E-9A762EE28066}"/>
              </a:ext>
            </a:extLst>
          </p:cNvPr>
          <p:cNvSpPr>
            <a:spLocks noGrp="1"/>
          </p:cNvSpPr>
          <p:nvPr>
            <p:ph type="dt" sz="half" idx="10"/>
          </p:nvPr>
        </p:nvSpPr>
        <p:spPr bwMode="gray"/>
        <p:txBody>
          <a:bodyPr/>
          <a:lstStyle/>
          <a:p>
            <a:fld id="{905E7EE1-CC23-4392-A75F-0151249E6FE6}" type="datetime1">
              <a:rPr lang="en-US" smtClean="0"/>
              <a:t>9/17/2026</a:t>
            </a:fld>
            <a:endParaRPr lang="en-US"/>
          </a:p>
        </p:txBody>
      </p:sp>
    </p:spTree>
    <p:extLst>
      <p:ext uri="{BB962C8B-B14F-4D97-AF65-F5344CB8AC3E}">
        <p14:creationId xmlns:p14="http://schemas.microsoft.com/office/powerpoint/2010/main" val="3676851313"/>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Freeform: Shape 11" descr="A large &quot;x&quot; indicating that this layout is not approved for use.">
            <a:extLst>
              <a:ext uri="{FF2B5EF4-FFF2-40B4-BE49-F238E27FC236}">
                <a16:creationId xmlns:a16="http://schemas.microsoft.com/office/drawing/2014/main" id="{1C70D576-33E1-4B49-8568-E8D97423AE77}"/>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E00E51F3-FA16-4CC6-97C6-6EECCB9AFCB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CFA8E2E3-6B30-46B0-B4B4-027D6D07175E}"/>
              </a:ext>
            </a:extLst>
          </p:cNvPr>
          <p:cNvSpPr>
            <a:spLocks noGrp="1"/>
          </p:cNvSpPr>
          <p:nvPr>
            <p:ph type="title" hasCustomPrompt="1"/>
          </p:nvPr>
        </p:nvSpPr>
        <p:spPr bwMode="gray">
          <a:xfrm>
            <a:off x="457199" y="555639"/>
            <a:ext cx="11274426" cy="304699"/>
          </a:xfrm>
        </p:spPr>
        <p:txBody>
          <a:bodyPr/>
          <a:lstStyle>
            <a:lvl1pPr>
              <a:defRPr/>
            </a:lvl1pPr>
          </a:lstStyle>
          <a:p>
            <a:r>
              <a:rPr lang="en-US"/>
              <a:t>Not for use. This is a Microsoft default.</a:t>
            </a:r>
          </a:p>
        </p:txBody>
      </p:sp>
      <p:sp>
        <p:nvSpPr>
          <p:cNvPr id="3" name="Text Placeholder 2">
            <a:extLst>
              <a:ext uri="{FF2B5EF4-FFF2-40B4-BE49-F238E27FC236}">
                <a16:creationId xmlns:a16="http://schemas.microsoft.com/office/drawing/2014/main" id="{FCE00B74-BF12-4966-8AA7-173AC3483119}"/>
              </a:ext>
            </a:extLst>
          </p:cNvPr>
          <p:cNvSpPr>
            <a:spLocks noGrp="1"/>
          </p:cNvSpPr>
          <p:nvPr>
            <p:ph type="body" idx="1"/>
          </p:nvPr>
        </p:nvSpPr>
        <p:spPr bwMode="gray">
          <a:xfrm>
            <a:off x="839787" y="1469346"/>
            <a:ext cx="5184132"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024F8A-D5E1-459D-8864-ECDE8305BEE3}"/>
              </a:ext>
            </a:extLst>
          </p:cNvPr>
          <p:cNvSpPr>
            <a:spLocks noGrp="1"/>
          </p:cNvSpPr>
          <p:nvPr>
            <p:ph sz="half" idx="2" hasCustomPrompt="1"/>
          </p:nvPr>
        </p:nvSpPr>
        <p:spPr bwMode="gray">
          <a:xfrm>
            <a:off x="839787" y="2293257"/>
            <a:ext cx="5184132" cy="3527845"/>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AA130C-8D3A-4BEE-B54E-02D7DF9EEB6D}"/>
              </a:ext>
            </a:extLst>
          </p:cNvPr>
          <p:cNvSpPr>
            <a:spLocks noGrp="1"/>
          </p:cNvSpPr>
          <p:nvPr>
            <p:ph type="body" sz="quarter" idx="3"/>
          </p:nvPr>
        </p:nvSpPr>
        <p:spPr bwMode="gray">
          <a:xfrm>
            <a:off x="6172200" y="1469346"/>
            <a:ext cx="5183188" cy="823912"/>
          </a:xfrm>
        </p:spPr>
        <p:txBody>
          <a:bodyPr anchor="b"/>
          <a:lstStyle>
            <a:lvl1pPr marL="0" indent="0">
              <a:spcBef>
                <a:spcPts val="0"/>
              </a:spcBef>
              <a:buNone/>
              <a:defRPr sz="2400" b="1">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475553-3346-44A6-9C9C-B79A3C596C9C}"/>
              </a:ext>
            </a:extLst>
          </p:cNvPr>
          <p:cNvSpPr>
            <a:spLocks noGrp="1"/>
          </p:cNvSpPr>
          <p:nvPr>
            <p:ph sz="quarter" idx="4" hasCustomPrompt="1"/>
          </p:nvPr>
        </p:nvSpPr>
        <p:spPr bwMode="gray">
          <a:xfrm>
            <a:off x="6172200" y="2293258"/>
            <a:ext cx="5183188" cy="3527844"/>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08D5CB4-1D71-40A2-9087-19CAB8292F6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9" name="Slide Number Placeholder 8">
            <a:extLst>
              <a:ext uri="{FF2B5EF4-FFF2-40B4-BE49-F238E27FC236}">
                <a16:creationId xmlns:a16="http://schemas.microsoft.com/office/drawing/2014/main" id="{64858ABD-186B-4697-ADA0-B1768243BB6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7" name="Date Placeholder 6">
            <a:extLst>
              <a:ext uri="{FF2B5EF4-FFF2-40B4-BE49-F238E27FC236}">
                <a16:creationId xmlns:a16="http://schemas.microsoft.com/office/drawing/2014/main" id="{A31E6BBF-F3E7-49D2-A6BF-EC70F1823AB9}"/>
              </a:ext>
            </a:extLst>
          </p:cNvPr>
          <p:cNvSpPr>
            <a:spLocks noGrp="1"/>
          </p:cNvSpPr>
          <p:nvPr>
            <p:ph type="dt" sz="half" idx="10"/>
          </p:nvPr>
        </p:nvSpPr>
        <p:spPr bwMode="gray"/>
        <p:txBody>
          <a:bodyPr/>
          <a:lstStyle/>
          <a:p>
            <a:fld id="{C7E67C32-0E3A-477C-8FCF-E79CE5312C46}" type="datetime1">
              <a:rPr lang="en-US" smtClean="0"/>
              <a:t>9/17/2026</a:t>
            </a:fld>
            <a:endParaRPr lang="en-US"/>
          </a:p>
        </p:txBody>
      </p:sp>
    </p:spTree>
    <p:extLst>
      <p:ext uri="{BB962C8B-B14F-4D97-AF65-F5344CB8AC3E}">
        <p14:creationId xmlns:p14="http://schemas.microsoft.com/office/powerpoint/2010/main" val="3453587219"/>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descr="A large &quot;x&quot; indicating that this layout is not approved for use.">
            <a:extLst>
              <a:ext uri="{FF2B5EF4-FFF2-40B4-BE49-F238E27FC236}">
                <a16:creationId xmlns:a16="http://schemas.microsoft.com/office/drawing/2014/main" id="{5F25F3A1-BD13-41CE-9176-E8CD536BC4D9}"/>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2A212493-ED92-4B1B-901F-F8694A916BCD}"/>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A12F8FED-F893-4202-9729-070B73F89088}"/>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4" name="Text Placeholder 3">
            <a:extLst>
              <a:ext uri="{FF2B5EF4-FFF2-40B4-BE49-F238E27FC236}">
                <a16:creationId xmlns:a16="http://schemas.microsoft.com/office/drawing/2014/main" id="{3CCF252D-B8C8-459E-A3CF-ADE2DCB40929}"/>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3" name="Content Placeholder 2">
            <a:extLst>
              <a:ext uri="{FF2B5EF4-FFF2-40B4-BE49-F238E27FC236}">
                <a16:creationId xmlns:a16="http://schemas.microsoft.com/office/drawing/2014/main" id="{FAAB0851-1B55-4EF9-9DB6-030D02FC7FC5}"/>
              </a:ext>
            </a:extLst>
          </p:cNvPr>
          <p:cNvSpPr>
            <a:spLocks noGrp="1"/>
          </p:cNvSpPr>
          <p:nvPr>
            <p:ph idx="1" hasCustomPrompt="1"/>
          </p:nvPr>
        </p:nvSpPr>
        <p:spPr bwMode="gray">
          <a:xfrm>
            <a:off x="5183188" y="959471"/>
            <a:ext cx="6172200" cy="4531785"/>
          </a:xfrm>
        </p:spPr>
        <p:txBody>
          <a:bodyPr/>
          <a:lstStyle>
            <a:lvl1pPr>
              <a:defRPr sz="1800"/>
            </a:lvl1pPr>
            <a:lvl2pPr>
              <a:defRPr sz="18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F63B6A4-E537-4167-B34F-EDFE426E1E8F}"/>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D8D5DB69-D84E-44DD-8501-317F2D6B91BC}"/>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B5E4B62D-C99F-4CC3-9E19-1114B3E55C1F}"/>
              </a:ext>
            </a:extLst>
          </p:cNvPr>
          <p:cNvSpPr>
            <a:spLocks noGrp="1"/>
          </p:cNvSpPr>
          <p:nvPr>
            <p:ph type="dt" sz="half" idx="10"/>
          </p:nvPr>
        </p:nvSpPr>
        <p:spPr bwMode="gray"/>
        <p:txBody>
          <a:bodyPr/>
          <a:lstStyle/>
          <a:p>
            <a:fld id="{0756414A-3F0D-460A-95CF-C7910A70C1D4}" type="datetime1">
              <a:rPr lang="en-US" smtClean="0"/>
              <a:t>9/17/2026</a:t>
            </a:fld>
            <a:endParaRPr lang="en-US"/>
          </a:p>
        </p:txBody>
      </p:sp>
    </p:spTree>
    <p:extLst>
      <p:ext uri="{BB962C8B-B14F-4D97-AF65-F5344CB8AC3E}">
        <p14:creationId xmlns:p14="http://schemas.microsoft.com/office/powerpoint/2010/main" val="120914028"/>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descr="A large &quot;x&quot; indicating that this layout is not approved for use.">
            <a:extLst>
              <a:ext uri="{FF2B5EF4-FFF2-40B4-BE49-F238E27FC236}">
                <a16:creationId xmlns:a16="http://schemas.microsoft.com/office/drawing/2014/main" id="{60799103-2F70-4C44-9BCC-51D14763EF0E}"/>
              </a:ext>
            </a:extLst>
          </p:cNvPr>
          <p:cNvSpPr>
            <a:spLocks noChangeAspect="1"/>
          </p:cNvSpPr>
          <p:nvPr userDrawn="1"/>
        </p:nvSpPr>
        <p:spPr bwMode="gray">
          <a:xfrm>
            <a:off x="465149" y="169987"/>
            <a:ext cx="191814" cy="191814"/>
          </a:xfrm>
          <a:custGeom>
            <a:avLst/>
            <a:gdLst>
              <a:gd name="connsiteX0" fmla="*/ 302097 w 431246"/>
              <a:gd name="connsiteY0" fmla="*/ 215623 h 431246"/>
              <a:gd name="connsiteX1" fmla="*/ 413352 w 431246"/>
              <a:gd name="connsiteY1" fmla="*/ 104368 h 431246"/>
              <a:gd name="connsiteX2" fmla="*/ 413352 w 431246"/>
              <a:gd name="connsiteY2" fmla="*/ 17894 h 431246"/>
              <a:gd name="connsiteX3" fmla="*/ 326879 w 431246"/>
              <a:gd name="connsiteY3" fmla="*/ 17894 h 431246"/>
              <a:gd name="connsiteX4" fmla="*/ 215623 w 431246"/>
              <a:gd name="connsiteY4" fmla="*/ 129150 h 431246"/>
              <a:gd name="connsiteX5" fmla="*/ 104368 w 431246"/>
              <a:gd name="connsiteY5" fmla="*/ 17894 h 431246"/>
              <a:gd name="connsiteX6" fmla="*/ 17894 w 431246"/>
              <a:gd name="connsiteY6" fmla="*/ 17894 h 431246"/>
              <a:gd name="connsiteX7" fmla="*/ 17894 w 431246"/>
              <a:gd name="connsiteY7" fmla="*/ 104368 h 431246"/>
              <a:gd name="connsiteX8" fmla="*/ 129150 w 431246"/>
              <a:gd name="connsiteY8" fmla="*/ 215623 h 431246"/>
              <a:gd name="connsiteX9" fmla="*/ 17894 w 431246"/>
              <a:gd name="connsiteY9" fmla="*/ 326879 h 431246"/>
              <a:gd name="connsiteX10" fmla="*/ 17894 w 431246"/>
              <a:gd name="connsiteY10" fmla="*/ 413352 h 431246"/>
              <a:gd name="connsiteX11" fmla="*/ 104368 w 431246"/>
              <a:gd name="connsiteY11" fmla="*/ 413352 h 431246"/>
              <a:gd name="connsiteX12" fmla="*/ 215623 w 431246"/>
              <a:gd name="connsiteY12" fmla="*/ 302097 h 431246"/>
              <a:gd name="connsiteX13" fmla="*/ 326879 w 431246"/>
              <a:gd name="connsiteY13" fmla="*/ 413352 h 431246"/>
              <a:gd name="connsiteX14" fmla="*/ 413352 w 431246"/>
              <a:gd name="connsiteY14" fmla="*/ 413352 h 431246"/>
              <a:gd name="connsiteX15" fmla="*/ 413352 w 431246"/>
              <a:gd name="connsiteY15" fmla="*/ 326879 h 431246"/>
              <a:gd name="connsiteX16" fmla="*/ 302097 w 431246"/>
              <a:gd name="connsiteY16" fmla="*/ 215623 h 43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246" h="431246">
                <a:moveTo>
                  <a:pt x="302097" y="215623"/>
                </a:moveTo>
                <a:lnTo>
                  <a:pt x="413352" y="104368"/>
                </a:lnTo>
                <a:cubicBezTo>
                  <a:pt x="437211" y="80509"/>
                  <a:pt x="437211" y="41754"/>
                  <a:pt x="413352" y="17894"/>
                </a:cubicBezTo>
                <a:cubicBezTo>
                  <a:pt x="389493" y="-5965"/>
                  <a:pt x="350738" y="-5965"/>
                  <a:pt x="326879" y="17894"/>
                </a:cubicBezTo>
                <a:lnTo>
                  <a:pt x="215623" y="129150"/>
                </a:lnTo>
                <a:lnTo>
                  <a:pt x="104368" y="17894"/>
                </a:lnTo>
                <a:cubicBezTo>
                  <a:pt x="80509" y="-5965"/>
                  <a:pt x="41754" y="-5965"/>
                  <a:pt x="17894" y="17894"/>
                </a:cubicBezTo>
                <a:cubicBezTo>
                  <a:pt x="-5965" y="41754"/>
                  <a:pt x="-5965" y="80509"/>
                  <a:pt x="17894" y="104368"/>
                </a:cubicBezTo>
                <a:lnTo>
                  <a:pt x="129150" y="215623"/>
                </a:lnTo>
                <a:lnTo>
                  <a:pt x="17894" y="326879"/>
                </a:lnTo>
                <a:cubicBezTo>
                  <a:pt x="-5965" y="350738"/>
                  <a:pt x="-5965" y="389493"/>
                  <a:pt x="17894" y="413352"/>
                </a:cubicBezTo>
                <a:cubicBezTo>
                  <a:pt x="41754" y="437211"/>
                  <a:pt x="80509" y="437211"/>
                  <a:pt x="104368" y="413352"/>
                </a:cubicBezTo>
                <a:lnTo>
                  <a:pt x="215623" y="302097"/>
                </a:lnTo>
                <a:lnTo>
                  <a:pt x="326879" y="413352"/>
                </a:lnTo>
                <a:cubicBezTo>
                  <a:pt x="350738" y="437211"/>
                  <a:pt x="389493" y="437211"/>
                  <a:pt x="413352" y="413352"/>
                </a:cubicBezTo>
                <a:cubicBezTo>
                  <a:pt x="437211" y="389493"/>
                  <a:pt x="437211" y="350738"/>
                  <a:pt x="413352" y="326879"/>
                </a:cubicBezTo>
                <a:lnTo>
                  <a:pt x="302097" y="215623"/>
                </a:lnTo>
                <a:close/>
              </a:path>
            </a:pathLst>
          </a:custGeom>
          <a:solidFill>
            <a:srgbClr val="C40000"/>
          </a:solidFill>
          <a:ln w="13097" cap="flat">
            <a:noFill/>
            <a:prstDash val="solid"/>
            <a:miter/>
          </a:ln>
        </p:spPr>
        <p:txBody>
          <a:bodyPr rtlCol="0" anchor="ctr"/>
          <a:lstStyle/>
          <a:p>
            <a:endParaRPr lang="en-US"/>
          </a:p>
        </p:txBody>
      </p:sp>
      <p:sp>
        <p:nvSpPr>
          <p:cNvPr id="9" name="TextBox 8">
            <a:extLst>
              <a:ext uri="{FF2B5EF4-FFF2-40B4-BE49-F238E27FC236}">
                <a16:creationId xmlns:a16="http://schemas.microsoft.com/office/drawing/2014/main" id="{349FD152-129D-41A4-81CE-BC9A8DCD0B3A}"/>
              </a:ext>
            </a:extLst>
          </p:cNvPr>
          <p:cNvSpPr txBox="1"/>
          <p:nvPr userDrawn="1"/>
        </p:nvSpPr>
        <p:spPr bwMode="gray">
          <a:xfrm>
            <a:off x="760652" y="142784"/>
            <a:ext cx="8290291" cy="246221"/>
          </a:xfrm>
          <a:prstGeom prst="rect">
            <a:avLst/>
          </a:prstGeom>
          <a:noFill/>
        </p:spPr>
        <p:txBody>
          <a:bodyPr vert="horz" wrap="square" lIns="0" tIns="0" rIns="0" bIns="0" rtlCol="0">
            <a:spAutoFit/>
          </a:bodyPr>
          <a:lstStyle/>
          <a:p>
            <a:pPr algn="l">
              <a:spcBef>
                <a:spcPts val="600"/>
              </a:spcBef>
            </a:pPr>
            <a:r>
              <a:rPr lang="en-US" sz="1600" b="1" i="0" u="none" baseline="0">
                <a:solidFill>
                  <a:schemeClr val="tx1"/>
                </a:solidFill>
                <a:latin typeface="+mn-lt"/>
              </a:rPr>
              <a:t>Not for use. </a:t>
            </a:r>
            <a:r>
              <a:rPr lang="en-US" sz="1600" b="0" i="0" u="none" baseline="0">
                <a:solidFill>
                  <a:schemeClr val="tx1"/>
                </a:solidFill>
                <a:latin typeface="+mn-lt"/>
              </a:rPr>
              <a:t>Please select an Optum approved layout.</a:t>
            </a:r>
          </a:p>
        </p:txBody>
      </p:sp>
      <p:sp>
        <p:nvSpPr>
          <p:cNvPr id="2" name="Title 1">
            <a:extLst>
              <a:ext uri="{FF2B5EF4-FFF2-40B4-BE49-F238E27FC236}">
                <a16:creationId xmlns:a16="http://schemas.microsoft.com/office/drawing/2014/main" id="{3871F256-EE8B-4C42-8A9F-D709E45FC9CE}"/>
              </a:ext>
            </a:extLst>
          </p:cNvPr>
          <p:cNvSpPr>
            <a:spLocks noGrp="1"/>
          </p:cNvSpPr>
          <p:nvPr>
            <p:ph type="title" hasCustomPrompt="1"/>
          </p:nvPr>
        </p:nvSpPr>
        <p:spPr bwMode="gray">
          <a:xfrm>
            <a:off x="839788" y="959472"/>
            <a:ext cx="3932237" cy="609398"/>
          </a:xfrm>
        </p:spPr>
        <p:txBody>
          <a:bodyPr anchor="b"/>
          <a:lstStyle>
            <a:lvl1pPr>
              <a:defRPr sz="2200"/>
            </a:lvl1pPr>
          </a:lstStyle>
          <a:p>
            <a:r>
              <a:rPr lang="en-US"/>
              <a:t>Not for use. This is a Microsoft default.</a:t>
            </a:r>
          </a:p>
        </p:txBody>
      </p:sp>
      <p:sp>
        <p:nvSpPr>
          <p:cNvPr id="4" name="Text Placeholder 3">
            <a:extLst>
              <a:ext uri="{FF2B5EF4-FFF2-40B4-BE49-F238E27FC236}">
                <a16:creationId xmlns:a16="http://schemas.microsoft.com/office/drawing/2014/main" id="{F2DB0F51-CDD0-41D4-A559-624A4917070B}"/>
              </a:ext>
            </a:extLst>
          </p:cNvPr>
          <p:cNvSpPr>
            <a:spLocks noGrp="1"/>
          </p:cNvSpPr>
          <p:nvPr>
            <p:ph type="body" sz="half" idx="2" hasCustomPrompt="1"/>
          </p:nvPr>
        </p:nvSpPr>
        <p:spPr bwMode="gray">
          <a:xfrm>
            <a:off x="839788" y="1568869"/>
            <a:ext cx="3932237" cy="3922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layout is not intended for use within Optum presentations.</a:t>
            </a:r>
          </a:p>
        </p:txBody>
      </p:sp>
      <p:sp>
        <p:nvSpPr>
          <p:cNvPr id="3" name="Picture Placeholder 2">
            <a:extLst>
              <a:ext uri="{FF2B5EF4-FFF2-40B4-BE49-F238E27FC236}">
                <a16:creationId xmlns:a16="http://schemas.microsoft.com/office/drawing/2014/main" id="{F9491D2A-A402-47AC-9A86-6002422F21C9}"/>
              </a:ext>
              <a:ext uri="{C183D7F6-B498-43B3-948B-1728B52AA6E4}">
                <adec:decorative xmlns:adec="http://schemas.microsoft.com/office/drawing/2017/decorative" val="1"/>
              </a:ext>
            </a:extLst>
          </p:cNvPr>
          <p:cNvSpPr>
            <a:spLocks noGrp="1"/>
          </p:cNvSpPr>
          <p:nvPr>
            <p:ph type="pic" idx="1"/>
          </p:nvPr>
        </p:nvSpPr>
        <p:spPr bwMode="gray">
          <a:xfrm>
            <a:off x="5183188" y="959471"/>
            <a:ext cx="6172200" cy="4531785"/>
          </a:xfr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17F543A3-3277-40A0-B1C2-CADD5AB0387B}"/>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7" name="Slide Number Placeholder 6">
            <a:extLst>
              <a:ext uri="{FF2B5EF4-FFF2-40B4-BE49-F238E27FC236}">
                <a16:creationId xmlns:a16="http://schemas.microsoft.com/office/drawing/2014/main" id="{F13D95E8-D049-4386-B18A-005E76673283}"/>
              </a:ext>
            </a:extLst>
          </p:cNvPr>
          <p:cNvSpPr>
            <a:spLocks noGrp="1"/>
          </p:cNvSpPr>
          <p:nvPr>
            <p:ph type="sldNum" sz="quarter" idx="12"/>
          </p:nvPr>
        </p:nvSpPr>
        <p:spPr bwMode="gray"/>
        <p:txBody>
          <a:bodyPr/>
          <a:lstStyle/>
          <a:p>
            <a:fld id="{03805D93-7D4B-4CBC-BABC-3A8AC08CB7F4}" type="slidenum">
              <a:rPr lang="en-US" smtClean="0"/>
              <a:t>‹#›</a:t>
            </a:fld>
            <a:endParaRPr lang="en-US"/>
          </a:p>
        </p:txBody>
      </p:sp>
      <p:sp>
        <p:nvSpPr>
          <p:cNvPr id="5" name="Date Placeholder 4">
            <a:extLst>
              <a:ext uri="{FF2B5EF4-FFF2-40B4-BE49-F238E27FC236}">
                <a16:creationId xmlns:a16="http://schemas.microsoft.com/office/drawing/2014/main" id="{14CD89A7-8ADC-4D39-B15F-96B3FCC81854}"/>
              </a:ext>
            </a:extLst>
          </p:cNvPr>
          <p:cNvSpPr>
            <a:spLocks noGrp="1"/>
          </p:cNvSpPr>
          <p:nvPr>
            <p:ph type="dt" sz="half" idx="10"/>
          </p:nvPr>
        </p:nvSpPr>
        <p:spPr bwMode="gray"/>
        <p:txBody>
          <a:bodyPr/>
          <a:lstStyle/>
          <a:p>
            <a:fld id="{991743E0-E954-4790-A436-446467232A0A}" type="datetime1">
              <a:rPr lang="en-US" smtClean="0"/>
              <a:t>9/17/2026</a:t>
            </a:fld>
            <a:endParaRPr lang="en-US"/>
          </a:p>
        </p:txBody>
      </p:sp>
    </p:spTree>
    <p:extLst>
      <p:ext uri="{BB962C8B-B14F-4D97-AF65-F5344CB8AC3E}">
        <p14:creationId xmlns:p14="http://schemas.microsoft.com/office/powerpoint/2010/main" val="2394844079"/>
      </p:ext>
    </p:extLst>
  </p:cSld>
  <p:clrMapOvr>
    <a:masterClrMapping/>
  </p:clrMapOvr>
  <p:extLst>
    <p:ext uri="{DCECCB84-F9BA-43D5-87BE-67443E8EF086}">
      <p15:sldGuideLst xmlns:p15="http://schemas.microsoft.com/office/powerpoint/2012/main">
        <p15:guide id="1" orient="horz" pos="3776">
          <p15:clr>
            <a:srgbClr val="F26B43"/>
          </p15:clr>
        </p15:guide>
        <p15:guide id="2" orient="horz" pos="344">
          <p15:clr>
            <a:srgbClr val="F26B43"/>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image" Target="../media/image1.svg"/><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theme" Target="../theme/theme2.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8" Type="http://schemas.openxmlformats.org/officeDocument/2006/relationships/slideLayout" Target="../slideLayouts/slideLayout43.xml"/><Relationship Id="rId3"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4.xml"/><Relationship Id="rId18" Type="http://schemas.openxmlformats.org/officeDocument/2006/relationships/slideLayout" Target="../slideLayouts/slideLayout89.xml"/><Relationship Id="rId26" Type="http://schemas.openxmlformats.org/officeDocument/2006/relationships/slideLayout" Target="../slideLayouts/slideLayout97.xml"/><Relationship Id="rId39" Type="http://schemas.openxmlformats.org/officeDocument/2006/relationships/slideLayout" Target="../slideLayouts/slideLayout110.xml"/><Relationship Id="rId21" Type="http://schemas.openxmlformats.org/officeDocument/2006/relationships/slideLayout" Target="../slideLayouts/slideLayout92.xml"/><Relationship Id="rId34" Type="http://schemas.openxmlformats.org/officeDocument/2006/relationships/slideLayout" Target="../slideLayouts/slideLayout105.xml"/><Relationship Id="rId42" Type="http://schemas.openxmlformats.org/officeDocument/2006/relationships/slideLayout" Target="../slideLayouts/slideLayout113.xml"/><Relationship Id="rId47" Type="http://schemas.openxmlformats.org/officeDocument/2006/relationships/slideLayout" Target="../slideLayouts/slideLayout118.xml"/><Relationship Id="rId50" Type="http://schemas.openxmlformats.org/officeDocument/2006/relationships/slideLayout" Target="../slideLayouts/slideLayout121.xml"/><Relationship Id="rId7" Type="http://schemas.openxmlformats.org/officeDocument/2006/relationships/slideLayout" Target="../slideLayouts/slideLayout78.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9" Type="http://schemas.openxmlformats.org/officeDocument/2006/relationships/slideLayout" Target="../slideLayouts/slideLayout100.xml"/><Relationship Id="rId11" Type="http://schemas.openxmlformats.org/officeDocument/2006/relationships/slideLayout" Target="../slideLayouts/slideLayout82.xml"/><Relationship Id="rId24" Type="http://schemas.openxmlformats.org/officeDocument/2006/relationships/slideLayout" Target="../slideLayouts/slideLayout95.xml"/><Relationship Id="rId32" Type="http://schemas.openxmlformats.org/officeDocument/2006/relationships/slideLayout" Target="../slideLayouts/slideLayout103.xml"/><Relationship Id="rId37" Type="http://schemas.openxmlformats.org/officeDocument/2006/relationships/slideLayout" Target="../slideLayouts/slideLayout108.xml"/><Relationship Id="rId40" Type="http://schemas.openxmlformats.org/officeDocument/2006/relationships/slideLayout" Target="../slideLayouts/slideLayout111.xml"/><Relationship Id="rId45" Type="http://schemas.openxmlformats.org/officeDocument/2006/relationships/slideLayout" Target="../slideLayouts/slideLayout116.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23" Type="http://schemas.openxmlformats.org/officeDocument/2006/relationships/slideLayout" Target="../slideLayouts/slideLayout94.xml"/><Relationship Id="rId28" Type="http://schemas.openxmlformats.org/officeDocument/2006/relationships/slideLayout" Target="../slideLayouts/slideLayout99.xml"/><Relationship Id="rId36" Type="http://schemas.openxmlformats.org/officeDocument/2006/relationships/slideLayout" Target="../slideLayouts/slideLayout107.xml"/><Relationship Id="rId49" Type="http://schemas.openxmlformats.org/officeDocument/2006/relationships/slideLayout" Target="../slideLayouts/slideLayout120.xml"/><Relationship Id="rId10" Type="http://schemas.openxmlformats.org/officeDocument/2006/relationships/slideLayout" Target="../slideLayouts/slideLayout81.xml"/><Relationship Id="rId19" Type="http://schemas.openxmlformats.org/officeDocument/2006/relationships/slideLayout" Target="../slideLayouts/slideLayout90.xml"/><Relationship Id="rId31" Type="http://schemas.openxmlformats.org/officeDocument/2006/relationships/slideLayout" Target="../slideLayouts/slideLayout102.xml"/><Relationship Id="rId44" Type="http://schemas.openxmlformats.org/officeDocument/2006/relationships/slideLayout" Target="../slideLayouts/slideLayout115.xml"/><Relationship Id="rId52" Type="http://schemas.openxmlformats.org/officeDocument/2006/relationships/image" Target="../media/image1.svg"/><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slideLayout" Target="../slideLayouts/slideLayout93.xml"/><Relationship Id="rId27" Type="http://schemas.openxmlformats.org/officeDocument/2006/relationships/slideLayout" Target="../slideLayouts/slideLayout98.xml"/><Relationship Id="rId30" Type="http://schemas.openxmlformats.org/officeDocument/2006/relationships/slideLayout" Target="../slideLayouts/slideLayout101.xml"/><Relationship Id="rId35" Type="http://schemas.openxmlformats.org/officeDocument/2006/relationships/slideLayout" Target="../slideLayouts/slideLayout106.xml"/><Relationship Id="rId43" Type="http://schemas.openxmlformats.org/officeDocument/2006/relationships/slideLayout" Target="../slideLayouts/slideLayout114.xml"/><Relationship Id="rId48" Type="http://schemas.openxmlformats.org/officeDocument/2006/relationships/slideLayout" Target="../slideLayouts/slideLayout119.xml"/><Relationship Id="rId8" Type="http://schemas.openxmlformats.org/officeDocument/2006/relationships/slideLayout" Target="../slideLayouts/slideLayout79.xml"/><Relationship Id="rId51" Type="http://schemas.openxmlformats.org/officeDocument/2006/relationships/theme" Target="../theme/theme3.xml"/><Relationship Id="rId3" Type="http://schemas.openxmlformats.org/officeDocument/2006/relationships/slideLayout" Target="../slideLayouts/slideLayout74.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5" Type="http://schemas.openxmlformats.org/officeDocument/2006/relationships/slideLayout" Target="../slideLayouts/slideLayout96.xml"/><Relationship Id="rId33" Type="http://schemas.openxmlformats.org/officeDocument/2006/relationships/slideLayout" Target="../slideLayouts/slideLayout104.xml"/><Relationship Id="rId38" Type="http://schemas.openxmlformats.org/officeDocument/2006/relationships/slideLayout" Target="../slideLayouts/slideLayout109.xml"/><Relationship Id="rId46" Type="http://schemas.openxmlformats.org/officeDocument/2006/relationships/slideLayout" Target="../slideLayouts/slideLayout117.xml"/><Relationship Id="rId20" Type="http://schemas.openxmlformats.org/officeDocument/2006/relationships/slideLayout" Target="../slideLayouts/slideLayout91.xml"/><Relationship Id="rId41" Type="http://schemas.openxmlformats.org/officeDocument/2006/relationships/slideLayout" Target="../slideLayouts/slideLayout112.xml"/><Relationship Id="rId1" Type="http://schemas.openxmlformats.org/officeDocument/2006/relationships/slideLayout" Target="../slideLayouts/slideLayout72.xml"/><Relationship Id="rId6" Type="http://schemas.openxmlformats.org/officeDocument/2006/relationships/slideLayout" Target="../slideLayouts/slideLayout7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4.xml"/><Relationship Id="rId18" Type="http://schemas.openxmlformats.org/officeDocument/2006/relationships/slideLayout" Target="../slideLayouts/slideLayout139.xml"/><Relationship Id="rId26" Type="http://schemas.openxmlformats.org/officeDocument/2006/relationships/slideLayout" Target="../slideLayouts/slideLayout147.xml"/><Relationship Id="rId39" Type="http://schemas.openxmlformats.org/officeDocument/2006/relationships/slideLayout" Target="../slideLayouts/slideLayout160.xml"/><Relationship Id="rId21" Type="http://schemas.openxmlformats.org/officeDocument/2006/relationships/slideLayout" Target="../slideLayouts/slideLayout142.xml"/><Relationship Id="rId34" Type="http://schemas.openxmlformats.org/officeDocument/2006/relationships/slideLayout" Target="../slideLayouts/slideLayout155.xml"/><Relationship Id="rId42" Type="http://schemas.openxmlformats.org/officeDocument/2006/relationships/slideLayout" Target="../slideLayouts/slideLayout163.xml"/><Relationship Id="rId47" Type="http://schemas.openxmlformats.org/officeDocument/2006/relationships/image" Target="../media/image1.svg"/><Relationship Id="rId7" Type="http://schemas.openxmlformats.org/officeDocument/2006/relationships/slideLayout" Target="../slideLayouts/slideLayout128.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29" Type="http://schemas.openxmlformats.org/officeDocument/2006/relationships/slideLayout" Target="../slideLayouts/slideLayout150.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24" Type="http://schemas.openxmlformats.org/officeDocument/2006/relationships/slideLayout" Target="../slideLayouts/slideLayout145.xml"/><Relationship Id="rId32" Type="http://schemas.openxmlformats.org/officeDocument/2006/relationships/slideLayout" Target="../slideLayouts/slideLayout153.xml"/><Relationship Id="rId37" Type="http://schemas.openxmlformats.org/officeDocument/2006/relationships/slideLayout" Target="../slideLayouts/slideLayout158.xml"/><Relationship Id="rId40" Type="http://schemas.openxmlformats.org/officeDocument/2006/relationships/slideLayout" Target="../slideLayouts/slideLayout161.xml"/><Relationship Id="rId45" Type="http://schemas.openxmlformats.org/officeDocument/2006/relationships/slideLayout" Target="../slideLayouts/slideLayout166.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23" Type="http://schemas.openxmlformats.org/officeDocument/2006/relationships/slideLayout" Target="../slideLayouts/slideLayout144.xml"/><Relationship Id="rId28" Type="http://schemas.openxmlformats.org/officeDocument/2006/relationships/slideLayout" Target="../slideLayouts/slideLayout149.xml"/><Relationship Id="rId36" Type="http://schemas.openxmlformats.org/officeDocument/2006/relationships/slideLayout" Target="../slideLayouts/slideLayout157.xml"/><Relationship Id="rId10" Type="http://schemas.openxmlformats.org/officeDocument/2006/relationships/slideLayout" Target="../slideLayouts/slideLayout131.xml"/><Relationship Id="rId19" Type="http://schemas.openxmlformats.org/officeDocument/2006/relationships/slideLayout" Target="../slideLayouts/slideLayout140.xml"/><Relationship Id="rId31" Type="http://schemas.openxmlformats.org/officeDocument/2006/relationships/slideLayout" Target="../slideLayouts/slideLayout152.xml"/><Relationship Id="rId44" Type="http://schemas.openxmlformats.org/officeDocument/2006/relationships/slideLayout" Target="../slideLayouts/slideLayout165.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 Id="rId22" Type="http://schemas.openxmlformats.org/officeDocument/2006/relationships/slideLayout" Target="../slideLayouts/slideLayout143.xml"/><Relationship Id="rId27" Type="http://schemas.openxmlformats.org/officeDocument/2006/relationships/slideLayout" Target="../slideLayouts/slideLayout148.xml"/><Relationship Id="rId30" Type="http://schemas.openxmlformats.org/officeDocument/2006/relationships/slideLayout" Target="../slideLayouts/slideLayout151.xml"/><Relationship Id="rId35" Type="http://schemas.openxmlformats.org/officeDocument/2006/relationships/slideLayout" Target="../slideLayouts/slideLayout156.xml"/><Relationship Id="rId43" Type="http://schemas.openxmlformats.org/officeDocument/2006/relationships/slideLayout" Target="../slideLayouts/slideLayout164.xml"/><Relationship Id="rId8" Type="http://schemas.openxmlformats.org/officeDocument/2006/relationships/slideLayout" Target="../slideLayouts/slideLayout129.xml"/><Relationship Id="rId3" Type="http://schemas.openxmlformats.org/officeDocument/2006/relationships/slideLayout" Target="../slideLayouts/slideLayout124.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5" Type="http://schemas.openxmlformats.org/officeDocument/2006/relationships/slideLayout" Target="../slideLayouts/slideLayout146.xml"/><Relationship Id="rId33" Type="http://schemas.openxmlformats.org/officeDocument/2006/relationships/slideLayout" Target="../slideLayouts/slideLayout154.xml"/><Relationship Id="rId38" Type="http://schemas.openxmlformats.org/officeDocument/2006/relationships/slideLayout" Target="../slideLayouts/slideLayout159.xml"/><Relationship Id="rId46" Type="http://schemas.openxmlformats.org/officeDocument/2006/relationships/theme" Target="../theme/theme4.xml"/><Relationship Id="rId20" Type="http://schemas.openxmlformats.org/officeDocument/2006/relationships/slideLayout" Target="../slideLayouts/slideLayout141.xml"/><Relationship Id="rId41" Type="http://schemas.openxmlformats.org/officeDocument/2006/relationships/slideLayout" Target="../slideLayouts/slideLayout1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F36062A-1655-4530-ACBD-3C58ED2B33A6}"/>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F05F61D3-6EEE-4B43-A90B-FDAB6329CC17}" type="datetime1">
              <a:rPr lang="en-US" smtClean="0"/>
              <a:t>9/17/2026</a:t>
            </a:fld>
            <a:endParaRPr lang="en-US"/>
          </a:p>
        </p:txBody>
      </p:sp>
      <p:sp>
        <p:nvSpPr>
          <p:cNvPr id="6" name="Slide Number Placeholder 5">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5" name="Footer Placeholder 4">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2022 Optum, Inc. All rights reserved.</a:t>
            </a:r>
          </a:p>
        </p:txBody>
      </p:sp>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3" name="Text Placeholder 2">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116AB501-2D32-4243-9F5D-C56CB3493024}"/>
              </a:ext>
            </a:extLst>
          </p:cNvPr>
          <p:cNvSpPr>
            <a:spLocks noGrp="1"/>
          </p:cNvSpPr>
          <p:nvPr>
            <p:ph type="title"/>
          </p:nvPr>
        </p:nvSpPr>
        <p:spPr bwMode="gray">
          <a:xfrm>
            <a:off x="457199" y="555639"/>
            <a:ext cx="9601200" cy="304699"/>
          </a:xfrm>
          <a:prstGeom prst="rect">
            <a:avLst/>
          </a:prstGeom>
        </p:spPr>
        <p:txBody>
          <a:bodyPr vert="horz" wrap="square" lIns="0" tIns="0" rIns="0" bIns="0" rtlCol="0" anchor="t" anchorCtr="0">
            <a:spAutoFit/>
          </a:bodyPr>
          <a:lstStyle/>
          <a:p>
            <a:r>
              <a:rPr lang="en-US"/>
              <a:t>Click to edit Master title style</a:t>
            </a:r>
          </a:p>
        </p:txBody>
      </p:sp>
      <p:pic>
        <p:nvPicPr>
          <p:cNvPr id="13" name="Optum logo" descr="Optum logo">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bwMode="gray">
          <a:xfrm>
            <a:off x="461961" y="6343650"/>
            <a:ext cx="773055" cy="223837"/>
          </a:xfrm>
          <a:prstGeom prst="rect">
            <a:avLst/>
          </a:prstGeom>
        </p:spPr>
      </p:pic>
    </p:spTree>
    <p:extLst>
      <p:ext uri="{BB962C8B-B14F-4D97-AF65-F5344CB8AC3E}">
        <p14:creationId xmlns:p14="http://schemas.microsoft.com/office/powerpoint/2010/main" val="3529229862"/>
      </p:ext>
    </p:extLst>
  </p:cSld>
  <p:clrMap bg1="lt1" tx1="dk1" bg2="lt2" tx2="dk2" accent1="accent1" accent2="accent2" accent3="accent3" accent4="accent4" accent5="accent5" accent6="accent6" hlink="hlink" folHlink="folHlink"/>
  <p:sldLayoutIdLst>
    <p:sldLayoutId id="2147483670" r:id="rId1"/>
    <p:sldLayoutId id="2147483675" r:id="rId2"/>
    <p:sldLayoutId id="2147483667" r:id="rId3"/>
    <p:sldLayoutId id="2147483694" r:id="rId4"/>
    <p:sldLayoutId id="2147483699" r:id="rId5"/>
    <p:sldLayoutId id="2147483700" r:id="rId6"/>
    <p:sldLayoutId id="2147483701" r:id="rId7"/>
    <p:sldLayoutId id="2147483688" r:id="rId8"/>
    <p:sldLayoutId id="2147483703" r:id="rId9"/>
    <p:sldLayoutId id="2147483676" r:id="rId10"/>
    <p:sldLayoutId id="2147483685" r:id="rId11"/>
    <p:sldLayoutId id="2147483684" r:id="rId12"/>
    <p:sldLayoutId id="2147483677" r:id="rId13"/>
    <p:sldLayoutId id="2147483654" r:id="rId14"/>
    <p:sldLayoutId id="2147483662" r:id="rId15"/>
    <p:sldLayoutId id="2147483683" r:id="rId16"/>
    <p:sldLayoutId id="2147483650" r:id="rId17"/>
    <p:sldLayoutId id="2147483655" r:id="rId18"/>
    <p:sldLayoutId id="2147483678" r:id="rId19"/>
    <p:sldLayoutId id="2147483664" r:id="rId20"/>
    <p:sldLayoutId id="2147483696" r:id="rId21"/>
    <p:sldLayoutId id="2147483695" r:id="rId22"/>
    <p:sldLayoutId id="2147483697" r:id="rId23"/>
    <p:sldLayoutId id="2147483692" r:id="rId24"/>
    <p:sldLayoutId id="2147483698" r:id="rId25"/>
    <p:sldLayoutId id="2147483680" r:id="rId26"/>
    <p:sldLayoutId id="2147483663" r:id="rId27"/>
    <p:sldLayoutId id="2147483660" r:id="rId28"/>
    <p:sldLayoutId id="2147483649" r:id="rId29"/>
    <p:sldLayoutId id="2147483652" r:id="rId30"/>
    <p:sldLayoutId id="2147483653" r:id="rId31"/>
    <p:sldLayoutId id="2147483656" r:id="rId32"/>
    <p:sldLayoutId id="2147483657" r:id="rId33"/>
    <p:sldLayoutId id="2147483658" r:id="rId34"/>
    <p:sldLayoutId id="2147483659" r:id="rId35"/>
  </p:sldLayoutIdLst>
  <p:hf sldNum="0" hdr="0" ftr="0" dt="0"/>
  <p:txStyles>
    <p:titleStyle>
      <a:lvl1pPr algn="l" defTabSz="914400" rtl="0" eaLnBrk="1" latinLnBrk="0" hangingPunct="1">
        <a:lnSpc>
          <a:spcPct val="90000"/>
        </a:lnSpc>
        <a:spcBef>
          <a:spcPct val="0"/>
        </a:spcBef>
        <a:buNone/>
        <a:defRPr sz="2200" b="1" kern="1200">
          <a:solidFill>
            <a:schemeClr val="accent6"/>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1"/>
          </a:solidFill>
          <a:latin typeface="+mn-lt"/>
          <a:ea typeface="+mn-ea"/>
          <a:cs typeface="+mn-cs"/>
        </a:defRPr>
      </a:lvl1pPr>
      <a:lvl2pPr marL="228600" indent="-228600"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231775" indent="0" algn="l" defTabSz="914400" rtl="0" eaLnBrk="1" latinLnBrk="0" hangingPunct="1">
        <a:lnSpc>
          <a:spcPct val="100000"/>
        </a:lnSpc>
        <a:spcBef>
          <a:spcPts val="600"/>
        </a:spcBef>
        <a:buFontTx/>
        <a:buNone/>
        <a:defRPr sz="1800" kern="1200">
          <a:solidFill>
            <a:schemeClr val="tx1"/>
          </a:solidFill>
          <a:latin typeface="+mn-lt"/>
          <a:ea typeface="+mn-ea"/>
          <a:cs typeface="+mn-cs"/>
        </a:defRPr>
      </a:lvl3pPr>
      <a:lvl4pPr marL="45720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688975" indent="-2286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userDrawn="1">
          <p15:clr>
            <a:srgbClr val="C35EA4"/>
          </p15:clr>
        </p15:guide>
        <p15:guide id="4" pos="7390"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Lst>
          </a:blip>
          <a:stretch>
            <a:fillRect/>
          </a:stretch>
        </p:blipFill>
        <p:spPr bwMode="gray">
          <a:xfrm>
            <a:off x="461961" y="6343650"/>
            <a:ext cx="773055" cy="223837"/>
          </a:xfrm>
          <a:prstGeom prst="rect">
            <a:avLst/>
          </a:prstGeom>
        </p:spPr>
      </p:pic>
      <p:sp>
        <p:nvSpPr>
          <p:cNvPr id="2" name="Title Placeholder 1">
            <a:extLst>
              <a:ext uri="{FF2B5EF4-FFF2-40B4-BE49-F238E27FC236}">
                <a16:creationId xmlns:a16="http://schemas.microsoft.com/office/drawing/2014/main" id="{116AB501-2D32-4243-9F5D-C56CB3493024}"/>
              </a:ext>
            </a:extLst>
          </p:cNvPr>
          <p:cNvSpPr>
            <a:spLocks noGrp="1"/>
          </p:cNvSpPr>
          <p:nvPr>
            <p:ph type="title"/>
          </p:nvPr>
        </p:nvSpPr>
        <p:spPr bwMode="gray">
          <a:xfrm>
            <a:off x="457199" y="555639"/>
            <a:ext cx="9601200" cy="304699"/>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2024 Optum, Inc. All rights reserved.</a:t>
            </a:r>
          </a:p>
        </p:txBody>
      </p:sp>
      <p:sp>
        <p:nvSpPr>
          <p:cNvPr id="5" name="Footer Placeholder 4">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4" name="Date Placeholder 3">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C1137399-D891-4686-95F7-74D123B9B7E1}" type="datetime1">
              <a:rPr lang="en-US" smtClean="0"/>
              <a:t>9/17/2026</a:t>
            </a:fld>
            <a:endParaRPr lang="en-US"/>
          </a:p>
        </p:txBody>
      </p:sp>
    </p:spTree>
    <p:extLst>
      <p:ext uri="{BB962C8B-B14F-4D97-AF65-F5344CB8AC3E}">
        <p14:creationId xmlns:p14="http://schemas.microsoft.com/office/powerpoint/2010/main" val="358372199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 id="2147483735" r:id="rId31"/>
    <p:sldLayoutId id="2147483736" r:id="rId32"/>
    <p:sldLayoutId id="2147483737" r:id="rId33"/>
    <p:sldLayoutId id="2147483738" r:id="rId34"/>
    <p:sldLayoutId id="2147483739" r:id="rId35"/>
    <p:sldLayoutId id="2147483740" r:id="rId36"/>
  </p:sldLayoutIdLst>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2200" b="1" kern="1200">
          <a:solidFill>
            <a:schemeClr val="accent6"/>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1"/>
          </a:solidFill>
          <a:latin typeface="+mn-lt"/>
          <a:ea typeface="+mn-ea"/>
          <a:cs typeface="+mn-cs"/>
        </a:defRPr>
      </a:lvl1pPr>
      <a:lvl2pPr marL="228600" indent="-228600"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231775" indent="0" algn="l" defTabSz="914400" rtl="0" eaLnBrk="1" latinLnBrk="0" hangingPunct="1">
        <a:lnSpc>
          <a:spcPct val="100000"/>
        </a:lnSpc>
        <a:spcBef>
          <a:spcPts val="600"/>
        </a:spcBef>
        <a:buFontTx/>
        <a:buNone/>
        <a:defRPr sz="1800" kern="1200">
          <a:solidFill>
            <a:schemeClr val="tx1"/>
          </a:solidFill>
          <a:latin typeface="+mn-lt"/>
          <a:ea typeface="+mn-ea"/>
          <a:cs typeface="+mn-cs"/>
        </a:defRPr>
      </a:lvl3pPr>
      <a:lvl4pPr marL="45720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688975" indent="-2286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16AB501-2D32-4243-9F5D-C56CB3493024}"/>
              </a:ext>
            </a:extLst>
          </p:cNvPr>
          <p:cNvSpPr>
            <a:spLocks noGrp="1"/>
          </p:cNvSpPr>
          <p:nvPr>
            <p:ph type="title"/>
          </p:nvPr>
        </p:nvSpPr>
        <p:spPr bwMode="gray">
          <a:xfrm>
            <a:off x="467926" y="555639"/>
            <a:ext cx="9601200" cy="304699"/>
          </a:xfrm>
          <a:prstGeom prst="rect">
            <a:avLst/>
          </a:prstGeom>
        </p:spPr>
        <p:txBody>
          <a:bodyPr vert="horz" wrap="square" lIns="0" tIns="0" rIns="0" bIns="0" rtlCol="0" anchor="t" anchorCtr="0">
            <a:spAutoFit/>
          </a:bodyPr>
          <a:lstStyle/>
          <a:p>
            <a:r>
              <a:rPr lang="en-US"/>
              <a:t>Click to edit Primary title style</a:t>
            </a:r>
          </a:p>
        </p:txBody>
      </p:sp>
      <p:sp>
        <p:nvSpPr>
          <p:cNvPr id="3" name="Text Placeholder">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Primary text styles</a:t>
            </a:r>
          </a:p>
          <a:p>
            <a:pPr lvl="1"/>
            <a:r>
              <a:rPr lang="en-US"/>
              <a:t>Second level</a:t>
            </a:r>
          </a:p>
          <a:p>
            <a:pPr lvl="2"/>
            <a:r>
              <a:rPr lang="en-US"/>
              <a:t>Third level</a:t>
            </a:r>
          </a:p>
          <a:p>
            <a:pPr lvl="3"/>
            <a:r>
              <a:rPr lang="en-US"/>
              <a:t>Fourth level</a:t>
            </a:r>
          </a:p>
          <a:p>
            <a:pPr lvl="4"/>
            <a:r>
              <a:rPr lang="en-US"/>
              <a:t>Fifth level</a:t>
            </a:r>
          </a:p>
          <a:p>
            <a:pPr lvl="4"/>
            <a:r>
              <a:rPr lang="en-US"/>
              <a:t>Sixth level</a:t>
            </a:r>
          </a:p>
          <a:p>
            <a:pPr lvl="4"/>
            <a:r>
              <a:rPr lang="en-US"/>
              <a:t>Seventh level</a:t>
            </a:r>
          </a:p>
          <a:p>
            <a:pPr lvl="4"/>
            <a:r>
              <a:rPr lang="en-US"/>
              <a:t>Eighth level</a:t>
            </a:r>
          </a:p>
          <a:p>
            <a:pPr lvl="4"/>
            <a:r>
              <a:rPr lang="en-US"/>
              <a:t>Nineth level</a:t>
            </a:r>
          </a:p>
        </p:txBody>
      </p:sp>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bwMode="gray">
          <a:xfrm>
            <a:off x="461961" y="6343650"/>
            <a:ext cx="773055" cy="223837"/>
          </a:xfrm>
          <a:prstGeom prst="rect">
            <a:avLst/>
          </a:prstGeom>
        </p:spPr>
      </p:pic>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2025 Optum, Inc. All rights reserved.</a:t>
            </a:r>
          </a:p>
        </p:txBody>
      </p:sp>
      <p:sp>
        <p:nvSpPr>
          <p:cNvPr id="5" name="Footer Placeholder">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4" name="Date Placeholder">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830A57F3-210F-48D5-90D0-3AA9C6D87045}" type="datetime1">
              <a:rPr lang="en-US" smtClean="0"/>
              <a:t>9/17/2026</a:t>
            </a:fld>
            <a:endParaRPr lang="en-US"/>
          </a:p>
        </p:txBody>
      </p:sp>
    </p:spTree>
    <p:extLst>
      <p:ext uri="{BB962C8B-B14F-4D97-AF65-F5344CB8AC3E}">
        <p14:creationId xmlns:p14="http://schemas.microsoft.com/office/powerpoint/2010/main" val="1059272948"/>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67" r:id="rId26"/>
    <p:sldLayoutId id="2147483768" r:id="rId27"/>
    <p:sldLayoutId id="2147483769" r:id="rId28"/>
    <p:sldLayoutId id="2147483770" r:id="rId29"/>
    <p:sldLayoutId id="2147483771" r:id="rId30"/>
    <p:sldLayoutId id="2147483772" r:id="rId31"/>
    <p:sldLayoutId id="2147483773" r:id="rId32"/>
    <p:sldLayoutId id="2147483774" r:id="rId33"/>
    <p:sldLayoutId id="2147483775" r:id="rId34"/>
    <p:sldLayoutId id="2147483776" r:id="rId35"/>
    <p:sldLayoutId id="2147483777" r:id="rId36"/>
    <p:sldLayoutId id="2147483778" r:id="rId37"/>
    <p:sldLayoutId id="2147483779" r:id="rId38"/>
    <p:sldLayoutId id="2147483780" r:id="rId39"/>
    <p:sldLayoutId id="2147483781" r:id="rId40"/>
    <p:sldLayoutId id="2147483782" r:id="rId41"/>
    <p:sldLayoutId id="2147483783" r:id="rId42"/>
    <p:sldLayoutId id="2147483784" r:id="rId43"/>
    <p:sldLayoutId id="2147483785" r:id="rId44"/>
    <p:sldLayoutId id="2147483786" r:id="rId45"/>
    <p:sldLayoutId id="2147483787" r:id="rId46"/>
    <p:sldLayoutId id="2147483788" r:id="rId47"/>
    <p:sldLayoutId id="2147483789" r:id="rId48"/>
    <p:sldLayoutId id="2147483790" r:id="rId49"/>
    <p:sldLayoutId id="2147483791" r:id="rId50"/>
  </p:sldLayoutIdLst>
  <p:hf sldNum="0" hdr="0" ftr="0" dt="0"/>
  <p:txStyles>
    <p:titleStyle>
      <a:lvl1pPr algn="l" defTabSz="914400"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1"/>
          </a:solidFill>
          <a:latin typeface="+mn-lt"/>
          <a:ea typeface="+mn-ea"/>
          <a:cs typeface="+mn-cs"/>
        </a:defRPr>
      </a:lvl1pPr>
      <a:lvl2pPr marL="228600" indent="-228600"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231775" indent="0" algn="l" defTabSz="914400" rtl="0" eaLnBrk="1" latinLnBrk="0" hangingPunct="1">
        <a:lnSpc>
          <a:spcPct val="100000"/>
        </a:lnSpc>
        <a:spcBef>
          <a:spcPts val="600"/>
        </a:spcBef>
        <a:buFontTx/>
        <a:buNone/>
        <a:defRPr sz="1800" kern="1200">
          <a:solidFill>
            <a:schemeClr val="tx1"/>
          </a:solidFill>
          <a:latin typeface="+mn-lt"/>
          <a:ea typeface="+mn-ea"/>
          <a:cs typeface="+mn-cs"/>
        </a:defRPr>
      </a:lvl3pPr>
      <a:lvl4pPr marL="45720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688975" indent="-2286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6AB501-2D32-4243-9F5D-C56CB3493024}"/>
              </a:ext>
            </a:extLst>
          </p:cNvPr>
          <p:cNvSpPr>
            <a:spLocks noGrp="1"/>
          </p:cNvSpPr>
          <p:nvPr>
            <p:ph type="title"/>
          </p:nvPr>
        </p:nvSpPr>
        <p:spPr bwMode="gray">
          <a:xfrm>
            <a:off x="457199" y="555639"/>
            <a:ext cx="9601200" cy="304699"/>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bwMode="gray">
          <a:xfrm>
            <a:off x="461961" y="6343650"/>
            <a:ext cx="773055" cy="223837"/>
          </a:xfrm>
          <a:prstGeom prst="rect">
            <a:avLst/>
          </a:prstGeom>
        </p:spPr>
      </p:pic>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2025 Optum, Inc. All rights reserved.</a:t>
            </a:r>
          </a:p>
        </p:txBody>
      </p:sp>
      <p:sp>
        <p:nvSpPr>
          <p:cNvPr id="5" name="Footer Placeholder 4">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6" name="Slide Number Placeholder 5">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4" name="Date Placeholder 3">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C1137399-D891-4686-95F7-74D123B9B7E1}" type="datetime1">
              <a:rPr lang="en-US" smtClean="0"/>
              <a:t>9/17/2026</a:t>
            </a:fld>
            <a:endParaRPr lang="en-US"/>
          </a:p>
        </p:txBody>
      </p:sp>
    </p:spTree>
    <p:extLst>
      <p:ext uri="{BB962C8B-B14F-4D97-AF65-F5344CB8AC3E}">
        <p14:creationId xmlns:p14="http://schemas.microsoft.com/office/powerpoint/2010/main" val="324275361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 id="2147483821" r:id="rId29"/>
    <p:sldLayoutId id="2147483822" r:id="rId30"/>
    <p:sldLayoutId id="2147483823" r:id="rId31"/>
    <p:sldLayoutId id="2147483824" r:id="rId32"/>
    <p:sldLayoutId id="2147483825" r:id="rId33"/>
    <p:sldLayoutId id="2147483826" r:id="rId34"/>
    <p:sldLayoutId id="2147483827" r:id="rId35"/>
    <p:sldLayoutId id="2147483828" r:id="rId36"/>
    <p:sldLayoutId id="2147483829" r:id="rId37"/>
    <p:sldLayoutId id="2147483830" r:id="rId38"/>
    <p:sldLayoutId id="2147483831" r:id="rId39"/>
    <p:sldLayoutId id="2147483832" r:id="rId40"/>
    <p:sldLayoutId id="2147483833" r:id="rId41"/>
    <p:sldLayoutId id="2147483834" r:id="rId42"/>
    <p:sldLayoutId id="2147483835" r:id="rId43"/>
    <p:sldLayoutId id="2147483836" r:id="rId44"/>
    <p:sldLayoutId id="2147483837" r:id="rId45"/>
  </p:sldLayoutIdLst>
  <p:hf sldNum="0" hdr="0" ftr="0" dt="0"/>
  <p:txStyles>
    <p:titleStyle>
      <a:lvl1pPr algn="l" defTabSz="914400" rtl="0" eaLnBrk="1" latinLnBrk="0" hangingPunct="1">
        <a:lnSpc>
          <a:spcPct val="90000"/>
        </a:lnSpc>
        <a:spcBef>
          <a:spcPct val="0"/>
        </a:spcBef>
        <a:buNone/>
        <a:defRPr sz="2200" b="1" kern="1200">
          <a:solidFill>
            <a:schemeClr val="accent6"/>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1"/>
          </a:solidFill>
          <a:latin typeface="+mn-lt"/>
          <a:ea typeface="+mn-ea"/>
          <a:cs typeface="+mn-cs"/>
        </a:defRPr>
      </a:lvl1pPr>
      <a:lvl2pPr marL="228600" indent="-228600" algn="l" defTabSz="914400" rtl="0" eaLnBrk="1" latinLnBrk="0" hangingPunct="1">
        <a:lnSpc>
          <a:spcPct val="100000"/>
        </a:lnSpc>
        <a:spcBef>
          <a:spcPts val="600"/>
        </a:spcBef>
        <a:buClr>
          <a:schemeClr val="tx1"/>
        </a:buClr>
        <a:buFont typeface="Arial" panose="020B0604020202020204" pitchFamily="34" charset="0"/>
        <a:buChar char="•"/>
        <a:defRPr sz="1800" kern="1200">
          <a:solidFill>
            <a:schemeClr val="tx1"/>
          </a:solidFill>
          <a:latin typeface="+mn-lt"/>
          <a:ea typeface="+mn-ea"/>
          <a:cs typeface="+mn-cs"/>
        </a:defRPr>
      </a:lvl2pPr>
      <a:lvl3pPr marL="231775" indent="0" algn="l" defTabSz="914400" rtl="0" eaLnBrk="1" latinLnBrk="0" hangingPunct="1">
        <a:lnSpc>
          <a:spcPct val="100000"/>
        </a:lnSpc>
        <a:spcBef>
          <a:spcPts val="600"/>
        </a:spcBef>
        <a:buFontTx/>
        <a:buNone/>
        <a:defRPr sz="1800" kern="1200">
          <a:solidFill>
            <a:schemeClr val="tx1"/>
          </a:solidFill>
          <a:latin typeface="+mn-lt"/>
          <a:ea typeface="+mn-ea"/>
          <a:cs typeface="+mn-cs"/>
        </a:defRPr>
      </a:lvl3pPr>
      <a:lvl4pPr marL="45720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688975" indent="-2286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forms.office.com/r/qyjviG2fau" TargetMode="External"/><Relationship Id="rId1" Type="http://schemas.openxmlformats.org/officeDocument/2006/relationships/slideLayout" Target="../slideLayouts/slideLayout74.xml"/></Relationships>
</file>

<file path=ppt/slides/_rels/slide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3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2FE54F2-1A84-BF4E-658B-BEE1C9730714}"/>
              </a:ext>
            </a:extLst>
          </p:cNvPr>
          <p:cNvSpPr>
            <a:spLocks noGrp="1"/>
          </p:cNvSpPr>
          <p:nvPr>
            <p:ph type="title"/>
          </p:nvPr>
        </p:nvSpPr>
        <p:spPr>
          <a:xfrm>
            <a:off x="4791325" y="2446143"/>
            <a:ext cx="5715000" cy="1329595"/>
          </a:xfrm>
        </p:spPr>
        <p:txBody>
          <a:bodyPr/>
          <a:lstStyle/>
          <a:p>
            <a:r>
              <a:rPr lang="en-US"/>
              <a:t>C&amp;S Fall 2025 Hackathon</a:t>
            </a:r>
          </a:p>
        </p:txBody>
      </p:sp>
      <p:sp>
        <p:nvSpPr>
          <p:cNvPr id="8" name="Text Placeholder 7">
            <a:extLst>
              <a:ext uri="{FF2B5EF4-FFF2-40B4-BE49-F238E27FC236}">
                <a16:creationId xmlns:a16="http://schemas.microsoft.com/office/drawing/2014/main" id="{16F4144E-C8E2-6716-18A4-FA528FCD9B92}"/>
              </a:ext>
            </a:extLst>
          </p:cNvPr>
          <p:cNvSpPr>
            <a:spLocks noGrp="1"/>
          </p:cNvSpPr>
          <p:nvPr>
            <p:ph type="body" sz="quarter" idx="10"/>
          </p:nvPr>
        </p:nvSpPr>
        <p:spPr>
          <a:xfrm>
            <a:off x="4791325" y="4048940"/>
            <a:ext cx="5715000" cy="553998"/>
          </a:xfrm>
        </p:spPr>
        <p:txBody>
          <a:bodyPr/>
          <a:lstStyle/>
          <a:p>
            <a:r>
              <a:rPr lang="it-IT"/>
              <a:t>Code. Create. Ideate. Compete. Collaborate. </a:t>
            </a:r>
          </a:p>
          <a:p>
            <a:endParaRPr lang="en-US"/>
          </a:p>
        </p:txBody>
      </p:sp>
      <p:sp>
        <p:nvSpPr>
          <p:cNvPr id="2" name="Text Placeholder 2">
            <a:extLst>
              <a:ext uri="{FF2B5EF4-FFF2-40B4-BE49-F238E27FC236}">
                <a16:creationId xmlns:a16="http://schemas.microsoft.com/office/drawing/2014/main" id="{AD76AB1D-ED62-ACC4-0401-76F5FD7BDCD3}"/>
              </a:ext>
            </a:extLst>
          </p:cNvPr>
          <p:cNvSpPr>
            <a:spLocks noGrp="1"/>
          </p:cNvSpPr>
          <p:nvPr>
            <p:ph type="body" sz="quarter" idx="11"/>
          </p:nvPr>
        </p:nvSpPr>
        <p:spPr>
          <a:xfrm>
            <a:off x="4791325" y="4750423"/>
            <a:ext cx="5715000" cy="1077218"/>
          </a:xfrm>
        </p:spPr>
        <p:txBody>
          <a:bodyPr/>
          <a:lstStyle/>
          <a:p>
            <a:r>
              <a:rPr lang="en-US" u="sng">
                <a:hlinkClick r:id="rId2"/>
              </a:rPr>
              <a:t>Registration/Idea Submission</a:t>
            </a:r>
            <a:r>
              <a:rPr lang="en-US"/>
              <a:t>: 	Oct 1 – Oct 17</a:t>
            </a:r>
          </a:p>
          <a:p>
            <a:r>
              <a:rPr lang="en-US"/>
              <a:t>Hackathon Event:		Oct 29 – Oct 30​</a:t>
            </a:r>
          </a:p>
          <a:p>
            <a:r>
              <a:rPr lang="en-US"/>
              <a:t>Presentations/Judging: 	Nov 5 – Nov 6​</a:t>
            </a:r>
          </a:p>
          <a:p>
            <a:r>
              <a:rPr lang="en-US"/>
              <a:t>Announcement/Results: 	Nov 10 – Nov 14</a:t>
            </a:r>
          </a:p>
          <a:p>
            <a:endParaRPr lang="en-US">
              <a:solidFill>
                <a:schemeClr val="tx1"/>
              </a:solidFill>
            </a:endParaRPr>
          </a:p>
        </p:txBody>
      </p:sp>
    </p:spTree>
    <p:extLst>
      <p:ext uri="{BB962C8B-B14F-4D97-AF65-F5344CB8AC3E}">
        <p14:creationId xmlns:p14="http://schemas.microsoft.com/office/powerpoint/2010/main" val="749007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4EF671-96F3-5380-A037-54EF17849ECD}"/>
              </a:ext>
            </a:extLst>
          </p:cNvPr>
          <p:cNvSpPr>
            <a:spLocks noGrp="1"/>
          </p:cNvSpPr>
          <p:nvPr>
            <p:ph type="title"/>
          </p:nvPr>
        </p:nvSpPr>
        <p:spPr>
          <a:xfrm>
            <a:off x="467927" y="555639"/>
            <a:ext cx="9601200" cy="553998"/>
          </a:xfrm>
        </p:spPr>
        <p:txBody>
          <a:bodyPr/>
          <a:lstStyle/>
          <a:p>
            <a:r>
              <a:rPr lang="en-US" sz="4000"/>
              <a:t>Team Name:</a:t>
            </a:r>
          </a:p>
        </p:txBody>
      </p:sp>
      <p:graphicFrame>
        <p:nvGraphicFramePr>
          <p:cNvPr id="3" name="Table 16">
            <a:extLst>
              <a:ext uri="{FF2B5EF4-FFF2-40B4-BE49-F238E27FC236}">
                <a16:creationId xmlns:a16="http://schemas.microsoft.com/office/drawing/2014/main" id="{807D924A-A849-8F40-F601-C604FA4FE061}"/>
              </a:ext>
            </a:extLst>
          </p:cNvPr>
          <p:cNvGraphicFramePr>
            <a:graphicFrameLocks noGrp="1"/>
          </p:cNvGraphicFramePr>
          <p:nvPr>
            <p:extLst>
              <p:ext uri="{D42A27DB-BD31-4B8C-83A1-F6EECF244321}">
                <p14:modId xmlns:p14="http://schemas.microsoft.com/office/powerpoint/2010/main" val="1404898051"/>
              </p:ext>
            </p:extLst>
          </p:nvPr>
        </p:nvGraphicFramePr>
        <p:xfrm>
          <a:off x="668593" y="1433022"/>
          <a:ext cx="10707329" cy="3647872"/>
        </p:xfrm>
        <a:graphic>
          <a:graphicData uri="http://schemas.openxmlformats.org/drawingml/2006/table">
            <a:tbl>
              <a:tblPr firstRow="1" bandRow="1">
                <a:effectLst>
                  <a:innerShdw blurRad="114300">
                    <a:prstClr val="black"/>
                  </a:innerShdw>
                </a:effectLst>
                <a:tableStyleId>{BDBED569-4797-4DF1-A0F4-6AAB3CD982D8}</a:tableStyleId>
              </a:tblPr>
              <a:tblGrid>
                <a:gridCol w="4015249">
                  <a:extLst>
                    <a:ext uri="{9D8B030D-6E8A-4147-A177-3AD203B41FA5}">
                      <a16:colId xmlns:a16="http://schemas.microsoft.com/office/drawing/2014/main" val="2453621262"/>
                    </a:ext>
                  </a:extLst>
                </a:gridCol>
                <a:gridCol w="6692080">
                  <a:extLst>
                    <a:ext uri="{9D8B030D-6E8A-4147-A177-3AD203B41FA5}">
                      <a16:colId xmlns:a16="http://schemas.microsoft.com/office/drawing/2014/main" val="1663390053"/>
                    </a:ext>
                  </a:extLst>
                </a:gridCol>
              </a:tblGrid>
              <a:tr h="903043">
                <a:tc>
                  <a:txBody>
                    <a:bodyPr/>
                    <a:lstStyle/>
                    <a:p>
                      <a:pPr marL="0" indent="0" algn="ctr" defTabSz="914400" rtl="0" eaLnBrk="1" latinLnBrk="0" hangingPunct="1">
                        <a:buFontTx/>
                        <a:buNone/>
                      </a:pPr>
                      <a:r>
                        <a:rPr lang="en-US" sz="1600" b="1" kern="1200">
                          <a:solidFill>
                            <a:schemeClr val="bg1"/>
                          </a:solidFill>
                          <a:latin typeface="UHC Serif Text Regular"/>
                          <a:ea typeface="+mn-ea"/>
                          <a:cs typeface="+mn-cs"/>
                        </a:rPr>
                        <a:t>Idea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marL="0" indent="0" algn="just" rtl="0" eaLnBrk="1" latinLnBrk="0" hangingPunct="1">
                        <a:buFontTx/>
                        <a:buNone/>
                      </a:pPr>
                      <a:r>
                        <a:rPr lang="en-US" sz="1600" b="1" kern="1200">
                          <a:solidFill>
                            <a:schemeClr val="bg1"/>
                          </a:solidFill>
                          <a:latin typeface="UHC Serif Text Regular"/>
                          <a:ea typeface="+mn-ea"/>
                          <a:cs typeface="+mn-cs"/>
                        </a:rPr>
                        <a:t>HealthSphere AI</a:t>
                      </a:r>
                    </a:p>
                    <a:p>
                      <a:pPr marL="0" lvl="0" indent="0" algn="just">
                        <a:buFontTx/>
                        <a:buNone/>
                      </a:pPr>
                      <a:br>
                        <a:rPr lang="en-US" sz="1600" b="1" kern="1200">
                          <a:solidFill>
                            <a:schemeClr val="bg1"/>
                          </a:solidFill>
                          <a:latin typeface="UHC Serif Text Regular"/>
                          <a:ea typeface="+mn-ea"/>
                          <a:cs typeface="+mn-cs"/>
                        </a:rPr>
                      </a:br>
                      <a:endParaRPr lang="en-US" sz="1600" b="1" kern="1200">
                        <a:solidFill>
                          <a:schemeClr val="bg1"/>
                        </a:solidFill>
                        <a:latin typeface="UHC Serif Text Regular"/>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extLst>
                  <a:ext uri="{0D108BD9-81ED-4DB2-BD59-A6C34878D82A}">
                    <a16:rowId xmlns:a16="http://schemas.microsoft.com/office/drawing/2014/main" val="1037327889"/>
                  </a:ext>
                </a:extLst>
              </a:tr>
              <a:tr h="497265">
                <a:tc>
                  <a:txBody>
                    <a:bodyPr/>
                    <a:lstStyle/>
                    <a:p>
                      <a:pPr marL="0" indent="0" algn="ctr" rtl="0" eaLnBrk="1" latinLnBrk="0" hangingPunct="1">
                        <a:buFontTx/>
                        <a:buNone/>
                      </a:pPr>
                      <a:r>
                        <a:rPr lang="en-US" sz="1600" b="1" kern="1200">
                          <a:solidFill>
                            <a:schemeClr val="bg1"/>
                          </a:solidFill>
                          <a:latin typeface="UHC Serif Text Regular"/>
                          <a:ea typeface="+mn-ea"/>
                          <a:cs typeface="+mn-cs"/>
                        </a:rPr>
                        <a:t>Goal &amp; Theme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tc>
                  <a:txBody>
                    <a:bodyPr/>
                    <a:lstStyle/>
                    <a:p>
                      <a:pPr marL="0" indent="0" algn="just" defTabSz="914400" rtl="0" eaLnBrk="1" latinLnBrk="0" hangingPunct="1">
                        <a:buFontTx/>
                        <a:buNone/>
                      </a:pPr>
                      <a:r>
                        <a:rPr lang="en-US" sz="1600">
                          <a:solidFill>
                            <a:schemeClr val="bg1"/>
                          </a:solidFill>
                        </a:rPr>
                        <a:t>60° Simulation for Safer AI Adoption.</a:t>
                      </a:r>
                      <a:endParaRPr lang="en-US" sz="1600" b="1" kern="1200">
                        <a:solidFill>
                          <a:schemeClr val="bg1"/>
                        </a:solidFill>
                        <a:latin typeface="UHC Serif Text Regular" panose="02020503060303060403" pitchFamily="18" charset="0"/>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0C0"/>
                    </a:solidFill>
                  </a:tcPr>
                </a:tc>
                <a:extLst>
                  <a:ext uri="{0D108BD9-81ED-4DB2-BD59-A6C34878D82A}">
                    <a16:rowId xmlns:a16="http://schemas.microsoft.com/office/drawing/2014/main" val="3195791171"/>
                  </a:ext>
                </a:extLst>
              </a:tr>
              <a:tr h="2247564">
                <a:tc>
                  <a:txBody>
                    <a:bodyPr/>
                    <a:lstStyle/>
                    <a:p>
                      <a:pPr marL="0" indent="0" algn="ctr" defTabSz="914400" rtl="0" eaLnBrk="1" latinLnBrk="0" hangingPunct="1">
                        <a:buFontTx/>
                        <a:buNone/>
                      </a:pPr>
                      <a:r>
                        <a:rPr lang="en-US" sz="1600" b="1" kern="1200">
                          <a:solidFill>
                            <a:schemeClr val="bg1"/>
                          </a:solidFill>
                          <a:latin typeface="UHC Serif Text Regular"/>
                          <a:ea typeface="+mn-ea"/>
                          <a:cs typeface="+mn-cs"/>
                        </a:rPr>
                        <a:t>Team Members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marL="0" indent="0" algn="just" defTabSz="914400" rtl="0" eaLnBrk="1" latinLnBrk="0" hangingPunct="1">
                        <a:buFontTx/>
                        <a:buNone/>
                      </a:pPr>
                      <a:endParaRPr lang="en-US" sz="1100" b="1" kern="1200">
                        <a:solidFill>
                          <a:schemeClr val="bg1"/>
                        </a:solidFill>
                        <a:latin typeface="UHC Serif Text Regular" panose="02020503060303060403" pitchFamily="18" charset="0"/>
                        <a:ea typeface="+mn-ea"/>
                        <a:cs typeface="+mn-cs"/>
                      </a:endParaRPr>
                    </a:p>
                    <a:p>
                      <a:pPr marL="0" indent="0" algn="just" defTabSz="914400" rtl="0" eaLnBrk="1" latinLnBrk="0" hangingPunct="1">
                        <a:buFontTx/>
                        <a:buNone/>
                      </a:pPr>
                      <a:r>
                        <a:rPr lang="en-US" sz="1400" b="1" kern="1200">
                          <a:solidFill>
                            <a:schemeClr val="bg1"/>
                          </a:solidFill>
                          <a:latin typeface="UHC Serif Text Regular" panose="02020503060303060403" pitchFamily="18" charset="0"/>
                          <a:ea typeface="+mn-ea"/>
                          <a:cs typeface="+mn-cs"/>
                        </a:rPr>
                        <a:t>Monal Agarwal</a:t>
                      </a:r>
                    </a:p>
                    <a:p>
                      <a:pPr marL="0" indent="0" algn="just" defTabSz="914400" rtl="0" eaLnBrk="1" latinLnBrk="0" hangingPunct="1">
                        <a:buFontTx/>
                        <a:buNone/>
                      </a:pPr>
                      <a:endParaRPr lang="en-US" sz="1100" b="1" kern="1200">
                        <a:solidFill>
                          <a:schemeClr val="bg1"/>
                        </a:solidFill>
                        <a:latin typeface="UHC Serif Text Regular" panose="02020503060303060403" pitchFamily="18" charset="0"/>
                        <a:ea typeface="+mn-ea"/>
                        <a:cs typeface="+mn-cs"/>
                      </a:endParaRPr>
                    </a:p>
                    <a:p>
                      <a:pPr marL="0" indent="0" algn="just" rtl="0" eaLnBrk="1" latinLnBrk="0" hangingPunct="1">
                        <a:buFontTx/>
                        <a:buNone/>
                      </a:pPr>
                      <a:endParaRPr lang="en-US" sz="1100" b="1" kern="1200">
                        <a:solidFill>
                          <a:schemeClr val="bg1"/>
                        </a:solidFill>
                        <a:latin typeface="UHC Serif Text Regular" panose="02020503060303060403" pitchFamily="18" charset="0"/>
                        <a:ea typeface="+mn-ea"/>
                        <a:cs typeface="+mn-cs"/>
                      </a:endParaRPr>
                    </a:p>
                    <a:p>
                      <a:pPr marL="0" indent="0" algn="just" rtl="0" eaLnBrk="1" latinLnBrk="0" hangingPunct="1">
                        <a:buFontTx/>
                        <a:buNone/>
                      </a:pPr>
                      <a:endParaRPr lang="en-US" sz="1100" b="1" kern="1200">
                        <a:solidFill>
                          <a:schemeClr val="bg1"/>
                        </a:solidFill>
                        <a:latin typeface="UHC Serif Text Regular" panose="02020503060303060403" pitchFamily="18" charset="0"/>
                        <a:ea typeface="+mn-ea"/>
                        <a:cs typeface="+mn-cs"/>
                      </a:endParaRPr>
                    </a:p>
                    <a:p>
                      <a:pPr marL="0" indent="0" algn="just" rtl="0" eaLnBrk="1" latinLnBrk="0" hangingPunct="1">
                        <a:buFontTx/>
                        <a:buNone/>
                      </a:pPr>
                      <a:endParaRPr lang="en-US" sz="1100" b="1" kern="1200">
                        <a:solidFill>
                          <a:schemeClr val="bg1"/>
                        </a:solidFill>
                        <a:latin typeface="UHC Serif Text Regular" panose="02020503060303060403" pitchFamily="18" charset="0"/>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614632938"/>
                  </a:ext>
                </a:extLst>
              </a:tr>
            </a:tbl>
          </a:graphicData>
        </a:graphic>
      </p:graphicFrame>
      <p:pic>
        <p:nvPicPr>
          <p:cNvPr id="4" name="Picture 3">
            <a:extLst>
              <a:ext uri="{FF2B5EF4-FFF2-40B4-BE49-F238E27FC236}">
                <a16:creationId xmlns:a16="http://schemas.microsoft.com/office/drawing/2014/main" id="{3B1F81AF-8748-E5D2-5B23-9699644CCE99}"/>
              </a:ext>
            </a:extLst>
          </p:cNvPr>
          <p:cNvPicPr>
            <a:picLocks noChangeAspect="1"/>
          </p:cNvPicPr>
          <p:nvPr/>
        </p:nvPicPr>
        <p:blipFill>
          <a:blip r:embed="rId2"/>
          <a:stretch>
            <a:fillRect/>
          </a:stretch>
        </p:blipFill>
        <p:spPr>
          <a:xfrm>
            <a:off x="6685935" y="1521541"/>
            <a:ext cx="698091" cy="698091"/>
          </a:xfrm>
          <a:prstGeom prst="rect">
            <a:avLst/>
          </a:prstGeom>
        </p:spPr>
      </p:pic>
    </p:spTree>
    <p:extLst>
      <p:ext uri="{BB962C8B-B14F-4D97-AF65-F5344CB8AC3E}">
        <p14:creationId xmlns:p14="http://schemas.microsoft.com/office/powerpoint/2010/main" val="615500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59116-2DC2-267A-7E7F-AC9A4CCE74D1}"/>
              </a:ext>
            </a:extLst>
          </p:cNvPr>
          <p:cNvSpPr>
            <a:spLocks noGrp="1"/>
          </p:cNvSpPr>
          <p:nvPr>
            <p:ph type="title"/>
          </p:nvPr>
        </p:nvSpPr>
        <p:spPr>
          <a:xfrm>
            <a:off x="467926" y="555639"/>
            <a:ext cx="9601200" cy="304699"/>
          </a:xfrm>
        </p:spPr>
        <p:txBody>
          <a:bodyPr vert="horz" wrap="square" lIns="0" tIns="0" rIns="0" bIns="0" rtlCol="0" anchor="t" anchorCtr="0">
            <a:normAutofit/>
          </a:bodyPr>
          <a:lstStyle/>
          <a:p>
            <a:r>
              <a:rPr lang="en-US" b="1" kern="1200">
                <a:latin typeface="+mn-lt"/>
                <a:ea typeface="+mj-ea"/>
                <a:cs typeface="+mj-cs"/>
              </a:rPr>
              <a:t>Idea/Problem Statement </a:t>
            </a:r>
          </a:p>
        </p:txBody>
      </p:sp>
      <p:sp>
        <p:nvSpPr>
          <p:cNvPr id="2" name="TextBox 1">
            <a:extLst>
              <a:ext uri="{FF2B5EF4-FFF2-40B4-BE49-F238E27FC236}">
                <a16:creationId xmlns:a16="http://schemas.microsoft.com/office/drawing/2014/main" id="{9654F5CC-E201-ECF5-84A2-4C2EE96D627D}"/>
              </a:ext>
            </a:extLst>
          </p:cNvPr>
          <p:cNvSpPr txBox="1"/>
          <p:nvPr/>
        </p:nvSpPr>
        <p:spPr bwMode="gray">
          <a:xfrm>
            <a:off x="1524000" y="1257300"/>
            <a:ext cx="9144000" cy="3964791"/>
          </a:xfrm>
          <a:prstGeom prst="rect">
            <a:avLst/>
          </a:prstGeom>
        </p:spPr>
        <p:txBody>
          <a:bodyPr vert="horz" lIns="0" tIns="0" rIns="0" bIns="0" rtlCol="0">
            <a:normAutofit/>
          </a:bodyPr>
          <a:lstStyle/>
          <a:p>
            <a:pPr>
              <a:lnSpc>
                <a:spcPct val="90000"/>
              </a:lnSpc>
              <a:spcBef>
                <a:spcPts val="600"/>
              </a:spcBef>
            </a:pPr>
            <a:r>
              <a:rPr lang="en-US" sz="1500" b="1"/>
              <a:t>Current Challenge:</a:t>
            </a:r>
            <a:r>
              <a:rPr lang="en-US" sz="1500"/>
              <a:t> Hospitals and developers lack a safe, controlled environment to evaluate AI models before deployment in real-world healthcare workflows.</a:t>
            </a:r>
          </a:p>
          <a:p>
            <a:pPr>
              <a:lnSpc>
                <a:spcPct val="90000"/>
              </a:lnSpc>
              <a:spcBef>
                <a:spcPts val="600"/>
              </a:spcBef>
            </a:pPr>
            <a:endParaRPr lang="en-US" sz="1500"/>
          </a:p>
          <a:p>
            <a:pPr>
              <a:lnSpc>
                <a:spcPct val="90000"/>
              </a:lnSpc>
              <a:spcBef>
                <a:spcPts val="600"/>
              </a:spcBef>
            </a:pPr>
            <a:r>
              <a:rPr lang="en-US" sz="1500" b="1"/>
              <a:t>Impact:</a:t>
            </a:r>
            <a:r>
              <a:rPr lang="en-US" sz="1500"/>
              <a:t> Without proper testing, models may lead to inefficiencies, compliance risks, and poor patient outcomes.</a:t>
            </a:r>
          </a:p>
          <a:p>
            <a:pPr>
              <a:lnSpc>
                <a:spcPct val="90000"/>
              </a:lnSpc>
              <a:spcBef>
                <a:spcPts val="600"/>
              </a:spcBef>
            </a:pPr>
            <a:endParaRPr lang="en-US" sz="1500"/>
          </a:p>
          <a:p>
            <a:pPr>
              <a:lnSpc>
                <a:spcPct val="90000"/>
              </a:lnSpc>
              <a:spcBef>
                <a:spcPts val="600"/>
              </a:spcBef>
            </a:pPr>
            <a:r>
              <a:rPr lang="en-US" sz="1500" b="1"/>
              <a:t>Proposed Solution:</a:t>
            </a:r>
            <a:endParaRPr lang="en-US" sz="1500"/>
          </a:p>
          <a:p>
            <a:pPr>
              <a:lnSpc>
                <a:spcPct val="90000"/>
              </a:lnSpc>
              <a:spcBef>
                <a:spcPts val="600"/>
              </a:spcBef>
            </a:pPr>
            <a:r>
              <a:rPr lang="en-US" sz="1500" b="1"/>
              <a:t>AI Sandbox for Healthcare Workflows</a:t>
            </a:r>
            <a:r>
              <a:rPr lang="en-US" sz="1500"/>
              <a:t> </a:t>
            </a:r>
          </a:p>
          <a:p>
            <a:pPr>
              <a:lnSpc>
                <a:spcPct val="90000"/>
              </a:lnSpc>
              <a:spcBef>
                <a:spcPts val="600"/>
              </a:spcBef>
            </a:pPr>
            <a:r>
              <a:rPr lang="en-US" sz="1500"/>
              <a:t>Upload or select AI models for evaluation</a:t>
            </a:r>
          </a:p>
          <a:p>
            <a:pPr>
              <a:lnSpc>
                <a:spcPct val="90000"/>
              </a:lnSpc>
              <a:spcBef>
                <a:spcPts val="600"/>
              </a:spcBef>
            </a:pPr>
            <a:r>
              <a:rPr lang="en-US" sz="1500"/>
              <a:t>Compare performance metrics (accuracy, latency, resource usage)</a:t>
            </a:r>
          </a:p>
          <a:p>
            <a:pPr>
              <a:lnSpc>
                <a:spcPct val="90000"/>
              </a:lnSpc>
              <a:spcBef>
                <a:spcPts val="600"/>
              </a:spcBef>
            </a:pPr>
            <a:r>
              <a:rPr lang="en-US" sz="1500"/>
              <a:t>Simulate healthcare workflows with integrated AI</a:t>
            </a:r>
          </a:p>
          <a:p>
            <a:pPr>
              <a:lnSpc>
                <a:spcPct val="90000"/>
              </a:lnSpc>
              <a:spcBef>
                <a:spcPts val="600"/>
              </a:spcBef>
            </a:pPr>
            <a:r>
              <a:rPr lang="en-US" sz="1500"/>
              <a:t>Visualize resource utilization and explainability</a:t>
            </a:r>
          </a:p>
          <a:p>
            <a:pPr>
              <a:lnSpc>
                <a:spcPct val="90000"/>
              </a:lnSpc>
              <a:spcBef>
                <a:spcPts val="600"/>
              </a:spcBef>
            </a:pPr>
            <a:endParaRPr lang="en-US" sz="1500"/>
          </a:p>
          <a:p>
            <a:pPr>
              <a:lnSpc>
                <a:spcPct val="90000"/>
              </a:lnSpc>
              <a:spcBef>
                <a:spcPts val="600"/>
              </a:spcBef>
            </a:pPr>
            <a:r>
              <a:rPr lang="en-US" sz="1500" b="1"/>
              <a:t>Goal:</a:t>
            </a:r>
            <a:r>
              <a:rPr lang="en-US" sz="1500"/>
              <a:t> Enable stakeholders to make informed decisions about AI adoption, ensuring safety, compliance, and efficiency.</a:t>
            </a:r>
          </a:p>
          <a:p>
            <a:pPr>
              <a:lnSpc>
                <a:spcPct val="90000"/>
              </a:lnSpc>
              <a:spcBef>
                <a:spcPts val="600"/>
              </a:spcBef>
            </a:pPr>
            <a:endParaRPr lang="en-US" sz="1500"/>
          </a:p>
          <a:p>
            <a:pPr marL="0" lvl="1">
              <a:lnSpc>
                <a:spcPct val="90000"/>
              </a:lnSpc>
              <a:spcBef>
                <a:spcPts val="600"/>
              </a:spcBef>
            </a:pPr>
            <a:endParaRPr lang="en-US" sz="1500"/>
          </a:p>
        </p:txBody>
      </p:sp>
    </p:spTree>
    <p:extLst>
      <p:ext uri="{BB962C8B-B14F-4D97-AF65-F5344CB8AC3E}">
        <p14:creationId xmlns:p14="http://schemas.microsoft.com/office/powerpoint/2010/main" val="142423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24F5-91DD-0EE7-5735-337B1320AE2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26ACE0-008C-8DA5-E8D3-1E9F7FACF4E8}"/>
              </a:ext>
            </a:extLst>
          </p:cNvPr>
          <p:cNvSpPr>
            <a:spLocks noGrp="1"/>
          </p:cNvSpPr>
          <p:nvPr>
            <p:ph type="title"/>
          </p:nvPr>
        </p:nvSpPr>
        <p:spPr>
          <a:xfrm>
            <a:off x="467926" y="555639"/>
            <a:ext cx="3657600" cy="1828193"/>
          </a:xfrm>
        </p:spPr>
        <p:txBody>
          <a:bodyPr vert="horz" wrap="square" lIns="0" tIns="0" rIns="0" bIns="0" rtlCol="0" anchor="t" anchorCtr="0">
            <a:normAutofit/>
          </a:bodyPr>
          <a:lstStyle/>
          <a:p>
            <a:r>
              <a:rPr lang="en-US" b="1" kern="1200">
                <a:latin typeface="+mn-lt"/>
                <a:ea typeface="+mj-ea"/>
                <a:cs typeface="+mj-cs"/>
              </a:rPr>
              <a:t>Process Flow/Solution Overview</a:t>
            </a:r>
          </a:p>
        </p:txBody>
      </p:sp>
      <p:sp>
        <p:nvSpPr>
          <p:cNvPr id="14" name="TextBox 13">
            <a:extLst>
              <a:ext uri="{FF2B5EF4-FFF2-40B4-BE49-F238E27FC236}">
                <a16:creationId xmlns:a16="http://schemas.microsoft.com/office/drawing/2014/main" id="{BDF06865-E3BC-F1B2-3A13-31BCE47CB887}"/>
              </a:ext>
            </a:extLst>
          </p:cNvPr>
          <p:cNvSpPr txBox="1"/>
          <p:nvPr/>
        </p:nvSpPr>
        <p:spPr bwMode="gray">
          <a:xfrm>
            <a:off x="5372889" y="555639"/>
            <a:ext cx="5871078" cy="5438761"/>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nSpc>
                <a:spcPct val="90000"/>
              </a:lnSpc>
              <a:spcBef>
                <a:spcPts val="600"/>
              </a:spcBef>
            </a:pPr>
            <a:r>
              <a:rPr lang="en-US" sz="1400" b="1"/>
              <a:t>Model Ingestion</a:t>
            </a:r>
          </a:p>
          <a:p>
            <a:pPr marL="0" lvl="1">
              <a:lnSpc>
                <a:spcPct val="90000"/>
              </a:lnSpc>
              <a:spcBef>
                <a:spcPts val="600"/>
              </a:spcBef>
            </a:pPr>
            <a:r>
              <a:rPr lang="en-US" sz="1400"/>
              <a:t>Users upload AI models or select from pre-integrated options.</a:t>
            </a:r>
          </a:p>
          <a:p>
            <a:pPr marL="0" lvl="1">
              <a:lnSpc>
                <a:spcPct val="90000"/>
              </a:lnSpc>
              <a:spcBef>
                <a:spcPts val="600"/>
              </a:spcBef>
            </a:pPr>
            <a:r>
              <a:rPr lang="en-US" sz="1400"/>
              <a:t>Models are validated for compatibility and compliance.</a:t>
            </a:r>
          </a:p>
          <a:p>
            <a:pPr>
              <a:lnSpc>
                <a:spcPct val="90000"/>
              </a:lnSpc>
              <a:spcBef>
                <a:spcPts val="600"/>
              </a:spcBef>
            </a:pPr>
            <a:r>
              <a:rPr lang="en-US" sz="1400" b="1"/>
              <a:t>Workflow Simulation</a:t>
            </a:r>
          </a:p>
          <a:p>
            <a:pPr marL="0" lvl="1">
              <a:lnSpc>
                <a:spcPct val="90000"/>
              </a:lnSpc>
              <a:spcBef>
                <a:spcPts val="600"/>
              </a:spcBef>
            </a:pPr>
            <a:r>
              <a:rPr lang="en-US" sz="1400"/>
              <a:t>Configure healthcare workflows (e.g., patient intake, diagnosis, treatment planning).</a:t>
            </a:r>
          </a:p>
          <a:p>
            <a:pPr marL="0" lvl="1">
              <a:lnSpc>
                <a:spcPct val="90000"/>
              </a:lnSpc>
              <a:spcBef>
                <a:spcPts val="600"/>
              </a:spcBef>
            </a:pPr>
            <a:r>
              <a:rPr lang="en-US" sz="1400"/>
              <a:t>Integrate selected AI models into the simulated workflow.</a:t>
            </a:r>
          </a:p>
          <a:p>
            <a:pPr>
              <a:lnSpc>
                <a:spcPct val="90000"/>
              </a:lnSpc>
              <a:spcBef>
                <a:spcPts val="600"/>
              </a:spcBef>
            </a:pPr>
            <a:r>
              <a:rPr lang="en-US" sz="1400" b="1"/>
              <a:t>Performance Evaluation</a:t>
            </a:r>
          </a:p>
          <a:p>
            <a:pPr marL="0" lvl="1">
              <a:lnSpc>
                <a:spcPct val="90000"/>
              </a:lnSpc>
              <a:spcBef>
                <a:spcPts val="600"/>
              </a:spcBef>
            </a:pPr>
            <a:r>
              <a:rPr lang="en-US" sz="1400"/>
              <a:t>Compare models on key metrics: </a:t>
            </a:r>
          </a:p>
          <a:p>
            <a:pPr marL="0" lvl="2">
              <a:lnSpc>
                <a:spcPct val="90000"/>
              </a:lnSpc>
              <a:spcBef>
                <a:spcPts val="600"/>
              </a:spcBef>
            </a:pPr>
            <a:r>
              <a:rPr lang="en-US" sz="1400"/>
              <a:t>Accuracy &amp; precision</a:t>
            </a:r>
          </a:p>
          <a:p>
            <a:pPr marL="0" lvl="2">
              <a:lnSpc>
                <a:spcPct val="90000"/>
              </a:lnSpc>
              <a:spcBef>
                <a:spcPts val="600"/>
              </a:spcBef>
            </a:pPr>
            <a:r>
              <a:rPr lang="en-US" sz="1400"/>
              <a:t>Latency &amp; resource utilization</a:t>
            </a:r>
          </a:p>
          <a:p>
            <a:pPr marL="0" lvl="2">
              <a:lnSpc>
                <a:spcPct val="90000"/>
              </a:lnSpc>
              <a:spcBef>
                <a:spcPts val="600"/>
              </a:spcBef>
            </a:pPr>
            <a:r>
              <a:rPr lang="en-US" sz="1400"/>
              <a:t>Compliance &amp; risk indicators</a:t>
            </a:r>
          </a:p>
          <a:p>
            <a:pPr>
              <a:lnSpc>
                <a:spcPct val="90000"/>
              </a:lnSpc>
              <a:spcBef>
                <a:spcPts val="600"/>
              </a:spcBef>
            </a:pPr>
            <a:r>
              <a:rPr lang="en-US" sz="1400" b="1"/>
              <a:t>Explainability &amp; Insights</a:t>
            </a:r>
          </a:p>
          <a:p>
            <a:pPr marL="0" lvl="1">
              <a:lnSpc>
                <a:spcPct val="90000"/>
              </a:lnSpc>
              <a:spcBef>
                <a:spcPts val="600"/>
              </a:spcBef>
            </a:pPr>
            <a:r>
              <a:rPr lang="en-US" sz="1400"/>
              <a:t>Generate interpretability reports (feature importance, prediction rationale).</a:t>
            </a:r>
          </a:p>
          <a:p>
            <a:pPr marL="0" lvl="1">
              <a:lnSpc>
                <a:spcPct val="90000"/>
              </a:lnSpc>
              <a:spcBef>
                <a:spcPts val="600"/>
              </a:spcBef>
            </a:pPr>
            <a:r>
              <a:rPr lang="en-US" sz="1400"/>
              <a:t>Visualize resource usage and operational impact.</a:t>
            </a:r>
          </a:p>
          <a:p>
            <a:pPr>
              <a:lnSpc>
                <a:spcPct val="90000"/>
              </a:lnSpc>
              <a:spcBef>
                <a:spcPts val="600"/>
              </a:spcBef>
            </a:pPr>
            <a:r>
              <a:rPr lang="en-US" sz="1400" b="1"/>
              <a:t>Decision Support</a:t>
            </a:r>
          </a:p>
          <a:p>
            <a:pPr marL="0" lvl="1">
              <a:lnSpc>
                <a:spcPct val="90000"/>
              </a:lnSpc>
              <a:spcBef>
                <a:spcPts val="600"/>
              </a:spcBef>
            </a:pPr>
            <a:r>
              <a:rPr lang="en-US" sz="1400"/>
              <a:t>Provide dashboards for stakeholders to: </a:t>
            </a:r>
          </a:p>
          <a:p>
            <a:pPr marL="0" lvl="2">
              <a:lnSpc>
                <a:spcPct val="90000"/>
              </a:lnSpc>
              <a:spcBef>
                <a:spcPts val="600"/>
              </a:spcBef>
            </a:pPr>
            <a:r>
              <a:rPr lang="en-US" sz="1400"/>
              <a:t>Select best-fit models</a:t>
            </a:r>
          </a:p>
          <a:p>
            <a:pPr marL="0" lvl="2">
              <a:lnSpc>
                <a:spcPct val="90000"/>
              </a:lnSpc>
              <a:spcBef>
                <a:spcPts val="600"/>
              </a:spcBef>
            </a:pPr>
            <a:r>
              <a:rPr lang="en-US" sz="1400"/>
              <a:t>Forecast ROI and operational efficiency</a:t>
            </a:r>
          </a:p>
          <a:p>
            <a:pPr marL="0" lvl="2">
              <a:lnSpc>
                <a:spcPct val="90000"/>
              </a:lnSpc>
              <a:spcBef>
                <a:spcPts val="600"/>
              </a:spcBef>
            </a:pPr>
            <a:r>
              <a:rPr lang="en-US" sz="1400"/>
              <a:t>Ensure regulatory compliance before deployment</a:t>
            </a:r>
          </a:p>
          <a:p>
            <a:pPr>
              <a:lnSpc>
                <a:spcPct val="90000"/>
              </a:lnSpc>
              <a:spcBef>
                <a:spcPts val="600"/>
              </a:spcBef>
            </a:pPr>
            <a:endParaRPr lang="en-US" sz="1400"/>
          </a:p>
        </p:txBody>
      </p:sp>
    </p:spTree>
    <p:extLst>
      <p:ext uri="{BB962C8B-B14F-4D97-AF65-F5344CB8AC3E}">
        <p14:creationId xmlns:p14="http://schemas.microsoft.com/office/powerpoint/2010/main" val="335247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AE8B4-2442-8D36-67DD-9E374FAADA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A54D75-9875-1D7F-4E79-0D44B35DAB42}"/>
              </a:ext>
            </a:extLst>
          </p:cNvPr>
          <p:cNvSpPr>
            <a:spLocks noGrp="1"/>
          </p:cNvSpPr>
          <p:nvPr>
            <p:ph type="title"/>
          </p:nvPr>
        </p:nvSpPr>
        <p:spPr>
          <a:xfrm>
            <a:off x="467926" y="555639"/>
            <a:ext cx="3657600" cy="1828193"/>
          </a:xfrm>
        </p:spPr>
        <p:txBody>
          <a:bodyPr vert="horz" wrap="square" lIns="0" tIns="0" rIns="0" bIns="0" rtlCol="0" anchor="t" anchorCtr="0">
            <a:normAutofit/>
          </a:bodyPr>
          <a:lstStyle/>
          <a:p>
            <a:r>
              <a:rPr lang="en-US" b="1" kern="1200">
                <a:latin typeface="+mn-lt"/>
                <a:ea typeface="+mj-ea"/>
                <a:cs typeface="+mj-cs"/>
              </a:rPr>
              <a:t>Implementation Details</a:t>
            </a:r>
          </a:p>
        </p:txBody>
      </p:sp>
      <p:sp>
        <p:nvSpPr>
          <p:cNvPr id="2" name="TextBox 1">
            <a:extLst>
              <a:ext uri="{FF2B5EF4-FFF2-40B4-BE49-F238E27FC236}">
                <a16:creationId xmlns:a16="http://schemas.microsoft.com/office/drawing/2014/main" id="{877A6FC8-7CF1-006F-11C8-415D2BEACC8A}"/>
              </a:ext>
            </a:extLst>
          </p:cNvPr>
          <p:cNvSpPr txBox="1"/>
          <p:nvPr/>
        </p:nvSpPr>
        <p:spPr bwMode="gray">
          <a:xfrm>
            <a:off x="5372889" y="555639"/>
            <a:ext cx="5871078" cy="5438761"/>
          </a:xfrm>
          <a:prstGeom prst="rect">
            <a:avLst/>
          </a:prstGeom>
        </p:spPr>
        <p:txBody>
          <a:bodyPr vert="horz" lIns="0" tIns="0" rIns="0" bIns="0" rtlCol="0">
            <a:normAutofit/>
          </a:bodyPr>
          <a:lstStyle/>
          <a:p>
            <a:pPr>
              <a:spcBef>
                <a:spcPts val="600"/>
              </a:spcBef>
            </a:pPr>
            <a:r>
              <a:rPr lang="en-US" sz="2000" b="1"/>
              <a:t>Tech Stack</a:t>
            </a:r>
          </a:p>
          <a:p>
            <a:pPr>
              <a:spcBef>
                <a:spcPts val="600"/>
              </a:spcBef>
            </a:pPr>
            <a:endParaRPr lang="en-US" sz="2000" b="1"/>
          </a:p>
          <a:p>
            <a:pPr>
              <a:spcBef>
                <a:spcPts val="600"/>
              </a:spcBef>
            </a:pPr>
            <a:r>
              <a:rPr lang="en-US" b="1"/>
              <a:t>Frontend:</a:t>
            </a:r>
            <a:r>
              <a:rPr lang="en-US"/>
              <a:t> React.js for UI, integrated with Material UI for design consistency.</a:t>
            </a:r>
          </a:p>
          <a:p>
            <a:pPr>
              <a:spcBef>
                <a:spcPts val="600"/>
              </a:spcBef>
            </a:pPr>
            <a:r>
              <a:rPr lang="en-US" b="1"/>
              <a:t>Backend:</a:t>
            </a:r>
            <a:r>
              <a:rPr lang="en-US"/>
              <a:t> Python (FastAPI) for API services.</a:t>
            </a:r>
          </a:p>
          <a:p>
            <a:pPr>
              <a:spcBef>
                <a:spcPts val="600"/>
              </a:spcBef>
            </a:pPr>
            <a:r>
              <a:rPr lang="en-US" b="1"/>
              <a:t>AI Models:</a:t>
            </a:r>
            <a:r>
              <a:rPr lang="en-US"/>
              <a:t> TensorFlow / PyTorch for model integration and evaluation.</a:t>
            </a:r>
          </a:p>
          <a:p>
            <a:pPr>
              <a:spcBef>
                <a:spcPts val="600"/>
              </a:spcBef>
            </a:pPr>
            <a:r>
              <a:rPr lang="en-US" b="1"/>
              <a:t>Database:</a:t>
            </a:r>
            <a:r>
              <a:rPr lang="en-US"/>
              <a:t> Azure SQL / PostgreSQL for storing model metadata and workflow configurations.</a:t>
            </a:r>
          </a:p>
          <a:p>
            <a:pPr>
              <a:spcBef>
                <a:spcPts val="600"/>
              </a:spcBef>
            </a:pPr>
            <a:r>
              <a:rPr lang="en-US" b="1"/>
              <a:t>Cloud &amp; Deployment:</a:t>
            </a:r>
            <a:r>
              <a:rPr lang="en-US"/>
              <a:t> Azure Kubernetes Service (AKS) for container orchestration, Azure Blob Storage for artifacts.</a:t>
            </a:r>
          </a:p>
          <a:p>
            <a:pPr>
              <a:spcBef>
                <a:spcPts val="600"/>
              </a:spcBef>
            </a:pPr>
            <a:endParaRPr lang="en-US"/>
          </a:p>
          <a:p>
            <a:pPr marL="0" lvl="1">
              <a:spcBef>
                <a:spcPts val="600"/>
              </a:spcBef>
            </a:pPr>
            <a:endParaRPr lang="en-US"/>
          </a:p>
        </p:txBody>
      </p:sp>
    </p:spTree>
    <p:extLst>
      <p:ext uri="{BB962C8B-B14F-4D97-AF65-F5344CB8AC3E}">
        <p14:creationId xmlns:p14="http://schemas.microsoft.com/office/powerpoint/2010/main" val="907686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umbnail Image ">
            <a:extLst>
              <a:ext uri="{FF2B5EF4-FFF2-40B4-BE49-F238E27FC236}">
                <a16:creationId xmlns:a16="http://schemas.microsoft.com/office/drawing/2014/main" id="{463601E6-F4B5-444B-7C82-2C15938C8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1817" b="21934"/>
          <a:stretch>
            <a:fillRect/>
          </a:stretch>
        </p:blipFill>
        <p:spPr bwMode="auto">
          <a:xfrm>
            <a:off x="20" y="10"/>
            <a:ext cx="12191980" cy="6857990"/>
          </a:xfrm>
          <a:prstGeom prst="rect">
            <a:avLst/>
          </a:prstGeom>
          <a:solidFill>
            <a:srgbClr val="FFFFFF"/>
          </a:solidFill>
        </p:spPr>
      </p:pic>
    </p:spTree>
    <p:extLst>
      <p:ext uri="{BB962C8B-B14F-4D97-AF65-F5344CB8AC3E}">
        <p14:creationId xmlns:p14="http://schemas.microsoft.com/office/powerpoint/2010/main" val="3199125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creen Recording 3">
            <a:hlinkClick r:id="" action="ppaction://media"/>
            <a:extLst>
              <a:ext uri="{FF2B5EF4-FFF2-40B4-BE49-F238E27FC236}">
                <a16:creationId xmlns:a16="http://schemas.microsoft.com/office/drawing/2014/main" id="{90F6EAA0-3CE8-F207-2328-4EA0E0AA61A4}"/>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rcRect/>
          <a:stretch>
            <a:fillRect/>
          </a:stretch>
        </p:blipFill>
        <p:spPr>
          <a:xfrm>
            <a:off x="20" y="10"/>
            <a:ext cx="12191980" cy="6857990"/>
          </a:xfrm>
          <a:noFill/>
        </p:spPr>
      </p:pic>
    </p:spTree>
    <p:extLst>
      <p:ext uri="{BB962C8B-B14F-4D97-AF65-F5344CB8AC3E}">
        <p14:creationId xmlns:p14="http://schemas.microsoft.com/office/powerpoint/2010/main" val="389244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62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06A5-7FA8-4BD7-3BA9-9338E73BDA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1FFE61-3EC6-96E3-7D87-70FBAB5C9D41}"/>
              </a:ext>
            </a:extLst>
          </p:cNvPr>
          <p:cNvSpPr>
            <a:spLocks noGrp="1"/>
          </p:cNvSpPr>
          <p:nvPr>
            <p:ph type="title"/>
          </p:nvPr>
        </p:nvSpPr>
        <p:spPr>
          <a:xfrm>
            <a:off x="467926" y="555639"/>
            <a:ext cx="3657600" cy="1828193"/>
          </a:xfrm>
        </p:spPr>
        <p:txBody>
          <a:bodyPr vert="horz" wrap="square" lIns="0" tIns="0" rIns="0" bIns="0" rtlCol="0" anchor="t" anchorCtr="0">
            <a:normAutofit/>
          </a:bodyPr>
          <a:lstStyle/>
          <a:p>
            <a:r>
              <a:rPr lang="en-US" b="1" kern="1200">
                <a:latin typeface="+mn-lt"/>
                <a:ea typeface="+mj-ea"/>
                <a:cs typeface="+mj-cs"/>
              </a:rPr>
              <a:t>Proposed Benefits </a:t>
            </a:r>
          </a:p>
        </p:txBody>
      </p:sp>
      <p:sp>
        <p:nvSpPr>
          <p:cNvPr id="2" name="TextBox 1">
            <a:extLst>
              <a:ext uri="{FF2B5EF4-FFF2-40B4-BE49-F238E27FC236}">
                <a16:creationId xmlns:a16="http://schemas.microsoft.com/office/drawing/2014/main" id="{5220CD47-4BC4-8721-B688-861CB94E5BF7}"/>
              </a:ext>
            </a:extLst>
          </p:cNvPr>
          <p:cNvSpPr txBox="1"/>
          <p:nvPr/>
        </p:nvSpPr>
        <p:spPr bwMode="gray">
          <a:xfrm>
            <a:off x="5372889" y="555639"/>
            <a:ext cx="5871078" cy="5438761"/>
          </a:xfrm>
          <a:prstGeom prst="rect">
            <a:avLst/>
          </a:prstGeom>
        </p:spPr>
        <p:txBody>
          <a:bodyPr vert="horz" lIns="0" tIns="0" rIns="0" bIns="0" rtlCol="0">
            <a:normAutofit/>
          </a:bodyPr>
          <a:lstStyle/>
          <a:p>
            <a:pPr>
              <a:lnSpc>
                <a:spcPct val="90000"/>
              </a:lnSpc>
              <a:spcBef>
                <a:spcPts val="600"/>
              </a:spcBef>
            </a:pPr>
            <a:r>
              <a:rPr lang="en-US" sz="1400" b="1"/>
              <a:t>Overall Value to Customers, Constituents, Business, IT</a:t>
            </a:r>
            <a:endParaRPr lang="en-US" sz="1400"/>
          </a:p>
          <a:p>
            <a:pPr>
              <a:lnSpc>
                <a:spcPct val="90000"/>
              </a:lnSpc>
              <a:spcBef>
                <a:spcPts val="600"/>
              </a:spcBef>
            </a:pPr>
            <a:r>
              <a:rPr lang="en-US" sz="1400" b="1"/>
              <a:t>Customers (Hospitals &amp; Providers):</a:t>
            </a:r>
            <a:r>
              <a:rPr lang="en-US" sz="1400"/>
              <a:t> </a:t>
            </a:r>
          </a:p>
          <a:p>
            <a:pPr marL="0" lvl="1">
              <a:lnSpc>
                <a:spcPct val="90000"/>
              </a:lnSpc>
              <a:spcBef>
                <a:spcPts val="600"/>
              </a:spcBef>
            </a:pPr>
            <a:r>
              <a:rPr lang="en-US" sz="1400"/>
              <a:t>Reduce risk of deploying ineffective AI models by testing in a controlled environment.</a:t>
            </a:r>
          </a:p>
          <a:p>
            <a:pPr marL="0" lvl="1">
              <a:lnSpc>
                <a:spcPct val="90000"/>
              </a:lnSpc>
              <a:spcBef>
                <a:spcPts val="600"/>
              </a:spcBef>
            </a:pPr>
            <a:r>
              <a:rPr lang="en-US" sz="1400"/>
              <a:t>Improve patient care through better model selection and workflow optimization.</a:t>
            </a:r>
          </a:p>
          <a:p>
            <a:pPr>
              <a:lnSpc>
                <a:spcPct val="90000"/>
              </a:lnSpc>
              <a:spcBef>
                <a:spcPts val="600"/>
              </a:spcBef>
            </a:pPr>
            <a:r>
              <a:rPr lang="en-US" sz="1400" b="1"/>
              <a:t>Business:</a:t>
            </a:r>
            <a:r>
              <a:rPr lang="en-US" sz="1400"/>
              <a:t> </a:t>
            </a:r>
          </a:p>
          <a:p>
            <a:pPr marL="0" lvl="1">
              <a:lnSpc>
                <a:spcPct val="90000"/>
              </a:lnSpc>
              <a:spcBef>
                <a:spcPts val="600"/>
              </a:spcBef>
            </a:pPr>
            <a:r>
              <a:rPr lang="en-US" sz="1400"/>
              <a:t>Accelerates AI adoption in healthcare, creating new revenue streams.</a:t>
            </a:r>
          </a:p>
          <a:p>
            <a:pPr marL="0" lvl="1">
              <a:lnSpc>
                <a:spcPct val="90000"/>
              </a:lnSpc>
              <a:spcBef>
                <a:spcPts val="600"/>
              </a:spcBef>
            </a:pPr>
            <a:r>
              <a:rPr lang="en-US" sz="1400"/>
              <a:t>Enhances trust and compliance, reducing liability and operational costs.</a:t>
            </a:r>
          </a:p>
          <a:p>
            <a:pPr>
              <a:lnSpc>
                <a:spcPct val="90000"/>
              </a:lnSpc>
              <a:spcBef>
                <a:spcPts val="600"/>
              </a:spcBef>
            </a:pPr>
            <a:r>
              <a:rPr lang="en-US" sz="1400" b="1"/>
              <a:t>IT :</a:t>
            </a:r>
            <a:r>
              <a:rPr lang="en-US" sz="1400"/>
              <a:t> </a:t>
            </a:r>
          </a:p>
          <a:p>
            <a:pPr marL="0" lvl="1">
              <a:lnSpc>
                <a:spcPct val="90000"/>
              </a:lnSpc>
              <a:spcBef>
                <a:spcPts val="600"/>
              </a:spcBef>
            </a:pPr>
            <a:r>
              <a:rPr lang="en-US" sz="1400"/>
              <a:t>Provides a standardized platform for model evaluation and integration.</a:t>
            </a:r>
          </a:p>
          <a:p>
            <a:pPr marL="0" lvl="1">
              <a:lnSpc>
                <a:spcPct val="90000"/>
              </a:lnSpc>
              <a:spcBef>
                <a:spcPts val="600"/>
              </a:spcBef>
            </a:pPr>
            <a:r>
              <a:rPr lang="en-US" sz="1400"/>
              <a:t>Simplifies deployment decisions with clear performance and resource metrics.</a:t>
            </a:r>
          </a:p>
          <a:p>
            <a:pPr>
              <a:lnSpc>
                <a:spcPct val="90000"/>
              </a:lnSpc>
              <a:spcBef>
                <a:spcPts val="600"/>
              </a:spcBef>
            </a:pPr>
            <a:r>
              <a:rPr lang="en-US" sz="1400" b="1"/>
              <a:t>Alignment to Organization’s Strategic Vision and Goals</a:t>
            </a:r>
            <a:endParaRPr lang="en-US" sz="1400"/>
          </a:p>
          <a:p>
            <a:pPr>
              <a:lnSpc>
                <a:spcPct val="90000"/>
              </a:lnSpc>
              <a:spcBef>
                <a:spcPts val="600"/>
              </a:spcBef>
            </a:pPr>
            <a:r>
              <a:rPr lang="en-US" sz="1400"/>
              <a:t>Supports </a:t>
            </a:r>
            <a:r>
              <a:rPr lang="en-US" sz="1400" b="1"/>
              <a:t>Cost Efficiency</a:t>
            </a:r>
            <a:r>
              <a:rPr lang="en-US" sz="1400"/>
              <a:t> by preventing expensive trial-and-error deployments.</a:t>
            </a:r>
          </a:p>
          <a:p>
            <a:pPr>
              <a:lnSpc>
                <a:spcPct val="90000"/>
              </a:lnSpc>
              <a:spcBef>
                <a:spcPts val="600"/>
              </a:spcBef>
            </a:pPr>
            <a:r>
              <a:rPr lang="en-US" sz="1400"/>
              <a:t>Drives </a:t>
            </a:r>
            <a:r>
              <a:rPr lang="en-US" sz="1400" b="1"/>
              <a:t>Innovation and AI Leadership</a:t>
            </a:r>
            <a:r>
              <a:rPr lang="en-US" sz="1400"/>
              <a:t> in healthcare technology.</a:t>
            </a:r>
          </a:p>
          <a:p>
            <a:pPr>
              <a:lnSpc>
                <a:spcPct val="90000"/>
              </a:lnSpc>
              <a:spcBef>
                <a:spcPts val="600"/>
              </a:spcBef>
            </a:pPr>
            <a:r>
              <a:rPr lang="en-US" sz="1400"/>
              <a:t>Improves </a:t>
            </a:r>
            <a:r>
              <a:rPr lang="en-US" sz="1400" b="1"/>
              <a:t>Experience</a:t>
            </a:r>
            <a:r>
              <a:rPr lang="en-US" sz="1400"/>
              <a:t> for patients and providers through optimized workflows.</a:t>
            </a:r>
          </a:p>
          <a:p>
            <a:pPr>
              <a:lnSpc>
                <a:spcPct val="90000"/>
              </a:lnSpc>
              <a:spcBef>
                <a:spcPts val="600"/>
              </a:spcBef>
            </a:pPr>
            <a:r>
              <a:rPr lang="en-US" sz="1400"/>
              <a:t>Enables </a:t>
            </a:r>
            <a:r>
              <a:rPr lang="en-US" sz="1400" b="1"/>
              <a:t>Growth</a:t>
            </a:r>
            <a:r>
              <a:rPr lang="en-US" sz="1400"/>
              <a:t> by offering a scalable solution for multiple healthcare domains.</a:t>
            </a:r>
          </a:p>
          <a:p>
            <a:pPr marL="0" lvl="1">
              <a:lnSpc>
                <a:spcPct val="90000"/>
              </a:lnSpc>
              <a:spcBef>
                <a:spcPts val="600"/>
              </a:spcBef>
            </a:pPr>
            <a:endParaRPr lang="en-US" sz="1400"/>
          </a:p>
        </p:txBody>
      </p:sp>
    </p:spTree>
    <p:extLst>
      <p:ext uri="{BB962C8B-B14F-4D97-AF65-F5344CB8AC3E}">
        <p14:creationId xmlns:p14="http://schemas.microsoft.com/office/powerpoint/2010/main" val="2823825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15D3D-10E2-BF33-8010-D7EDB27F0F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1D940D-7176-31BA-21BD-9A9D52A33B73}"/>
              </a:ext>
            </a:extLst>
          </p:cNvPr>
          <p:cNvSpPr>
            <a:spLocks noGrp="1"/>
          </p:cNvSpPr>
          <p:nvPr>
            <p:ph type="title"/>
          </p:nvPr>
        </p:nvSpPr>
        <p:spPr>
          <a:xfrm>
            <a:off x="467926" y="555639"/>
            <a:ext cx="3657600" cy="1828193"/>
          </a:xfrm>
        </p:spPr>
        <p:txBody>
          <a:bodyPr vert="horz" wrap="square" lIns="0" tIns="0" rIns="0" bIns="0" rtlCol="0" anchor="t" anchorCtr="0">
            <a:normAutofit/>
          </a:bodyPr>
          <a:lstStyle/>
          <a:p>
            <a:r>
              <a:rPr lang="en-US" b="1" kern="1200">
                <a:latin typeface="+mn-lt"/>
                <a:ea typeface="+mj-ea"/>
                <a:cs typeface="+mj-cs"/>
              </a:rPr>
              <a:t>Feasibility &amp; Uniqueness</a:t>
            </a:r>
          </a:p>
        </p:txBody>
      </p:sp>
      <p:sp>
        <p:nvSpPr>
          <p:cNvPr id="6" name="TextBox 5">
            <a:extLst>
              <a:ext uri="{FF2B5EF4-FFF2-40B4-BE49-F238E27FC236}">
                <a16:creationId xmlns:a16="http://schemas.microsoft.com/office/drawing/2014/main" id="{BBCB12B9-B763-F897-5969-BEE460491498}"/>
              </a:ext>
            </a:extLst>
          </p:cNvPr>
          <p:cNvSpPr txBox="1"/>
          <p:nvPr/>
        </p:nvSpPr>
        <p:spPr bwMode="gray">
          <a:xfrm>
            <a:off x="5372889" y="555639"/>
            <a:ext cx="5871078" cy="5438761"/>
          </a:xfrm>
          <a:prstGeom prst="rect">
            <a:avLst/>
          </a:prstGeom>
        </p:spPr>
        <p:txBody>
          <a:bodyPr vert="horz" lIns="0" tIns="0" rIns="0" bIns="0" rtlCol="0">
            <a:normAutofit/>
          </a:bodyPr>
          <a:lstStyle/>
          <a:p>
            <a:pPr>
              <a:lnSpc>
                <a:spcPct val="90000"/>
              </a:lnSpc>
              <a:spcBef>
                <a:spcPts val="600"/>
              </a:spcBef>
            </a:pPr>
            <a:r>
              <a:rPr lang="en-US" sz="1300" b="1"/>
              <a:t>How complete is the idea?</a:t>
            </a:r>
            <a:endParaRPr lang="en-US" sz="1300"/>
          </a:p>
          <a:p>
            <a:pPr>
              <a:lnSpc>
                <a:spcPct val="90000"/>
              </a:lnSpc>
              <a:spcBef>
                <a:spcPts val="600"/>
              </a:spcBef>
            </a:pPr>
            <a:r>
              <a:rPr lang="en-US" sz="1300"/>
              <a:t>The concept is well-defined with clear workflows, UI mockups, and core functionality (model upload, comparison, simulation, explainability).</a:t>
            </a:r>
          </a:p>
          <a:p>
            <a:pPr>
              <a:lnSpc>
                <a:spcPct val="90000"/>
              </a:lnSpc>
              <a:spcBef>
                <a:spcPts val="600"/>
              </a:spcBef>
            </a:pPr>
            <a:r>
              <a:rPr lang="en-US" sz="1300"/>
              <a:t>MVP can be built using existing cloud and AI tools.</a:t>
            </a:r>
          </a:p>
          <a:p>
            <a:pPr>
              <a:lnSpc>
                <a:spcPct val="90000"/>
              </a:lnSpc>
              <a:spcBef>
                <a:spcPts val="600"/>
              </a:spcBef>
            </a:pPr>
            <a:r>
              <a:rPr lang="en-US" sz="1300" b="1"/>
              <a:t>Does the solution work?</a:t>
            </a:r>
            <a:endParaRPr lang="en-US" sz="1300"/>
          </a:p>
          <a:p>
            <a:pPr>
              <a:lnSpc>
                <a:spcPct val="90000"/>
              </a:lnSpc>
              <a:spcBef>
                <a:spcPts val="600"/>
              </a:spcBef>
            </a:pPr>
            <a:r>
              <a:rPr lang="en-US" sz="1300"/>
              <a:t>Technically feasible using standard MLOps frameworks and healthcare data pipelines.</a:t>
            </a:r>
          </a:p>
          <a:p>
            <a:pPr>
              <a:lnSpc>
                <a:spcPct val="90000"/>
              </a:lnSpc>
              <a:spcBef>
                <a:spcPts val="600"/>
              </a:spcBef>
            </a:pPr>
            <a:r>
              <a:rPr lang="en-US" sz="1300"/>
              <a:t>Workflow simulation and KPI visualization can be implemented with modular architecture.</a:t>
            </a:r>
          </a:p>
          <a:p>
            <a:pPr>
              <a:lnSpc>
                <a:spcPct val="90000"/>
              </a:lnSpc>
              <a:spcBef>
                <a:spcPts val="600"/>
              </a:spcBef>
            </a:pPr>
            <a:r>
              <a:rPr lang="en-US" sz="1300" b="1"/>
              <a:t>How easily can it be expanded beyond its current use case?</a:t>
            </a:r>
            <a:endParaRPr lang="en-US" sz="1300"/>
          </a:p>
          <a:p>
            <a:pPr>
              <a:lnSpc>
                <a:spcPct val="90000"/>
              </a:lnSpc>
              <a:spcBef>
                <a:spcPts val="600"/>
              </a:spcBef>
            </a:pPr>
            <a:r>
              <a:rPr lang="en-US" sz="1300"/>
              <a:t>Initially focused on cardiology and treatment recommendation workflows.</a:t>
            </a:r>
          </a:p>
          <a:p>
            <a:pPr>
              <a:lnSpc>
                <a:spcPct val="90000"/>
              </a:lnSpc>
              <a:spcBef>
                <a:spcPts val="600"/>
              </a:spcBef>
            </a:pPr>
            <a:r>
              <a:rPr lang="en-US" sz="1300"/>
              <a:t>Can scale to other specialties (oncology, pathology, drug safety) and even non-healthcare domains.</a:t>
            </a:r>
          </a:p>
          <a:p>
            <a:pPr>
              <a:lnSpc>
                <a:spcPct val="90000"/>
              </a:lnSpc>
              <a:spcBef>
                <a:spcPts val="600"/>
              </a:spcBef>
            </a:pPr>
            <a:r>
              <a:rPr lang="en-US" sz="1300" b="1"/>
              <a:t>How scalable, customizable, reusable is it?</a:t>
            </a:r>
            <a:endParaRPr lang="en-US" sz="1300"/>
          </a:p>
          <a:p>
            <a:pPr>
              <a:lnSpc>
                <a:spcPct val="90000"/>
              </a:lnSpc>
              <a:spcBef>
                <a:spcPts val="600"/>
              </a:spcBef>
            </a:pPr>
            <a:r>
              <a:rPr lang="en-US" sz="1300"/>
              <a:t>Built on a </a:t>
            </a:r>
            <a:r>
              <a:rPr lang="en-US" sz="1300" b="1"/>
              <a:t>template-driven architecture</a:t>
            </a:r>
            <a:r>
              <a:rPr lang="en-US" sz="1300"/>
              <a:t>, allowing easy addition of new workflows.</a:t>
            </a:r>
          </a:p>
          <a:p>
            <a:pPr>
              <a:lnSpc>
                <a:spcPct val="90000"/>
              </a:lnSpc>
              <a:spcBef>
                <a:spcPts val="600"/>
              </a:spcBef>
            </a:pPr>
            <a:r>
              <a:rPr lang="en-US" sz="1300"/>
              <a:t>Supports multiple models and KPIs, making it reusable across hospitals and research institutions.</a:t>
            </a:r>
          </a:p>
          <a:p>
            <a:pPr>
              <a:lnSpc>
                <a:spcPct val="90000"/>
              </a:lnSpc>
              <a:spcBef>
                <a:spcPts val="600"/>
              </a:spcBef>
            </a:pPr>
            <a:r>
              <a:rPr lang="en-US" sz="1300" b="1"/>
              <a:t>Is this something new/novel, or has it been done previously?</a:t>
            </a:r>
            <a:endParaRPr lang="en-US" sz="1300"/>
          </a:p>
          <a:p>
            <a:pPr>
              <a:lnSpc>
                <a:spcPct val="90000"/>
              </a:lnSpc>
              <a:spcBef>
                <a:spcPts val="600"/>
              </a:spcBef>
            </a:pPr>
            <a:r>
              <a:rPr lang="en-US" sz="1300"/>
              <a:t>While generic model evaluation exists (e.g., Azure ML), </a:t>
            </a:r>
            <a:r>
              <a:rPr lang="en-US" sz="1300" b="1"/>
              <a:t>a healthcare-specific sandbox with workflow simulation, cost/resource impact, and compliance-focused explainability is unique</a:t>
            </a:r>
            <a:r>
              <a:rPr lang="en-US" sz="1300"/>
              <a:t>.</a:t>
            </a:r>
          </a:p>
          <a:p>
            <a:pPr>
              <a:lnSpc>
                <a:spcPct val="90000"/>
              </a:lnSpc>
              <a:spcBef>
                <a:spcPts val="600"/>
              </a:spcBef>
            </a:pPr>
            <a:r>
              <a:rPr lang="en-US" sz="1300"/>
              <a:t>No widely available platform offers this integrated approach.</a:t>
            </a:r>
          </a:p>
        </p:txBody>
      </p:sp>
    </p:spTree>
    <p:extLst>
      <p:ext uri="{BB962C8B-B14F-4D97-AF65-F5344CB8AC3E}">
        <p14:creationId xmlns:p14="http://schemas.microsoft.com/office/powerpoint/2010/main" val="1984840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6DCA1-C697-C04A-10B4-4A30ED9836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49C14F-A69E-3603-2196-CE79477B5DE7}"/>
              </a:ext>
            </a:extLst>
          </p:cNvPr>
          <p:cNvSpPr>
            <a:spLocks noGrp="1"/>
          </p:cNvSpPr>
          <p:nvPr>
            <p:ph type="title"/>
          </p:nvPr>
        </p:nvSpPr>
        <p:spPr>
          <a:xfrm>
            <a:off x="467926" y="555639"/>
            <a:ext cx="9601200" cy="304699"/>
          </a:xfrm>
        </p:spPr>
        <p:txBody>
          <a:bodyPr vert="horz" wrap="square" lIns="0" tIns="0" rIns="0" bIns="0" rtlCol="0" anchor="t" anchorCtr="0">
            <a:normAutofit/>
          </a:bodyPr>
          <a:lstStyle/>
          <a:p>
            <a:r>
              <a:rPr lang="en-US" b="1" kern="1200">
                <a:latin typeface="+mn-lt"/>
                <a:ea typeface="+mj-ea"/>
                <a:cs typeface="+mj-cs"/>
              </a:rPr>
              <a:t>References </a:t>
            </a:r>
          </a:p>
        </p:txBody>
      </p:sp>
      <p:sp>
        <p:nvSpPr>
          <p:cNvPr id="5" name="TextBox 4">
            <a:extLst>
              <a:ext uri="{FF2B5EF4-FFF2-40B4-BE49-F238E27FC236}">
                <a16:creationId xmlns:a16="http://schemas.microsoft.com/office/drawing/2014/main" id="{E8BCF3CB-EA2B-5AF9-42A3-C813606035C8}"/>
              </a:ext>
            </a:extLst>
          </p:cNvPr>
          <p:cNvSpPr txBox="1"/>
          <p:nvPr/>
        </p:nvSpPr>
        <p:spPr bwMode="gray">
          <a:xfrm>
            <a:off x="1524000" y="1695407"/>
            <a:ext cx="9144000" cy="3601808"/>
          </a:xfrm>
          <a:prstGeom prst="rect">
            <a:avLst/>
          </a:prstGeom>
        </p:spPr>
        <p:txBody>
          <a:bodyPr vert="horz" lIns="0" tIns="0" rIns="0" bIns="0" rtlCol="0">
            <a:normAutofit/>
          </a:bodyPr>
          <a:lstStyle/>
          <a:p>
            <a:pPr>
              <a:spcBef>
                <a:spcPts val="600"/>
              </a:spcBef>
            </a:pPr>
            <a:r>
              <a:rPr lang="en-US" b="1"/>
              <a:t>Links</a:t>
            </a:r>
            <a:endParaRPr lang="en-US"/>
          </a:p>
          <a:p>
            <a:pPr>
              <a:spcBef>
                <a:spcPts val="600"/>
              </a:spcBef>
            </a:pPr>
            <a:r>
              <a:rPr lang="en-US"/>
              <a:t>https://learn.microsoft.com/en-us/azure/machine-learning/</a:t>
            </a:r>
          </a:p>
          <a:p>
            <a:pPr>
              <a:spcBef>
                <a:spcPts val="600"/>
              </a:spcBef>
            </a:pPr>
            <a:r>
              <a:rPr lang="en-US"/>
              <a:t>https://arxiv.org/abs/1705.07874</a:t>
            </a:r>
          </a:p>
          <a:p>
            <a:pPr>
              <a:spcBef>
                <a:spcPts val="600"/>
              </a:spcBef>
            </a:pPr>
            <a:r>
              <a:rPr lang="en-US"/>
              <a:t>https://www.ncbi.nlm.nih.gov/pmc/articles/PMC/</a:t>
            </a:r>
          </a:p>
          <a:p>
            <a:pPr>
              <a:spcBef>
                <a:spcPts val="600"/>
              </a:spcBef>
            </a:pPr>
            <a:r>
              <a:rPr lang="en-US"/>
              <a:t>https://mlops.community/</a:t>
            </a:r>
          </a:p>
        </p:txBody>
      </p:sp>
    </p:spTree>
    <p:extLst>
      <p:ext uri="{BB962C8B-B14F-4D97-AF65-F5344CB8AC3E}">
        <p14:creationId xmlns:p14="http://schemas.microsoft.com/office/powerpoint/2010/main" val="1805937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5B27FB-6E1C-F1D2-578C-85B0C54C38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327573-117B-942C-5D64-F9A2D13C990B}"/>
              </a:ext>
            </a:extLst>
          </p:cNvPr>
          <p:cNvSpPr>
            <a:spLocks noGrp="1"/>
          </p:cNvSpPr>
          <p:nvPr>
            <p:ph type="title"/>
          </p:nvPr>
        </p:nvSpPr>
        <p:spPr>
          <a:xfrm>
            <a:off x="980982" y="236043"/>
            <a:ext cx="9601200" cy="415498"/>
          </a:xfrm>
        </p:spPr>
        <p:txBody>
          <a:bodyPr/>
          <a:lstStyle/>
          <a:p>
            <a:pPr algn="ctr">
              <a:spcBef>
                <a:spcPts val="600"/>
              </a:spcBef>
            </a:pPr>
            <a:r>
              <a:rPr lang="en-US" sz="3000" b="1"/>
              <a:t>Scoring Criteria </a:t>
            </a:r>
          </a:p>
        </p:txBody>
      </p:sp>
      <p:graphicFrame>
        <p:nvGraphicFramePr>
          <p:cNvPr id="2" name="Table 1">
            <a:extLst>
              <a:ext uri="{FF2B5EF4-FFF2-40B4-BE49-F238E27FC236}">
                <a16:creationId xmlns:a16="http://schemas.microsoft.com/office/drawing/2014/main" id="{D7983D72-268B-37F1-0596-E05A4773D3F0}"/>
              </a:ext>
            </a:extLst>
          </p:cNvPr>
          <p:cNvGraphicFramePr>
            <a:graphicFrameLocks noGrp="1"/>
          </p:cNvGraphicFramePr>
          <p:nvPr>
            <p:extLst>
              <p:ext uri="{D42A27DB-BD31-4B8C-83A1-F6EECF244321}">
                <p14:modId xmlns:p14="http://schemas.microsoft.com/office/powerpoint/2010/main" val="4100733192"/>
              </p:ext>
            </p:extLst>
          </p:nvPr>
        </p:nvGraphicFramePr>
        <p:xfrm>
          <a:off x="445732" y="806315"/>
          <a:ext cx="11039382" cy="5090160"/>
        </p:xfrm>
        <a:graphic>
          <a:graphicData uri="http://schemas.openxmlformats.org/drawingml/2006/table">
            <a:tbl>
              <a:tblPr firstRow="1" bandRow="1">
                <a:tableStyleId>{E8B1032C-EA38-4F05-BA0D-38AFFFC7BED3}</a:tableStyleId>
              </a:tblPr>
              <a:tblGrid>
                <a:gridCol w="8979242">
                  <a:extLst>
                    <a:ext uri="{9D8B030D-6E8A-4147-A177-3AD203B41FA5}">
                      <a16:colId xmlns:a16="http://schemas.microsoft.com/office/drawing/2014/main" val="1862121870"/>
                    </a:ext>
                  </a:extLst>
                </a:gridCol>
                <a:gridCol w="2060140">
                  <a:extLst>
                    <a:ext uri="{9D8B030D-6E8A-4147-A177-3AD203B41FA5}">
                      <a16:colId xmlns:a16="http://schemas.microsoft.com/office/drawing/2014/main" val="1780603398"/>
                    </a:ext>
                  </a:extLst>
                </a:gridCol>
              </a:tblGrid>
              <a:tr h="370840">
                <a:tc>
                  <a:txBody>
                    <a:bodyPr/>
                    <a:lstStyle/>
                    <a:p>
                      <a:r>
                        <a:rPr lang="en-US" sz="2200"/>
                        <a:t>Criteria</a:t>
                      </a:r>
                    </a:p>
                  </a:txBody>
                  <a:tcPr>
                    <a:solidFill>
                      <a:schemeClr val="bg1">
                        <a:lumMod val="85000"/>
                      </a:schemeClr>
                    </a:solidFill>
                  </a:tcPr>
                </a:tc>
                <a:tc>
                  <a:txBody>
                    <a:bodyPr/>
                    <a:lstStyle/>
                    <a:p>
                      <a:r>
                        <a:rPr lang="en-US" sz="2200"/>
                        <a:t>Weighted %</a:t>
                      </a:r>
                    </a:p>
                  </a:txBody>
                  <a:tcPr>
                    <a:solidFill>
                      <a:schemeClr val="bg1">
                        <a:lumMod val="85000"/>
                      </a:schemeClr>
                    </a:solidFill>
                  </a:tcPr>
                </a:tc>
                <a:extLst>
                  <a:ext uri="{0D108BD9-81ED-4DB2-BD59-A6C34878D82A}">
                    <a16:rowId xmlns:a16="http://schemas.microsoft.com/office/drawing/2014/main" val="3760351781"/>
                  </a:ext>
                </a:extLst>
              </a:tr>
              <a:tr h="370840">
                <a:tc>
                  <a:txBody>
                    <a:bodyPr/>
                    <a:lstStyle/>
                    <a:p>
                      <a:r>
                        <a:rPr lang="en-US" sz="1800" b="1"/>
                        <a:t>Creativity &amp; Uniqueness</a:t>
                      </a:r>
                    </a:p>
                    <a:p>
                      <a:r>
                        <a:rPr lang="en-US" sz="1800" b="0" i="0" kern="1200">
                          <a:solidFill>
                            <a:schemeClr val="tx1"/>
                          </a:solidFill>
                          <a:effectLst/>
                          <a:latin typeface="+mn-lt"/>
                          <a:ea typeface="+mn-ea"/>
                          <a:cs typeface="+mn-cs"/>
                        </a:rPr>
                        <a:t>How innovative and creative is the idea within the hackathon context? Has this been done before, or is this something new, original, novel?</a:t>
                      </a:r>
                      <a:endParaRPr lang="en-US" sz="1800"/>
                    </a:p>
                  </a:txBody>
                  <a:tcPr/>
                </a:tc>
                <a:tc>
                  <a:txBody>
                    <a:bodyPr/>
                    <a:lstStyle/>
                    <a:p>
                      <a:r>
                        <a:rPr lang="en-US" sz="1800"/>
                        <a:t>30</a:t>
                      </a:r>
                    </a:p>
                  </a:txBody>
                  <a:tcPr/>
                </a:tc>
                <a:extLst>
                  <a:ext uri="{0D108BD9-81ED-4DB2-BD59-A6C34878D82A}">
                    <a16:rowId xmlns:a16="http://schemas.microsoft.com/office/drawing/2014/main" val="3204513739"/>
                  </a:ext>
                </a:extLst>
              </a:tr>
              <a:tr h="370840">
                <a:tc>
                  <a:txBody>
                    <a:bodyPr/>
                    <a:lstStyle/>
                    <a:p>
                      <a:r>
                        <a:rPr lang="en-US" sz="1800" b="1" i="0" kern="1200">
                          <a:solidFill>
                            <a:schemeClr val="tx1"/>
                          </a:solidFill>
                          <a:effectLst/>
                          <a:latin typeface="+mn-lt"/>
                          <a:ea typeface="+mn-ea"/>
                          <a:cs typeface="+mn-cs"/>
                        </a:rPr>
                        <a:t>AI Delivery</a:t>
                      </a:r>
                    </a:p>
                    <a:p>
                      <a:r>
                        <a:rPr lang="en-US" sz="1800" b="0" i="0" kern="1200">
                          <a:solidFill>
                            <a:schemeClr val="tx1"/>
                          </a:solidFill>
                          <a:effectLst/>
                          <a:latin typeface="+mn-lt"/>
                          <a:ea typeface="+mn-ea"/>
                          <a:cs typeface="+mn-cs"/>
                        </a:rPr>
                        <a:t>To what degree was AI leveraged in the solution?</a:t>
                      </a:r>
                      <a:endParaRPr lang="en-US" sz="1800"/>
                    </a:p>
                  </a:txBody>
                  <a:tcPr/>
                </a:tc>
                <a:tc>
                  <a:txBody>
                    <a:bodyPr/>
                    <a:lstStyle/>
                    <a:p>
                      <a:r>
                        <a:rPr lang="en-US" sz="1800"/>
                        <a:t>20</a:t>
                      </a:r>
                    </a:p>
                  </a:txBody>
                  <a:tcPr/>
                </a:tc>
                <a:extLst>
                  <a:ext uri="{0D108BD9-81ED-4DB2-BD59-A6C34878D82A}">
                    <a16:rowId xmlns:a16="http://schemas.microsoft.com/office/drawing/2014/main" val="3164984943"/>
                  </a:ext>
                </a:extLst>
              </a:tr>
              <a:tr h="370840">
                <a:tc>
                  <a:txBody>
                    <a:bodyPr/>
                    <a:lstStyle/>
                    <a:p>
                      <a:r>
                        <a:rPr lang="en-US" sz="1800" b="1"/>
                        <a:t>Business Case &amp; Value</a:t>
                      </a:r>
                    </a:p>
                    <a:p>
                      <a:r>
                        <a:rPr lang="en-US" sz="1800"/>
                        <a:t>Is there a business value? How strong is the business case?</a:t>
                      </a:r>
                    </a:p>
                  </a:txBody>
                  <a:tcPr/>
                </a:tc>
                <a:tc>
                  <a:txBody>
                    <a:bodyPr/>
                    <a:lstStyle/>
                    <a:p>
                      <a:r>
                        <a:rPr lang="en-US" sz="1800"/>
                        <a:t>15</a:t>
                      </a:r>
                    </a:p>
                  </a:txBody>
                  <a:tcPr/>
                </a:tc>
                <a:extLst>
                  <a:ext uri="{0D108BD9-81ED-4DB2-BD59-A6C34878D82A}">
                    <a16:rowId xmlns:a16="http://schemas.microsoft.com/office/drawing/2014/main" val="1152150004"/>
                  </a:ext>
                </a:extLst>
              </a:tr>
              <a:tr h="370840">
                <a:tc>
                  <a:txBody>
                    <a:bodyPr/>
                    <a:lstStyle/>
                    <a:p>
                      <a:r>
                        <a:rPr lang="en-US" sz="1800" b="1" i="0" kern="1200">
                          <a:solidFill>
                            <a:schemeClr val="tx1"/>
                          </a:solidFill>
                          <a:effectLst/>
                          <a:latin typeface="+mn-lt"/>
                          <a:ea typeface="+mn-ea"/>
                          <a:cs typeface="+mn-cs"/>
                        </a:rPr>
                        <a:t>Vision &amp; Goals</a:t>
                      </a:r>
                    </a:p>
                    <a:p>
                      <a:r>
                        <a:rPr lang="en-US" sz="1800" b="0" i="0" kern="1200">
                          <a:solidFill>
                            <a:schemeClr val="tx1"/>
                          </a:solidFill>
                          <a:effectLst/>
                          <a:latin typeface="+mn-lt"/>
                          <a:ea typeface="+mn-ea"/>
                          <a:cs typeface="+mn-cs"/>
                        </a:rPr>
                        <a:t>Does the idea fit into the strategic vision of organization? How well does it align and support with the C&amp;S goals?</a:t>
                      </a:r>
                      <a:endParaRPr lang="en-US" sz="1800"/>
                    </a:p>
                  </a:txBody>
                  <a:tcPr/>
                </a:tc>
                <a:tc>
                  <a:txBody>
                    <a:bodyPr/>
                    <a:lstStyle/>
                    <a:p>
                      <a:r>
                        <a:rPr lang="en-US" sz="1800"/>
                        <a:t>15</a:t>
                      </a:r>
                    </a:p>
                  </a:txBody>
                  <a:tcPr/>
                </a:tc>
                <a:extLst>
                  <a:ext uri="{0D108BD9-81ED-4DB2-BD59-A6C34878D82A}">
                    <a16:rowId xmlns:a16="http://schemas.microsoft.com/office/drawing/2014/main" val="3771670380"/>
                  </a:ext>
                </a:extLst>
              </a:tr>
              <a:tr h="370840">
                <a:tc>
                  <a:txBody>
                    <a:bodyPr/>
                    <a:lstStyle/>
                    <a:p>
                      <a:r>
                        <a:rPr lang="en-US" sz="1800" b="1" i="0" kern="1200">
                          <a:solidFill>
                            <a:schemeClr val="tx1"/>
                          </a:solidFill>
                          <a:effectLst/>
                          <a:latin typeface="+mn-lt"/>
                          <a:ea typeface="+mn-ea"/>
                          <a:cs typeface="+mn-cs"/>
                        </a:rPr>
                        <a:t>Scalability &amp; Reusability</a:t>
                      </a:r>
                    </a:p>
                    <a:p>
                      <a:r>
                        <a:rPr lang="en-US" sz="1800" b="0" i="0" kern="1200">
                          <a:solidFill>
                            <a:schemeClr val="tx1"/>
                          </a:solidFill>
                          <a:effectLst/>
                          <a:latin typeface="+mn-lt"/>
                          <a:ea typeface="+mn-ea"/>
                          <a:cs typeface="+mn-cs"/>
                        </a:rPr>
                        <a:t>Can it be implemented at scale? Does the idea have viability to expand outside of current use case? Provide clarity around how the solution can evolve to the next level. </a:t>
                      </a:r>
                      <a:endParaRPr lang="en-US" sz="1800"/>
                    </a:p>
                  </a:txBody>
                  <a:tcPr/>
                </a:tc>
                <a:tc>
                  <a:txBody>
                    <a:bodyPr/>
                    <a:lstStyle/>
                    <a:p>
                      <a:r>
                        <a:rPr lang="en-US" sz="1800"/>
                        <a:t>10</a:t>
                      </a:r>
                    </a:p>
                  </a:txBody>
                  <a:tcPr/>
                </a:tc>
                <a:extLst>
                  <a:ext uri="{0D108BD9-81ED-4DB2-BD59-A6C34878D82A}">
                    <a16:rowId xmlns:a16="http://schemas.microsoft.com/office/drawing/2014/main" val="920924371"/>
                  </a:ext>
                </a:extLst>
              </a:tr>
              <a:tr h="370840">
                <a:tc>
                  <a:txBody>
                    <a:bodyPr/>
                    <a:lstStyle/>
                    <a:p>
                      <a:r>
                        <a:rPr lang="en-US" sz="1800" b="1" i="0" kern="1200">
                          <a:solidFill>
                            <a:schemeClr val="tx1"/>
                          </a:solidFill>
                          <a:effectLst/>
                          <a:latin typeface="+mn-lt"/>
                          <a:ea typeface="+mn-ea"/>
                          <a:cs typeface="+mn-cs"/>
                        </a:rPr>
                        <a:t>Completeness</a:t>
                      </a:r>
                    </a:p>
                    <a:p>
                      <a:r>
                        <a:rPr lang="en-US" sz="1800" b="0" i="0" kern="1200">
                          <a:solidFill>
                            <a:schemeClr val="tx1"/>
                          </a:solidFill>
                          <a:effectLst/>
                          <a:latin typeface="+mn-lt"/>
                          <a:ea typeface="+mn-ea"/>
                          <a:cs typeface="+mn-cs"/>
                        </a:rPr>
                        <a:t>How complete is the idea?</a:t>
                      </a:r>
                      <a:endParaRPr lang="en-US" sz="1800"/>
                    </a:p>
                  </a:txBody>
                  <a:tcPr/>
                </a:tc>
                <a:tc>
                  <a:txBody>
                    <a:bodyPr/>
                    <a:lstStyle/>
                    <a:p>
                      <a:r>
                        <a:rPr lang="en-US" sz="1800"/>
                        <a:t>10</a:t>
                      </a:r>
                    </a:p>
                  </a:txBody>
                  <a:tcPr/>
                </a:tc>
                <a:extLst>
                  <a:ext uri="{0D108BD9-81ED-4DB2-BD59-A6C34878D82A}">
                    <a16:rowId xmlns:a16="http://schemas.microsoft.com/office/drawing/2014/main" val="2915363100"/>
                  </a:ext>
                </a:extLst>
              </a:tr>
            </a:tbl>
          </a:graphicData>
        </a:graphic>
      </p:graphicFrame>
    </p:spTree>
    <p:extLst>
      <p:ext uri="{BB962C8B-B14F-4D97-AF65-F5344CB8AC3E}">
        <p14:creationId xmlns:p14="http://schemas.microsoft.com/office/powerpoint/2010/main" val="206116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9C13B639-00B0-4C4A-8B21-DC1EAB681EC9}"/>
              </a:ext>
            </a:extLst>
          </p:cNvPr>
          <p:cNvSpPr txBox="1"/>
          <p:nvPr/>
        </p:nvSpPr>
        <p:spPr bwMode="gray">
          <a:xfrm>
            <a:off x="1338526" y="1827579"/>
            <a:ext cx="1290373"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Affordability</a:t>
            </a:r>
          </a:p>
        </p:txBody>
      </p:sp>
      <p:sp>
        <p:nvSpPr>
          <p:cNvPr id="21" name="TextBox 20">
            <a:extLst>
              <a:ext uri="{FF2B5EF4-FFF2-40B4-BE49-F238E27FC236}">
                <a16:creationId xmlns:a16="http://schemas.microsoft.com/office/drawing/2014/main" id="{5B8B74B6-8853-46AD-8A15-C9638A03D55B}"/>
              </a:ext>
            </a:extLst>
          </p:cNvPr>
          <p:cNvSpPr txBox="1"/>
          <p:nvPr/>
        </p:nvSpPr>
        <p:spPr bwMode="gray">
          <a:xfrm>
            <a:off x="553519" y="2469066"/>
            <a:ext cx="2398297" cy="43088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$500 million in affordability rate savings</a:t>
            </a:r>
            <a:endParaRPr kumimoji="0" lang="en-US" sz="1400" b="1" i="0" u="none" strike="noStrike" kern="1200" cap="none" spc="0" normalizeH="0" baseline="0" noProof="0">
              <a:ln>
                <a:noFill/>
              </a:ln>
              <a:solidFill>
                <a:srgbClr val="4B4D4F"/>
              </a:solidFill>
              <a:effectLst/>
              <a:uLnTx/>
              <a:uFillTx/>
              <a:latin typeface="Arial" panose="020B0604020202020204"/>
              <a:ea typeface="+mn-ea"/>
              <a:cs typeface="+mn-cs"/>
            </a:endParaRPr>
          </a:p>
        </p:txBody>
      </p:sp>
      <p:pic>
        <p:nvPicPr>
          <p:cNvPr id="57" name="Picture 56">
            <a:extLst>
              <a:ext uri="{FF2B5EF4-FFF2-40B4-BE49-F238E27FC236}">
                <a16:creationId xmlns:a16="http://schemas.microsoft.com/office/drawing/2014/main" id="{DC50CD84-B548-49A0-B443-ACBE0221F17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3420499" y="1738222"/>
            <a:ext cx="609601" cy="609601"/>
          </a:xfrm>
          <a:prstGeom prst="rect">
            <a:avLst/>
          </a:prstGeom>
        </p:spPr>
      </p:pic>
      <p:sp>
        <p:nvSpPr>
          <p:cNvPr id="50" name="TextBox 49">
            <a:extLst>
              <a:ext uri="{FF2B5EF4-FFF2-40B4-BE49-F238E27FC236}">
                <a16:creationId xmlns:a16="http://schemas.microsoft.com/office/drawing/2014/main" id="{B32C2151-FDD8-42C7-8260-F0AB75B3BAB6}"/>
              </a:ext>
            </a:extLst>
          </p:cNvPr>
          <p:cNvSpPr txBox="1"/>
          <p:nvPr/>
        </p:nvSpPr>
        <p:spPr bwMode="gray">
          <a:xfrm>
            <a:off x="4205506" y="1827579"/>
            <a:ext cx="1452343"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Productivity</a:t>
            </a:r>
          </a:p>
        </p:txBody>
      </p:sp>
      <p:sp>
        <p:nvSpPr>
          <p:cNvPr id="49" name="TextBox 48">
            <a:extLst>
              <a:ext uri="{FF2B5EF4-FFF2-40B4-BE49-F238E27FC236}">
                <a16:creationId xmlns:a16="http://schemas.microsoft.com/office/drawing/2014/main" id="{A7D370FA-C108-4BE9-9A5A-941CA7BF2EC3}"/>
              </a:ext>
            </a:extLst>
          </p:cNvPr>
          <p:cNvSpPr txBox="1"/>
          <p:nvPr/>
        </p:nvSpPr>
        <p:spPr bwMode="gray">
          <a:xfrm>
            <a:off x="3420499" y="2469066"/>
            <a:ext cx="2398297" cy="43088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$150 million in productivity savings</a:t>
            </a:r>
            <a:endParaRPr kumimoji="0" lang="en-US" sz="1400" b="1" i="0" u="none" strike="noStrike" kern="1200" cap="none" spc="0" normalizeH="0" baseline="0" noProof="0">
              <a:ln>
                <a:noFill/>
              </a:ln>
              <a:solidFill>
                <a:srgbClr val="4B4D4F"/>
              </a:solidFill>
              <a:effectLst/>
              <a:uLnTx/>
              <a:uFillTx/>
              <a:latin typeface="Arial" panose="020B0604020202020204"/>
              <a:ea typeface="+mn-ea"/>
              <a:cs typeface="+mn-cs"/>
            </a:endParaRPr>
          </a:p>
        </p:txBody>
      </p:sp>
      <p:sp>
        <p:nvSpPr>
          <p:cNvPr id="47" name="TextBox 46">
            <a:extLst>
              <a:ext uri="{FF2B5EF4-FFF2-40B4-BE49-F238E27FC236}">
                <a16:creationId xmlns:a16="http://schemas.microsoft.com/office/drawing/2014/main" id="{F936EB98-D563-4579-A408-092AF9F5BB7B}"/>
              </a:ext>
            </a:extLst>
          </p:cNvPr>
          <p:cNvSpPr txBox="1"/>
          <p:nvPr/>
        </p:nvSpPr>
        <p:spPr bwMode="gray">
          <a:xfrm>
            <a:off x="7158212" y="1827579"/>
            <a:ext cx="1171620"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Growth</a:t>
            </a:r>
          </a:p>
        </p:txBody>
      </p:sp>
      <p:sp>
        <p:nvSpPr>
          <p:cNvPr id="46" name="TextBox 45">
            <a:extLst>
              <a:ext uri="{FF2B5EF4-FFF2-40B4-BE49-F238E27FC236}">
                <a16:creationId xmlns:a16="http://schemas.microsoft.com/office/drawing/2014/main" id="{394B99F0-101E-4538-9859-25E017166CC1}"/>
              </a:ext>
            </a:extLst>
          </p:cNvPr>
          <p:cNvSpPr txBox="1"/>
          <p:nvPr/>
        </p:nvSpPr>
        <p:spPr bwMode="gray">
          <a:xfrm>
            <a:off x="6373204" y="2469066"/>
            <a:ext cx="2398297" cy="43088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Win all RFPs, all markets, all products</a:t>
            </a:r>
          </a:p>
        </p:txBody>
      </p:sp>
      <p:pic>
        <p:nvPicPr>
          <p:cNvPr id="59" name="Picture 58">
            <a:extLst>
              <a:ext uri="{FF2B5EF4-FFF2-40B4-BE49-F238E27FC236}">
                <a16:creationId xmlns:a16="http://schemas.microsoft.com/office/drawing/2014/main" id="{2902AD7B-D712-4A1D-949B-362AFB2134E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325908" y="1681430"/>
            <a:ext cx="609601" cy="609601"/>
          </a:xfrm>
          <a:prstGeom prst="rect">
            <a:avLst/>
          </a:prstGeom>
        </p:spPr>
      </p:pic>
      <p:sp>
        <p:nvSpPr>
          <p:cNvPr id="44" name="TextBox 43">
            <a:extLst>
              <a:ext uri="{FF2B5EF4-FFF2-40B4-BE49-F238E27FC236}">
                <a16:creationId xmlns:a16="http://schemas.microsoft.com/office/drawing/2014/main" id="{F7B008F7-F857-4F20-8007-C2A9954F928F}"/>
              </a:ext>
            </a:extLst>
          </p:cNvPr>
          <p:cNvSpPr txBox="1"/>
          <p:nvPr/>
        </p:nvSpPr>
        <p:spPr bwMode="gray">
          <a:xfrm>
            <a:off x="10110917" y="1827579"/>
            <a:ext cx="1171620"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Experience</a:t>
            </a:r>
          </a:p>
        </p:txBody>
      </p:sp>
      <p:sp>
        <p:nvSpPr>
          <p:cNvPr id="43" name="TextBox 42">
            <a:extLst>
              <a:ext uri="{FF2B5EF4-FFF2-40B4-BE49-F238E27FC236}">
                <a16:creationId xmlns:a16="http://schemas.microsoft.com/office/drawing/2014/main" id="{3E3784E5-1C92-481D-806B-5F4B3C7BF85A}"/>
              </a:ext>
            </a:extLst>
          </p:cNvPr>
          <p:cNvSpPr txBox="1"/>
          <p:nvPr/>
        </p:nvSpPr>
        <p:spPr bwMode="gray">
          <a:xfrm>
            <a:off x="9325909" y="2469066"/>
            <a:ext cx="2398297" cy="938719"/>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Create member experience across all interactions: digital, clinical, text, chat</a:t>
            </a:r>
          </a:p>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a:t>
            </a:r>
            <a:endParaRPr kumimoji="0" lang="en-US" sz="1400" b="1" i="0" u="none" strike="noStrike" kern="1200" cap="none" spc="0" normalizeH="0" baseline="0" noProof="0">
              <a:ln>
                <a:noFill/>
              </a:ln>
              <a:solidFill>
                <a:srgbClr val="4B4D4F"/>
              </a:solidFill>
              <a:effectLst/>
              <a:uLnTx/>
              <a:uFillTx/>
              <a:latin typeface="Arial" panose="020B0604020202020204"/>
              <a:ea typeface="+mn-ea"/>
              <a:cs typeface="+mn-cs"/>
            </a:endParaRPr>
          </a:p>
        </p:txBody>
      </p:sp>
      <p:sp>
        <p:nvSpPr>
          <p:cNvPr id="34" name="TextBox 33">
            <a:extLst>
              <a:ext uri="{FF2B5EF4-FFF2-40B4-BE49-F238E27FC236}">
                <a16:creationId xmlns:a16="http://schemas.microsoft.com/office/drawing/2014/main" id="{C471712A-5967-4EAD-BEAE-BFEF658F1F89}"/>
              </a:ext>
            </a:extLst>
          </p:cNvPr>
          <p:cNvSpPr txBox="1"/>
          <p:nvPr/>
        </p:nvSpPr>
        <p:spPr bwMode="gray">
          <a:xfrm>
            <a:off x="625817" y="1306780"/>
            <a:ext cx="2271108" cy="30777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2000" b="1" i="0" u="none" strike="noStrike" kern="1200" cap="none" spc="0" normalizeH="0" baseline="0" noProof="0">
                <a:ln>
                  <a:noFill/>
                </a:ln>
                <a:solidFill>
                  <a:srgbClr val="002677"/>
                </a:solidFill>
                <a:effectLst/>
                <a:uLnTx/>
                <a:uFillTx/>
                <a:latin typeface="Arial" panose="020B0604020202020204"/>
                <a:ea typeface="+mn-ea"/>
                <a:cs typeface="+mn-cs"/>
              </a:rPr>
              <a:t>Goals</a:t>
            </a:r>
          </a:p>
        </p:txBody>
      </p:sp>
      <p:cxnSp>
        <p:nvCxnSpPr>
          <p:cNvPr id="31" name="Straight Connector 30">
            <a:extLst>
              <a:ext uri="{FF2B5EF4-FFF2-40B4-BE49-F238E27FC236}">
                <a16:creationId xmlns:a16="http://schemas.microsoft.com/office/drawing/2014/main" id="{86A1CA8C-870F-418C-883A-762C73DFD473}"/>
              </a:ext>
            </a:extLst>
          </p:cNvPr>
          <p:cNvCxnSpPr>
            <a:cxnSpLocks/>
          </p:cNvCxnSpPr>
          <p:nvPr/>
        </p:nvCxnSpPr>
        <p:spPr bwMode="gray">
          <a:xfrm>
            <a:off x="609599" y="1683909"/>
            <a:ext cx="11274426"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E3392A7-302D-4F75-85B5-6DF504F7CBDF}"/>
              </a:ext>
            </a:extLst>
          </p:cNvPr>
          <p:cNvSpPr txBox="1"/>
          <p:nvPr/>
        </p:nvSpPr>
        <p:spPr bwMode="gray">
          <a:xfrm>
            <a:off x="553519" y="4981984"/>
            <a:ext cx="2398297" cy="43088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Cost improvement &amp; easy access to healthcare</a:t>
            </a:r>
            <a:endParaRPr kumimoji="0" lang="en-US" sz="1400" b="1" i="0" u="none" strike="noStrike" kern="1200" cap="none" spc="0" normalizeH="0" baseline="0" noProof="0">
              <a:ln>
                <a:noFill/>
              </a:ln>
              <a:solidFill>
                <a:srgbClr val="4B4D4F"/>
              </a:solidFill>
              <a:effectLst/>
              <a:uLnTx/>
              <a:uFillTx/>
              <a:latin typeface="Arial" panose="020B0604020202020204"/>
              <a:ea typeface="+mn-ea"/>
              <a:cs typeface="+mn-cs"/>
            </a:endParaRPr>
          </a:p>
        </p:txBody>
      </p:sp>
      <p:sp>
        <p:nvSpPr>
          <p:cNvPr id="55" name="TextBox 54">
            <a:extLst>
              <a:ext uri="{FF2B5EF4-FFF2-40B4-BE49-F238E27FC236}">
                <a16:creationId xmlns:a16="http://schemas.microsoft.com/office/drawing/2014/main" id="{7B8E3D9B-DC15-4615-9A38-384BB603E3EE}"/>
              </a:ext>
            </a:extLst>
          </p:cNvPr>
          <p:cNvSpPr txBox="1"/>
          <p:nvPr/>
        </p:nvSpPr>
        <p:spPr bwMode="gray">
          <a:xfrm>
            <a:off x="3420499" y="4981984"/>
            <a:ext cx="2398297" cy="64633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Innovative approaches to automate processes &amp; maximize technology reuse</a:t>
            </a:r>
            <a:endParaRPr kumimoji="0" lang="en-US" sz="1400" b="1" i="0" u="none" strike="noStrike" kern="1200" cap="none" spc="0" normalizeH="0" baseline="0" noProof="0">
              <a:ln>
                <a:noFill/>
              </a:ln>
              <a:solidFill>
                <a:srgbClr val="4B4D4F"/>
              </a:solidFill>
              <a:effectLst/>
              <a:uLnTx/>
              <a:uFillTx/>
              <a:latin typeface="Arial" panose="020B0604020202020204"/>
              <a:ea typeface="+mn-ea"/>
              <a:cs typeface="+mn-cs"/>
            </a:endParaRPr>
          </a:p>
        </p:txBody>
      </p:sp>
      <p:sp>
        <p:nvSpPr>
          <p:cNvPr id="54" name="TextBox 53">
            <a:extLst>
              <a:ext uri="{FF2B5EF4-FFF2-40B4-BE49-F238E27FC236}">
                <a16:creationId xmlns:a16="http://schemas.microsoft.com/office/drawing/2014/main" id="{5976DBC9-92D2-434A-8059-F843EADCBA2F}"/>
              </a:ext>
            </a:extLst>
          </p:cNvPr>
          <p:cNvSpPr txBox="1"/>
          <p:nvPr/>
        </p:nvSpPr>
        <p:spPr bwMode="gray">
          <a:xfrm>
            <a:off x="6373204" y="4981984"/>
            <a:ext cx="2398297" cy="43088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AI-powered solutions to drive growth</a:t>
            </a:r>
          </a:p>
        </p:txBody>
      </p:sp>
      <p:sp>
        <p:nvSpPr>
          <p:cNvPr id="53" name="TextBox 52">
            <a:extLst>
              <a:ext uri="{FF2B5EF4-FFF2-40B4-BE49-F238E27FC236}">
                <a16:creationId xmlns:a16="http://schemas.microsoft.com/office/drawing/2014/main" id="{CA5FFF9D-C6D4-4C6F-8482-2B12E288C0D7}"/>
              </a:ext>
            </a:extLst>
          </p:cNvPr>
          <p:cNvSpPr txBox="1"/>
          <p:nvPr/>
        </p:nvSpPr>
        <p:spPr bwMode="gray">
          <a:xfrm>
            <a:off x="9325909" y="4981984"/>
            <a:ext cx="2398297" cy="43088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400" b="0" i="0" u="none" strike="noStrike" kern="1200" cap="none" spc="0" normalizeH="0" baseline="0" noProof="0">
                <a:ln>
                  <a:noFill/>
                </a:ln>
                <a:solidFill>
                  <a:srgbClr val="4B4D4F"/>
                </a:solidFill>
                <a:effectLst/>
                <a:uLnTx/>
                <a:uFillTx/>
                <a:latin typeface="Arial" panose="020B0604020202020204"/>
                <a:ea typeface="+mn-ea"/>
                <a:cs typeface="+mn-cs"/>
              </a:rPr>
              <a:t>Improve health outcomes via a fulfilling member experience</a:t>
            </a:r>
            <a:endParaRPr kumimoji="0" lang="en-US" sz="1400" b="1" i="0" u="none" strike="noStrike" kern="1200" cap="none" spc="0" normalizeH="0" baseline="0" noProof="0">
              <a:ln>
                <a:noFill/>
              </a:ln>
              <a:solidFill>
                <a:srgbClr val="4B4D4F"/>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A57DC984-C09C-82CC-4663-9D9F242C4D66}"/>
              </a:ext>
            </a:extLst>
          </p:cNvPr>
          <p:cNvSpPr txBox="1">
            <a:spLocks/>
          </p:cNvSpPr>
          <p:nvPr/>
        </p:nvSpPr>
        <p:spPr bwMode="gray">
          <a:xfrm>
            <a:off x="658845" y="356591"/>
            <a:ext cx="9601200" cy="7201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200" b="1" kern="1200">
                <a:solidFill>
                  <a:schemeClr val="accent6"/>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000" b="1" i="0" u="none" strike="noStrike" kern="1200" cap="none" spc="0" normalizeH="0" baseline="0" noProof="0">
                <a:ln>
                  <a:noFill/>
                </a:ln>
                <a:solidFill>
                  <a:srgbClr val="002677"/>
                </a:solidFill>
                <a:effectLst/>
                <a:uLnTx/>
                <a:uFillTx/>
                <a:latin typeface="Arial" panose="020B0604020202020204"/>
                <a:ea typeface="+mj-ea"/>
                <a:cs typeface="+mj-cs"/>
              </a:rPr>
              <a:t>C&amp;S Goals &amp; Hackathon Themes</a:t>
            </a:r>
            <a:br>
              <a:rPr kumimoji="0" lang="en-US" sz="3200" b="1" i="0" u="none" strike="noStrike" kern="1200" cap="none" spc="0" normalizeH="0" baseline="0" noProof="0">
                <a:ln>
                  <a:noFill/>
                </a:ln>
                <a:solidFill>
                  <a:srgbClr val="002677"/>
                </a:solidFill>
                <a:effectLst/>
                <a:uLnTx/>
                <a:uFillTx/>
                <a:latin typeface="Arial" panose="020B0604020202020204"/>
                <a:ea typeface="+mj-ea"/>
                <a:cs typeface="+mj-cs"/>
              </a:rPr>
            </a:br>
            <a:endParaRPr kumimoji="0" lang="en-US" sz="2200" b="1" i="0" u="none" strike="noStrike" kern="1200" cap="none" spc="0" normalizeH="0" baseline="0" noProof="0">
              <a:ln>
                <a:noFill/>
              </a:ln>
              <a:solidFill>
                <a:srgbClr val="002677"/>
              </a:solidFill>
              <a:effectLst/>
              <a:uLnTx/>
              <a:uFillTx/>
              <a:latin typeface="Arial" panose="020B0604020202020204"/>
              <a:ea typeface="+mj-ea"/>
              <a:cs typeface="+mj-cs"/>
            </a:endParaRPr>
          </a:p>
        </p:txBody>
      </p:sp>
      <p:sp>
        <p:nvSpPr>
          <p:cNvPr id="6" name="TextBox 5">
            <a:extLst>
              <a:ext uri="{FF2B5EF4-FFF2-40B4-BE49-F238E27FC236}">
                <a16:creationId xmlns:a16="http://schemas.microsoft.com/office/drawing/2014/main" id="{36D91B9B-37A1-13FF-7188-63BAF204A24E}"/>
              </a:ext>
            </a:extLst>
          </p:cNvPr>
          <p:cNvSpPr txBox="1"/>
          <p:nvPr/>
        </p:nvSpPr>
        <p:spPr bwMode="gray">
          <a:xfrm>
            <a:off x="609599" y="4001805"/>
            <a:ext cx="2271108" cy="30777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2000" b="1" i="0" u="none" strike="noStrike" kern="1200" cap="none" spc="0" normalizeH="0" baseline="0" noProof="0">
                <a:ln>
                  <a:noFill/>
                </a:ln>
                <a:solidFill>
                  <a:srgbClr val="002677"/>
                </a:solidFill>
                <a:effectLst/>
                <a:uLnTx/>
                <a:uFillTx/>
                <a:latin typeface="Arial" panose="020B0604020202020204"/>
                <a:ea typeface="+mn-ea"/>
                <a:cs typeface="+mn-cs"/>
              </a:rPr>
              <a:t>Themes</a:t>
            </a:r>
          </a:p>
        </p:txBody>
      </p:sp>
      <p:cxnSp>
        <p:nvCxnSpPr>
          <p:cNvPr id="7" name="Straight Connector 6">
            <a:extLst>
              <a:ext uri="{FF2B5EF4-FFF2-40B4-BE49-F238E27FC236}">
                <a16:creationId xmlns:a16="http://schemas.microsoft.com/office/drawing/2014/main" id="{4DC22D60-E05F-FF82-ACA1-0E7947657E88}"/>
              </a:ext>
            </a:extLst>
          </p:cNvPr>
          <p:cNvCxnSpPr>
            <a:cxnSpLocks/>
          </p:cNvCxnSpPr>
          <p:nvPr/>
        </p:nvCxnSpPr>
        <p:spPr bwMode="gray">
          <a:xfrm>
            <a:off x="609599" y="4339210"/>
            <a:ext cx="11274426"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6A6469B7-CB02-5CB5-DDE7-080B6C0D488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gray">
          <a:xfrm>
            <a:off x="553519" y="4373389"/>
            <a:ext cx="609601" cy="609601"/>
          </a:xfrm>
          <a:prstGeom prst="rect">
            <a:avLst/>
          </a:prstGeom>
        </p:spPr>
      </p:pic>
      <p:sp>
        <p:nvSpPr>
          <p:cNvPr id="9" name="TextBox 8">
            <a:extLst>
              <a:ext uri="{FF2B5EF4-FFF2-40B4-BE49-F238E27FC236}">
                <a16:creationId xmlns:a16="http://schemas.microsoft.com/office/drawing/2014/main" id="{C8668E36-DAF5-D603-B94E-731AE46F6C4B}"/>
              </a:ext>
            </a:extLst>
          </p:cNvPr>
          <p:cNvSpPr txBox="1"/>
          <p:nvPr/>
        </p:nvSpPr>
        <p:spPr bwMode="gray">
          <a:xfrm>
            <a:off x="1338527" y="4510371"/>
            <a:ext cx="1171620"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Cost</a:t>
            </a:r>
          </a:p>
        </p:txBody>
      </p:sp>
      <p:sp>
        <p:nvSpPr>
          <p:cNvPr id="11" name="TextBox 10">
            <a:extLst>
              <a:ext uri="{FF2B5EF4-FFF2-40B4-BE49-F238E27FC236}">
                <a16:creationId xmlns:a16="http://schemas.microsoft.com/office/drawing/2014/main" id="{421B37D0-F94C-131E-48ED-4C5FF1AAAF21}"/>
              </a:ext>
            </a:extLst>
          </p:cNvPr>
          <p:cNvSpPr txBox="1"/>
          <p:nvPr/>
        </p:nvSpPr>
        <p:spPr bwMode="gray">
          <a:xfrm>
            <a:off x="4205507" y="4510371"/>
            <a:ext cx="1171620"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Efficiency</a:t>
            </a:r>
          </a:p>
        </p:txBody>
      </p:sp>
      <p:sp>
        <p:nvSpPr>
          <p:cNvPr id="13" name="TextBox 12">
            <a:extLst>
              <a:ext uri="{FF2B5EF4-FFF2-40B4-BE49-F238E27FC236}">
                <a16:creationId xmlns:a16="http://schemas.microsoft.com/office/drawing/2014/main" id="{3E6C1764-D49A-ADAB-F92F-BA050089F9A5}"/>
              </a:ext>
            </a:extLst>
          </p:cNvPr>
          <p:cNvSpPr txBox="1"/>
          <p:nvPr/>
        </p:nvSpPr>
        <p:spPr bwMode="gray">
          <a:xfrm>
            <a:off x="7158212" y="4510371"/>
            <a:ext cx="1171620"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AI</a:t>
            </a:r>
          </a:p>
        </p:txBody>
      </p:sp>
      <p:sp>
        <p:nvSpPr>
          <p:cNvPr id="15" name="TextBox 14">
            <a:extLst>
              <a:ext uri="{FF2B5EF4-FFF2-40B4-BE49-F238E27FC236}">
                <a16:creationId xmlns:a16="http://schemas.microsoft.com/office/drawing/2014/main" id="{8CE78692-51F7-0511-6862-B75EFEAC506D}"/>
              </a:ext>
            </a:extLst>
          </p:cNvPr>
          <p:cNvSpPr txBox="1"/>
          <p:nvPr/>
        </p:nvSpPr>
        <p:spPr bwMode="gray">
          <a:xfrm>
            <a:off x="10110917" y="4510371"/>
            <a:ext cx="1171620"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4B4D4F"/>
              </a:buClr>
              <a:buSzTx/>
              <a:buFontTx/>
              <a:buNone/>
              <a:tabLst/>
              <a:defRPr/>
            </a:pPr>
            <a:r>
              <a:rPr kumimoji="0" lang="en-US" sz="1600" b="1" i="0" u="none" strike="noStrike" kern="1200" cap="none" spc="0" normalizeH="0" baseline="0" noProof="0">
                <a:ln>
                  <a:noFill/>
                </a:ln>
                <a:solidFill>
                  <a:srgbClr val="002677"/>
                </a:solidFill>
                <a:effectLst/>
                <a:uLnTx/>
                <a:uFillTx/>
                <a:latin typeface="Arial" panose="020B0604020202020204"/>
                <a:ea typeface="+mn-ea"/>
                <a:cs typeface="+mn-cs"/>
              </a:rPr>
              <a:t>Health</a:t>
            </a:r>
          </a:p>
        </p:txBody>
      </p:sp>
      <p:pic>
        <p:nvPicPr>
          <p:cNvPr id="16" name="Picture 15">
            <a:extLst>
              <a:ext uri="{FF2B5EF4-FFF2-40B4-BE49-F238E27FC236}">
                <a16:creationId xmlns:a16="http://schemas.microsoft.com/office/drawing/2014/main" id="{147CE8E5-5016-4704-EC2D-9F0959F03FA4}"/>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bwMode="gray">
          <a:xfrm>
            <a:off x="6403684" y="1768702"/>
            <a:ext cx="548640" cy="548640"/>
          </a:xfrm>
          <a:prstGeom prst="rect">
            <a:avLst/>
          </a:prstGeom>
        </p:spPr>
      </p:pic>
      <p:pic>
        <p:nvPicPr>
          <p:cNvPr id="17" name="Picture 16">
            <a:extLst>
              <a:ext uri="{FF2B5EF4-FFF2-40B4-BE49-F238E27FC236}">
                <a16:creationId xmlns:a16="http://schemas.microsoft.com/office/drawing/2014/main" id="{ED2B565A-0119-B2D0-F754-B22E60B85F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9325908" y="4309582"/>
            <a:ext cx="609601" cy="609601"/>
          </a:xfrm>
          <a:prstGeom prst="rect">
            <a:avLst/>
          </a:prstGeom>
        </p:spPr>
      </p:pic>
      <p:pic>
        <p:nvPicPr>
          <p:cNvPr id="18" name="Picture 17">
            <a:extLst>
              <a:ext uri="{FF2B5EF4-FFF2-40B4-BE49-F238E27FC236}">
                <a16:creationId xmlns:a16="http://schemas.microsoft.com/office/drawing/2014/main" id="{03621F2D-5312-6BE0-26C3-3B731A74D3DA}"/>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bwMode="gray">
          <a:xfrm>
            <a:off x="3433149" y="4403869"/>
            <a:ext cx="548640" cy="548640"/>
          </a:xfrm>
          <a:prstGeom prst="rect">
            <a:avLst/>
          </a:prstGeom>
        </p:spPr>
      </p:pic>
      <p:pic>
        <p:nvPicPr>
          <p:cNvPr id="19" name="Picture 18">
            <a:extLst>
              <a:ext uri="{FF2B5EF4-FFF2-40B4-BE49-F238E27FC236}">
                <a16:creationId xmlns:a16="http://schemas.microsoft.com/office/drawing/2014/main" id="{225D6CCF-98FE-BC2C-29B5-1DAC7D8B2055}"/>
              </a:ext>
              <a:ext uri="{C183D7F6-B498-43B3-948B-1728B52AA6E4}">
                <adec:decorative xmlns:adec="http://schemas.microsoft.com/office/drawing/2017/decorative" val="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bwMode="gray">
          <a:xfrm>
            <a:off x="6385854" y="4386001"/>
            <a:ext cx="548640" cy="548640"/>
          </a:xfrm>
          <a:prstGeom prst="rect">
            <a:avLst/>
          </a:prstGeom>
        </p:spPr>
      </p:pic>
      <p:pic>
        <p:nvPicPr>
          <p:cNvPr id="20" name="Picture 19">
            <a:extLst>
              <a:ext uri="{FF2B5EF4-FFF2-40B4-BE49-F238E27FC236}">
                <a16:creationId xmlns:a16="http://schemas.microsoft.com/office/drawing/2014/main" id="{584000E1-D13A-8F00-9E02-7F1902FFB631}"/>
              </a:ext>
              <a:ext uri="{C183D7F6-B498-43B3-948B-1728B52AA6E4}">
                <adec:decorative xmlns:adec="http://schemas.microsoft.com/office/drawing/2017/decorative" val="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bwMode="gray">
          <a:xfrm>
            <a:off x="566168" y="1764865"/>
            <a:ext cx="548640" cy="548640"/>
          </a:xfrm>
          <a:prstGeom prst="rect">
            <a:avLst/>
          </a:prstGeom>
        </p:spPr>
      </p:pic>
    </p:spTree>
    <p:extLst>
      <p:ext uri="{BB962C8B-B14F-4D97-AF65-F5344CB8AC3E}">
        <p14:creationId xmlns:p14="http://schemas.microsoft.com/office/powerpoint/2010/main" val="3610563976"/>
      </p:ext>
    </p:extLst>
  </p:cSld>
  <p:clrMapOvr>
    <a:masterClrMapping/>
  </p:clrMapOvr>
</p:sld>
</file>

<file path=ppt/theme/theme1.xml><?xml version="1.0" encoding="utf-8"?>
<a:theme xmlns:a="http://schemas.openxmlformats.org/drawingml/2006/main" name="Optum Theme">
  <a:themeElements>
    <a:clrScheme name="Optum Color Palette 2022">
      <a:dk1>
        <a:srgbClr val="5A5A5A"/>
      </a:dk1>
      <a:lt1>
        <a:srgbClr val="FFFFFF"/>
      </a:lt1>
      <a:dk2>
        <a:srgbClr val="FF612B"/>
      </a:dk2>
      <a:lt2>
        <a:srgbClr val="D9F6FA"/>
      </a:lt2>
      <a:accent1>
        <a:srgbClr val="5A5A5A"/>
      </a:accent1>
      <a:accent2>
        <a:srgbClr val="5A5A5A"/>
      </a:accent2>
      <a:accent3>
        <a:srgbClr val="5A5A5A"/>
      </a:accent3>
      <a:accent4>
        <a:srgbClr val="5A5A5A"/>
      </a:accent4>
      <a:accent5>
        <a:srgbClr val="5A5A5A"/>
      </a:accent5>
      <a:accent6>
        <a:srgbClr val="002677"/>
      </a:accent6>
      <a:hlink>
        <a:srgbClr val="196ECF"/>
      </a:hlink>
      <a:folHlink>
        <a:srgbClr val="5A5A5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custClrLst>
    <a:custClr name="Warm White">
      <a:srgbClr val="FBF9F4"/>
    </a:custClr>
    <a:custClr name="Blank">
      <a:srgbClr val="FFFFFF"/>
    </a:custClr>
    <a:custClr name="Green Success">
      <a:srgbClr val="007000"/>
    </a:custClr>
    <a:custClr name="Red Alert">
      <a:srgbClr val="C40000"/>
    </a:custClr>
    <a:custClr name="Gold Callout">
      <a:srgbClr val="F5B700"/>
    </a:custClr>
    <a:custClr name="Blank">
      <a:srgbClr val="FFFFFF"/>
    </a:custClr>
    <a:custClr name="Blank">
      <a:srgbClr val="FFFFFF"/>
    </a:custClr>
    <a:custClr name="Lagoon">
      <a:srgbClr val="007C89"/>
    </a:custClr>
    <a:custClr name="Violet">
      <a:srgbClr val="422C88"/>
    </a:custClr>
    <a:custClr name="Strawberry">
      <a:srgbClr val="A32A2E"/>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Rainwater">
      <a:srgbClr val="6FC1B1"/>
    </a:custClr>
    <a:custClr name="Iris">
      <a:srgbClr val="8061BC"/>
    </a:custClr>
    <a:custClr name="Apple">
      <a:srgbClr val="D13F44"/>
    </a:custClr>
  </a:custClrLst>
  <a:extLst>
    <a:ext uri="{05A4C25C-085E-4340-85A3-A5531E510DB2}">
      <thm15:themeFamily xmlns:thm15="http://schemas.microsoft.com/office/thememl/2012/main" name="optum-onscreen-16x9-20220119.potx" id="{BF78F144-9148-4FE2-90A3-22B02663985C}" vid="{7E0A84AD-0D61-494A-8D90-8D69DD71D350}"/>
    </a:ext>
  </a:extLst>
</a:theme>
</file>

<file path=ppt/theme/theme2.xml><?xml version="1.0" encoding="utf-8"?>
<a:theme xmlns:a="http://schemas.openxmlformats.org/drawingml/2006/main" name="1_Optum Theme">
  <a:themeElements>
    <a:clrScheme name="Optum Color Palette 2023">
      <a:dk1>
        <a:srgbClr val="4B4D4F"/>
      </a:dk1>
      <a:lt1>
        <a:srgbClr val="FFFFFF"/>
      </a:lt1>
      <a:dk2>
        <a:srgbClr val="FF612B"/>
      </a:dk2>
      <a:lt2>
        <a:srgbClr val="D9F6FA"/>
      </a:lt2>
      <a:accent1>
        <a:srgbClr val="4B4D4F"/>
      </a:accent1>
      <a:accent2>
        <a:srgbClr val="4B4D4F"/>
      </a:accent2>
      <a:accent3>
        <a:srgbClr val="4B4D4F"/>
      </a:accent3>
      <a:accent4>
        <a:srgbClr val="4B4D4F"/>
      </a:accent4>
      <a:accent5>
        <a:srgbClr val="4B4D4F"/>
      </a:accent5>
      <a:accent6>
        <a:srgbClr val="002677"/>
      </a:accent6>
      <a:hlink>
        <a:srgbClr val="0C55B8"/>
      </a:hlink>
      <a:folHlink>
        <a:srgbClr val="4B4D4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3">
        <a:dk1>
          <a:srgbClr val="4B4D4F"/>
        </a:dk1>
        <a:lt1>
          <a:srgbClr val="FFFFFF"/>
        </a:lt1>
        <a:dk2>
          <a:srgbClr val="FF612B"/>
        </a:dk2>
        <a:lt2>
          <a:srgbClr val="D9F6FA"/>
        </a:lt2>
        <a:accent1>
          <a:srgbClr val="4B4D4F"/>
        </a:accent1>
        <a:accent2>
          <a:srgbClr val="4B4D4F"/>
        </a:accent2>
        <a:accent3>
          <a:srgbClr val="4B4D4F"/>
        </a:accent3>
        <a:accent4>
          <a:srgbClr val="4B4D4F"/>
        </a:accent4>
        <a:accent5>
          <a:srgbClr val="4B4D4F"/>
        </a:accent5>
        <a:accent6>
          <a:srgbClr val="002677"/>
        </a:accent6>
        <a:hlink>
          <a:srgbClr val="0C55B8"/>
        </a:hlink>
        <a:folHlink>
          <a:srgbClr val="4B4D4F"/>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Red 80">
      <a:srgbClr val="C40000"/>
    </a:custClr>
    <a:custClr name="Yellow 20">
      <a:srgbClr val="FFF84F"/>
    </a:custClr>
    <a:custClr name="Green 40">
      <a:srgbClr val="61D661"/>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Yellow Outline">
      <a:srgbClr val="AD8D01"/>
    </a:custClr>
    <a:custClr name="Green Outline">
      <a:srgbClr val="03AB03"/>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Blank">
      <a:srgbClr val="FFFFFF"/>
    </a:custClr>
    <a:custClr name="Blank">
      <a:srgbClr val="FFFFFF"/>
    </a:custClr>
    <a:custClr name="Blank">
      <a:srgbClr val="FFFFFF"/>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Blank">
      <a:srgbClr val="FFFFFF"/>
    </a:custClr>
    <a:custClr name="Warm White">
      <a:srgbClr val="FAF8F2"/>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optum-onscreen-16x9-template-20240101.potx" id="{2D62D8D4-696E-4439-8F69-666B8419D747}" vid="{BEDD0A01-0E03-47B4-8434-D07D22A380E9}"/>
    </a:ext>
  </a:extLst>
</a:theme>
</file>

<file path=ppt/theme/theme3.xml><?xml version="1.0" encoding="utf-8"?>
<a:theme xmlns:a="http://schemas.openxmlformats.org/drawingml/2006/main" name="2_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fontScheme name="Optum Microsoft">
      <a:majorFont>
        <a:latin typeface="Georgia Pr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Red 80">
      <a:srgbClr val="C40000"/>
    </a:custClr>
    <a:custClr name="Yellow 20">
      <a:srgbClr val="FFF84F"/>
    </a:custClr>
    <a:custClr name="Green 40">
      <a:srgbClr val="61D661"/>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Yellow Outline">
      <a:srgbClr val="AD8D01"/>
    </a:custClr>
    <a:custClr name="Green Outline">
      <a:srgbClr val="03AB03"/>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Blank">
      <a:srgbClr val="FFFFFF"/>
    </a:custClr>
    <a:custClr name="Blank">
      <a:srgbClr val="FFFFFF"/>
    </a:custClr>
    <a:custClr name="Blank">
      <a:srgbClr val="FFFFFF"/>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Blank">
      <a:srgbClr val="FFFFFF"/>
    </a:custClr>
    <a:custClr name="Warm White">
      <a:srgbClr val="FAF8F2"/>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TEMPLATE optum-onscreen-20251001.potx" id="{437EB86B-F699-4A0B-A0DF-6ACE3B4F902C}" vid="{E3F7182B-7204-435E-B8DD-00DE686ADA69}"/>
    </a:ext>
  </a:extLst>
</a:theme>
</file>

<file path=ppt/theme/theme4.xml><?xml version="1.0" encoding="utf-8"?>
<a:theme xmlns:a="http://schemas.openxmlformats.org/drawingml/2006/main" name="3_Optum Theme">
  <a:themeElements>
    <a:clrScheme name="Optum Color Palette 2023">
      <a:dk1>
        <a:srgbClr val="4B4D4F"/>
      </a:dk1>
      <a:lt1>
        <a:srgbClr val="FFFFFF"/>
      </a:lt1>
      <a:dk2>
        <a:srgbClr val="FF612B"/>
      </a:dk2>
      <a:lt2>
        <a:srgbClr val="D9F6FA"/>
      </a:lt2>
      <a:accent1>
        <a:srgbClr val="4B4D4F"/>
      </a:accent1>
      <a:accent2>
        <a:srgbClr val="4B4D4F"/>
      </a:accent2>
      <a:accent3>
        <a:srgbClr val="4B4D4F"/>
      </a:accent3>
      <a:accent4>
        <a:srgbClr val="4B4D4F"/>
      </a:accent4>
      <a:accent5>
        <a:srgbClr val="4B4D4F"/>
      </a:accent5>
      <a:accent6>
        <a:srgbClr val="002677"/>
      </a:accent6>
      <a:hlink>
        <a:srgbClr val="0C55B8"/>
      </a:hlink>
      <a:folHlink>
        <a:srgbClr val="4B4D4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3">
        <a:dk1>
          <a:srgbClr val="4B4D4F"/>
        </a:dk1>
        <a:lt1>
          <a:srgbClr val="FFFFFF"/>
        </a:lt1>
        <a:dk2>
          <a:srgbClr val="FF612B"/>
        </a:dk2>
        <a:lt2>
          <a:srgbClr val="D9F6FA"/>
        </a:lt2>
        <a:accent1>
          <a:srgbClr val="4B4D4F"/>
        </a:accent1>
        <a:accent2>
          <a:srgbClr val="4B4D4F"/>
        </a:accent2>
        <a:accent3>
          <a:srgbClr val="4B4D4F"/>
        </a:accent3>
        <a:accent4>
          <a:srgbClr val="4B4D4F"/>
        </a:accent4>
        <a:accent5>
          <a:srgbClr val="4B4D4F"/>
        </a:accent5>
        <a:accent6>
          <a:srgbClr val="002677"/>
        </a:accent6>
        <a:hlink>
          <a:srgbClr val="0C55B8"/>
        </a:hlink>
        <a:folHlink>
          <a:srgbClr val="4B4D4F"/>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Red 80">
      <a:srgbClr val="C40000"/>
    </a:custClr>
    <a:custClr name="Yellow 20">
      <a:srgbClr val="FFF84F"/>
    </a:custClr>
    <a:custClr name="Green 40">
      <a:srgbClr val="61D661"/>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Yellow Outline">
      <a:srgbClr val="AD8D01"/>
    </a:custClr>
    <a:custClr name="Green Outline">
      <a:srgbClr val="03AB03"/>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Blank">
      <a:srgbClr val="FFFFFF"/>
    </a:custClr>
    <a:custClr name="Blank">
      <a:srgbClr val="FFFFFF"/>
    </a:custClr>
    <a:custClr name="Blank">
      <a:srgbClr val="FFFFFF"/>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Blank">
      <a:srgbClr val="FFFFFF"/>
    </a:custClr>
    <a:custClr name="Warm White">
      <a:srgbClr val="FAF8F2"/>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RESOURCE optum-onscreen-glg-20250101.potx" id="{CA94E316-A5F4-4C44-9D83-9ADF42D7A324}" vid="{1A12CF74-A119-426E-A32E-DFB38FA2B86A}"/>
    </a:ext>
  </a:extLst>
</a:theme>
</file>

<file path=ppt/theme/theme5.xml><?xml version="1.0" encoding="utf-8"?>
<a:theme xmlns:a="http://schemas.openxmlformats.org/drawingml/2006/main" name="Office Theme">
  <a:themeElements>
    <a:clrScheme name="Optum Color Palette 2022">
      <a:dk1>
        <a:srgbClr val="5A5A5A"/>
      </a:dk1>
      <a:lt1>
        <a:srgbClr val="FFFFFF"/>
      </a:lt1>
      <a:dk2>
        <a:srgbClr val="FF612B"/>
      </a:dk2>
      <a:lt2>
        <a:srgbClr val="D9F6FA"/>
      </a:lt2>
      <a:accent1>
        <a:srgbClr val="5A5A5A"/>
      </a:accent1>
      <a:accent2>
        <a:srgbClr val="5A5A5A"/>
      </a:accent2>
      <a:accent3>
        <a:srgbClr val="5A5A5A"/>
      </a:accent3>
      <a:accent4>
        <a:srgbClr val="5A5A5A"/>
      </a:accent4>
      <a:accent5>
        <a:srgbClr val="5A5A5A"/>
      </a:accent5>
      <a:accent6>
        <a:srgbClr val="002677"/>
      </a:accent6>
      <a:hlink>
        <a:srgbClr val="196ECF"/>
      </a:hlink>
      <a:folHlink>
        <a:srgbClr val="5A5A5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ptum Color Palette 2022">
      <a:dk1>
        <a:srgbClr val="5A5A5A"/>
      </a:dk1>
      <a:lt1>
        <a:srgbClr val="FFFFFF"/>
      </a:lt1>
      <a:dk2>
        <a:srgbClr val="FF612B"/>
      </a:dk2>
      <a:lt2>
        <a:srgbClr val="D9F6FA"/>
      </a:lt2>
      <a:accent1>
        <a:srgbClr val="5A5A5A"/>
      </a:accent1>
      <a:accent2>
        <a:srgbClr val="5A5A5A"/>
      </a:accent2>
      <a:accent3>
        <a:srgbClr val="5A5A5A"/>
      </a:accent3>
      <a:accent4>
        <a:srgbClr val="5A5A5A"/>
      </a:accent4>
      <a:accent5>
        <a:srgbClr val="5A5A5A"/>
      </a:accent5>
      <a:accent6>
        <a:srgbClr val="002677"/>
      </a:accent6>
      <a:hlink>
        <a:srgbClr val="196ECF"/>
      </a:hlink>
      <a:folHlink>
        <a:srgbClr val="5A5A5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WRMItemRecordClassificationTaxHTField0 xmlns="63050b75-9f14-4513-a246-2a94c225f740" xsi:nil="true"/>
    <lcf76f155ced4ddcb4097134ff3c332f xmlns="233afe43-be57-42c0-a15c-ecc2b0656491">
      <Terms xmlns="http://schemas.microsoft.com/office/infopath/2007/PartnerControls"/>
    </lcf76f155ced4ddcb4097134ff3c332f>
    <TaxCatchAll xmlns="63050b75-9f14-4513-a246-2a94c225f740" xsi:nil="true"/>
    <PublishingExpirationDate xmlns="http://schemas.microsoft.com/sharepoint/v3" xsi:nil="true"/>
    <PublishingStartDate xmlns="http://schemas.microsoft.com/sharepoint/v3" xsi:nil="true"/>
    <_dlc_DocId xmlns="63050b75-9f14-4513-a246-2a94c225f740">2EH6XVQ65FSK-1465760330-1407</_dlc_DocId>
    <_dlc_DocIdUrl xmlns="63050b75-9f14-4513-a246-2a94c225f740">
      <Url>https://uhgazure.sharepoint.com/sites/UHCTech/_layouts/15/DocIdRedir.aspx?ID=2EH6XVQ65FSK-1465760330-1407</Url>
      <Description>2EH6XVQ65FSK-1465760330-1407</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9E5E37BBB36B2478C94DF51BCF0DF9B" ma:contentTypeVersion="51" ma:contentTypeDescription="Create a new document." ma:contentTypeScope="" ma:versionID="6f4f9130ae26c4845fae06296c07bb2f">
  <xsd:schema xmlns:xsd="http://www.w3.org/2001/XMLSchema" xmlns:xs="http://www.w3.org/2001/XMLSchema" xmlns:p="http://schemas.microsoft.com/office/2006/metadata/properties" xmlns:ns1="http://schemas.microsoft.com/sharepoint/v3" xmlns:ns2="63050b75-9f14-4513-a246-2a94c225f740" xmlns:ns3="233afe43-be57-42c0-a15c-ecc2b0656491" targetNamespace="http://schemas.microsoft.com/office/2006/metadata/properties" ma:root="true" ma:fieldsID="b11d0894830ef1ea83e140a106e84d9d" ns1:_="" ns2:_="" ns3:_="">
    <xsd:import namespace="http://schemas.microsoft.com/sharepoint/v3"/>
    <xsd:import namespace="63050b75-9f14-4513-a246-2a94c225f740"/>
    <xsd:import namespace="233afe43-be57-42c0-a15c-ecc2b0656491"/>
    <xsd:element name="properties">
      <xsd:complexType>
        <xsd:sequence>
          <xsd:element name="documentManagement">
            <xsd:complexType>
              <xsd:all>
                <xsd:element ref="ns2:TaxCatchAll" minOccurs="0"/>
                <xsd:element ref="ns2:CWRMItemRecordClassificationTaxHTField0" minOccurs="0"/>
                <xsd:element ref="ns1:PublishingStartDate" minOccurs="0"/>
                <xsd:element ref="ns1:PublishingExpirationDate" minOccurs="0"/>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lcf76f155ced4ddcb4097134ff3c332f" minOccurs="0"/>
                <xsd:element ref="ns3:MediaLengthInSeconds" minOccurs="0"/>
                <xsd:element ref="ns3:MediaServiceObjectDetectorVersions" minOccurs="0"/>
                <xsd:element ref="ns3:MediaServiceSearchProperties"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12"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3050b75-9f14-4513-a246-2a94c225f740" elementFormDefault="qualified">
    <xsd:import namespace="http://schemas.microsoft.com/office/2006/documentManagement/types"/>
    <xsd:import namespace="http://schemas.microsoft.com/office/infopath/2007/PartnerControls"/>
    <xsd:element name="TaxCatchAll" ma:index="4" nillable="true" ma:displayName="Taxonomy Catch All Column" ma:hidden="true" ma:list="{198afa74-fce6-4d96-b19a-0d92bb131751}" ma:internalName="TaxCatchAll" ma:showField="CatchAllData" ma:web="63050b75-9f14-4513-a246-2a94c225f740">
      <xsd:complexType>
        <xsd:complexContent>
          <xsd:extension base="dms:MultiChoiceLookup">
            <xsd:sequence>
              <xsd:element name="Value" type="dms:Lookup" maxOccurs="unbounded" minOccurs="0" nillable="true"/>
            </xsd:sequence>
          </xsd:extension>
        </xsd:complexContent>
      </xsd:complexType>
    </xsd:element>
    <xsd:element name="CWRMItemRecordClassificationTaxHTField0" ma:index="5" nillable="true" ma:displayName="Record Classification_0" ma:hidden="true" ma:internalName="CWRMItemRecordClassificationTaxHTField0" ma:readOnly="false">
      <xsd:simpleType>
        <xsd:restriction base="dms:Note"/>
      </xsd:simpleType>
    </xsd:element>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_dlc_DocId" ma:index="28" nillable="true" ma:displayName="Document ID Value" ma:description="The value of the document ID assigned to this item." ma:indexed="true" ma:internalName="_dlc_DocId" ma:readOnly="true">
      <xsd:simpleType>
        <xsd:restriction base="dms:Text"/>
      </xsd:simpleType>
    </xsd:element>
    <xsd:element name="_dlc_DocIdUrl" ma:index="2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233afe43-be57-42c0-a15c-ecc2b0656491" elementFormDefault="qualified">
    <xsd:import namespace="http://schemas.microsoft.com/office/2006/documentManagement/types"/>
    <xsd:import namespace="http://schemas.microsoft.com/office/infopath/2007/PartnerControls"/>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Tags" ma:index="18" nillable="true" ma:displayName="Tags" ma:internalName="MediaServiceAutoTags"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ternalName="MediaServiceLocation" ma:readOnly="true">
      <xsd:simpleType>
        <xsd:restriction base="dms:Text"/>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a6b2b66-40d8-4e06-8a39-adc3ecd4519b" ma:termSetId="09814cd3-568e-fe90-9814-8d621ff8fb84" ma:anchorId="fba54fb3-c3e1-fe81-a776-ca4b69148c4d" ma:open="true" ma:isKeyword="false">
      <xsd:complexType>
        <xsd:sequence>
          <xsd:element ref="pc:Terms" minOccurs="0" maxOccurs="1"/>
        </xsd:sequence>
      </xsd:complex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7"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F5C496-0004-4DC1-A5CB-5DC328322CD7}">
  <ds:schemaRefs>
    <ds:schemaRef ds:uri="http://schemas.microsoft.com/sharepoint/v3/contenttype/forms"/>
  </ds:schemaRefs>
</ds:datastoreItem>
</file>

<file path=customXml/itemProps2.xml><?xml version="1.0" encoding="utf-8"?>
<ds:datastoreItem xmlns:ds="http://schemas.openxmlformats.org/officeDocument/2006/customXml" ds:itemID="{51103925-AE84-4652-A9ED-32684F7543E7}">
  <ds:schemaRefs>
    <ds:schemaRef ds:uri="233afe43-be57-42c0-a15c-ecc2b0656491"/>
    <ds:schemaRef ds:uri="63050b75-9f14-4513-a246-2a94c225f7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AB9682C-BE94-43AD-AB47-37E4AEC681EA}">
  <ds:schemaRefs>
    <ds:schemaRef ds:uri="http://schemas.microsoft.com/sharepoint/events"/>
  </ds:schemaRefs>
</ds:datastoreItem>
</file>

<file path=customXml/itemProps4.xml><?xml version="1.0" encoding="utf-8"?>
<ds:datastoreItem xmlns:ds="http://schemas.openxmlformats.org/officeDocument/2006/customXml" ds:itemID="{7322165A-17FF-40AA-9840-4C4C5652DF56}">
  <ds:schemaRefs>
    <ds:schemaRef ds:uri="233afe43-be57-42c0-a15c-ecc2b0656491"/>
    <ds:schemaRef ds:uri="63050b75-9f14-4513-a246-2a94c225f7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optum-onscreen-16x9-template-20220208</Template>
  <Application>Microsoft Office PowerPoint</Application>
  <PresentationFormat>Widescreen</PresentationFormat>
  <Slides>12</Slides>
  <Notes>1</Notes>
  <HiddenSlides>0</HiddenSlides>
  <ScaleCrop>false</ScaleCrop>
  <HeadingPairs>
    <vt:vector size="4" baseType="variant">
      <vt:variant>
        <vt:lpstr>Theme</vt:lpstr>
      </vt:variant>
      <vt:variant>
        <vt:i4>4</vt:i4>
      </vt:variant>
      <vt:variant>
        <vt:lpstr>Slide Titles</vt:lpstr>
      </vt:variant>
      <vt:variant>
        <vt:i4>12</vt:i4>
      </vt:variant>
    </vt:vector>
  </HeadingPairs>
  <TitlesOfParts>
    <vt:vector size="16" baseType="lpstr">
      <vt:lpstr>Optum Theme</vt:lpstr>
      <vt:lpstr>1_Optum Theme</vt:lpstr>
      <vt:lpstr>2_Optum Theme</vt:lpstr>
      <vt:lpstr>3_Optum Theme</vt:lpstr>
      <vt:lpstr>C&amp;S Fall 2025 Hackathon</vt:lpstr>
      <vt:lpstr>Team Name:</vt:lpstr>
      <vt:lpstr>Idea/Problem Statement </vt:lpstr>
      <vt:lpstr>Process Flow/Solution Overview</vt:lpstr>
      <vt:lpstr>Implementation Details</vt:lpstr>
      <vt:lpstr>PowerPoint Presentation</vt:lpstr>
      <vt:lpstr>PowerPoint Presentation</vt:lpstr>
      <vt:lpstr>Proposed Benefits </vt:lpstr>
      <vt:lpstr>Feasibility &amp; Uniqueness</vt:lpstr>
      <vt:lpstr>References </vt:lpstr>
      <vt:lpstr>Scoring Criteria </vt:lpstr>
      <vt:lpstr>PowerPoint Presentation</vt:lpstr>
    </vt:vector>
  </TitlesOfParts>
  <Company>Optum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Sekar, Sathish Kumar</dc:creator>
  <dc:description>Optum 2022 template developed by Creative Partners. 16:9 on-screen</dc:description>
  <cp:revision>3</cp:revision>
  <dcterms:created xsi:type="dcterms:W3CDTF">2022-02-16T16:31:43Z</dcterms:created>
  <dcterms:modified xsi:type="dcterms:W3CDTF">2026-09-17T09:41:00Z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0x01010019E5E37BBB36B2478C94DF51BCF0DF9B</vt:lpwstr>
  </property>
  <property fmtid="{D5CDD505-2E9C-101B-9397-08002B2CF9AE}" pid="3" name="MSIP_Label_a8a73c85-e524-44a6-bd58-7df7ef87be8f_Enabled">
    <vt:lpwstr>true</vt:lpwstr>
  </property>
  <property fmtid="{D5CDD505-2E9C-101B-9397-08002B2CF9AE}" pid="4" name="MSIP_Label_a8a73c85-e524-44a6-bd58-7df7ef87be8f_SetDate">
    <vt:lpwstr>2022-11-01T19:49:37Z</vt:lpwstr>
  </property>
  <property fmtid="{D5CDD505-2E9C-101B-9397-08002B2CF9AE}" pid="5" name="MSIP_Label_a8a73c85-e524-44a6-bd58-7df7ef87be8f_Method">
    <vt:lpwstr>Privileged</vt:lpwstr>
  </property>
  <property fmtid="{D5CDD505-2E9C-101B-9397-08002B2CF9AE}" pid="6" name="MSIP_Label_a8a73c85-e524-44a6-bd58-7df7ef87be8f_Name">
    <vt:lpwstr>Internal Label</vt:lpwstr>
  </property>
  <property fmtid="{D5CDD505-2E9C-101B-9397-08002B2CF9AE}" pid="7" name="MSIP_Label_a8a73c85-e524-44a6-bd58-7df7ef87be8f_SiteId">
    <vt:lpwstr>db05faca-c82a-4b9d-b9c5-0f64b6755421</vt:lpwstr>
  </property>
  <property fmtid="{D5CDD505-2E9C-101B-9397-08002B2CF9AE}" pid="8" name="MSIP_Label_a8a73c85-e524-44a6-bd58-7df7ef87be8f_ActionId">
    <vt:lpwstr>e44f1ca3-604f-4a5b-9dce-d7298325f6ed</vt:lpwstr>
  </property>
  <property fmtid="{D5CDD505-2E9C-101B-9397-08002B2CF9AE}" pid="9" name="MSIP_Label_a8a73c85-e524-44a6-bd58-7df7ef87be8f_ContentBits">
    <vt:lpwstr>0</vt:lpwstr>
  </property>
  <property fmtid="{D5CDD505-2E9C-101B-9397-08002B2CF9AE}" pid="10" name="_dlc_DocIdItemGuid">
    <vt:lpwstr>1db748df-823a-43a1-b057-3e983eeebc0e</vt:lpwstr>
  </property>
  <property fmtid="{D5CDD505-2E9C-101B-9397-08002B2CF9AE}" pid="11" name="CWRMItemRecordClassification">
    <vt:lpwstr/>
  </property>
  <property fmtid="{D5CDD505-2E9C-101B-9397-08002B2CF9AE}" pid="12" name="MediaServiceImageTags">
    <vt:lpwstr/>
  </property>
</Properties>
</file>
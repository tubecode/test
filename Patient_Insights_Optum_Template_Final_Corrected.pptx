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2.svg" ContentType="image/svg"/>
  <Override PartName="/ppt/media/image4.svg" ContentType="image/svg"/>
  <Override PartName="/ppt/media/image9.svg" ContentType="image/svg"/>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Lst>
  <p:sldSz cx="12192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png"/><Relationship Id="rId5"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png"/><Relationship Id="rId5" Type="http://schemas.openxmlformats.org/officeDocument/2006/relationships/image" Target="../media/image2.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png"/><Relationship Id="rId5" Type="http://schemas.openxmlformats.org/officeDocument/2006/relationships/image" Target="../media/image2.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png"/><Relationship Id="rId5" Type="http://schemas.openxmlformats.org/officeDocument/2006/relationships/image" Target="../media/image2.svg"/><Relationship Id="rId6" Type="http://schemas.openxmlformats.org/officeDocument/2006/relationships/image" Target="../media/image3.png"/><Relationship Id="rId7" Type="http://schemas.openxmlformats.org/officeDocument/2006/relationships/image" Target="../media/image4.svg"/><Relationship Id="rId8" Type="http://schemas.openxmlformats.org/officeDocument/2006/relationships/image" Target="../media/image5.png"/><Relationship Id="rId9" Type="http://schemas.openxmlformats.org/officeDocument/2006/relationships/image" Target="../media/image6.png"/><Relationship Id="rId10" Type="http://schemas.openxmlformats.org/officeDocument/2006/relationships/image" Target="../media/image7.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9.svg"/><Relationship Id="rId4" Type="http://schemas.openxmlformats.org/officeDocument/2006/relationships/image" Target="../media/image1.png"/><Relationship Id="rId5" Type="http://schemas.openxmlformats.org/officeDocument/2006/relationships/image" Target="../media/image2.sv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9.svg"/><Relationship Id="rId4" Type="http://schemas.openxmlformats.org/officeDocument/2006/relationships/image" Target="../media/image1.png"/><Relationship Id="rId5" Type="http://schemas.openxmlformats.org/officeDocument/2006/relationships/image" Target="../media/image2.sv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png"/><Relationship Id="rId5" Type="http://schemas.openxmlformats.org/officeDocument/2006/relationships/image" Target="../media/image2.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9.svg"/><Relationship Id="rId4" Type="http://schemas.openxmlformats.org/officeDocument/2006/relationships/image" Target="../media/image1.png"/><Relationship Id="rId5" Type="http://schemas.openxmlformats.org/officeDocument/2006/relationships/image" Target="../media/image2.sv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9.svg"/><Relationship Id="rId4" Type="http://schemas.openxmlformats.org/officeDocument/2006/relationships/image" Target="../media/image1.png"/><Relationship Id="rId5" Type="http://schemas.openxmlformats.org/officeDocument/2006/relationships/image" Target="../media/image2.sv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9.svg"/><Relationship Id="rId4" Type="http://schemas.openxmlformats.org/officeDocument/2006/relationships/image" Target="../media/image1.png"/><Relationship Id="rId5" Type="http://schemas.openxmlformats.org/officeDocument/2006/relationships/image" Target="../media/image2.sv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png"/><Relationship Id="rId5" Type="http://schemas.openxmlformats.org/officeDocument/2006/relationships/image" Target="../media/image2.sv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png"/><Relationship Id="rId5" Type="http://schemas.openxmlformats.org/officeDocument/2006/relationships/image" Target="../media/image2.sv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png"/><Relationship Id="rId5" Type="http://schemas.openxmlformats.org/officeDocument/2006/relationships/image" Target="../media/image2.sv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png"/><Relationship Id="rId5" Type="http://schemas.openxmlformats.org/officeDocument/2006/relationships/image" Target="../media/image2.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png"/><Relationship Id="rId5" Type="http://schemas.openxmlformats.org/officeDocument/2006/relationships/image" Target="../media/image2.sv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png"/><Relationship Id="rId5" Type="http://schemas.openxmlformats.org/officeDocument/2006/relationships/image" Target="../media/image2.sv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0.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0.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0.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0.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png"/><Relationship Id="rId5" Type="http://schemas.openxmlformats.org/officeDocument/2006/relationships/image" Target="../media/image2.sv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0.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1.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png"/><Relationship Id="rId5" Type="http://schemas.openxmlformats.org/officeDocument/2006/relationships/image" Target="../media/image2.sv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png"/><Relationship Id="rId5" Type="http://schemas.openxmlformats.org/officeDocument/2006/relationships/image" Target="../media/image2.sv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png"/><Relationship Id="rId5" Type="http://schemas.openxmlformats.org/officeDocument/2006/relationships/image" Target="../media/image2.sv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png"/><Relationship Id="rId5" Type="http://schemas.openxmlformats.org/officeDocument/2006/relationships/image" Target="../media/image2.sv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png"/><Relationship Id="rId5" Type="http://schemas.openxmlformats.org/officeDocument/2006/relationships/image" Target="../media/image2.sv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png"/><Relationship Id="rId5" Type="http://schemas.openxmlformats.org/officeDocument/2006/relationships/image" Target="../media/image2.sv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png"/><Relationship Id="rId5" Type="http://schemas.openxmlformats.org/officeDocument/2006/relationships/image" Target="../media/image2.sv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png"/><Relationship Id="rId5" Type="http://schemas.openxmlformats.org/officeDocument/2006/relationships/image" Target="../media/image2.sv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png"/><Relationship Id="rId5" Type="http://schemas.openxmlformats.org/officeDocument/2006/relationships/image" Target="../media/image2.svg"/></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10">
    <p:bg>
      <p:bgPr>
        <a:solidFill>
          <a:schemeClr val="lt2"/>
        </a:solidFill>
      </p:bgPr>
    </p:bg>
    <p:spTree>
      <p:nvGrpSpPr>
        <p:cNvPr id="1" name=""/>
        <p:cNvGrpSpPr/>
        <p:nvPr/>
      </p:nvGrpSpPr>
      <p:grpSpPr>
        <a:xfrm>
          <a:off x="0" y="0"/>
          <a:ext cx="0" cy="0"/>
          <a:chOff x="0" y="0"/>
          <a:chExt cx="0" cy="0"/>
        </a:xfrm>
      </p:grpSpPr>
      <p:pic>
        <p:nvPicPr>
          <p:cNvPr id="0" name="Optum Logo" descr="Optum"/>
          <p:cNvPicPr/>
          <p:nvPr/>
        </p:nvPicPr>
        <p:blipFill>
          <a:blip r:embed="rId2">
            <a:extLst>
              <a:ext uri="{96DAC541-7B7A-43D3-8B79-37D633B846F1}">
                <asvg:svgBlip xmlns:asvg="http://schemas.microsoft.com/office/drawing/2016/SVG/main" r:embed="rId3"/>
              </a:ext>
            </a:extLst>
          </a:blip>
          <a:stretch/>
        </p:blipFill>
        <p:spPr>
          <a:xfrm>
            <a:off x="461880" y="6343560"/>
            <a:ext cx="772200" cy="223200"/>
          </a:xfrm>
          <a:prstGeom prst="rect">
            <a:avLst/>
          </a:prstGeom>
          <a:noFill/>
          <a:ln w="0">
            <a:noFill/>
          </a:ln>
        </p:spPr>
      </p:pic>
      <p:sp>
        <p:nvSpPr>
          <p:cNvPr id="1" name="Page Number" hidden="1"/>
          <p:cNvSpPr/>
          <p:nvPr/>
        </p:nvSpPr>
        <p:spPr>
          <a:xfrm>
            <a:off x="11576160" y="6394320"/>
            <a:ext cx="156240" cy="15300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2B8C270D-DB06-4041-AE82-58E2C368EDB3}" type="slidenum">
              <a:rPr b="1" lang="en-US" sz="1000" strike="noStrike" u="none">
                <a:solidFill>
                  <a:schemeClr val="dk1"/>
                </a:solidFill>
                <a:effectLst/>
                <a:uFillTx/>
                <a:latin typeface="Arial"/>
              </a:rPr>
              <a:t>&lt;number&gt;</a:t>
            </a:fld>
            <a:endParaRPr b="0" lang="en-US" sz="1000" strike="noStrike" u="none">
              <a:solidFill>
                <a:srgbClr val="000000"/>
              </a:solidFill>
              <a:effectLst/>
              <a:uFillTx/>
              <a:latin typeface="Arial"/>
            </a:endParaRPr>
          </a:p>
        </p:txBody>
      </p:sp>
      <p:sp>
        <p:nvSpPr>
          <p:cNvPr id="2" name="Copyright" hidden="1"/>
          <p:cNvSpPr/>
          <p:nvPr/>
        </p:nvSpPr>
        <p:spPr>
          <a:xfrm>
            <a:off x="4699080" y="6431760"/>
            <a:ext cx="2793240" cy="10656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000000"/>
              </a:solidFill>
              <a:effectLst/>
              <a:uFillTx/>
              <a:latin typeface="Arial"/>
            </a:endParaRPr>
          </a:p>
        </p:txBody>
      </p:sp>
      <p:sp>
        <p:nvSpPr>
          <p:cNvPr id="3" name="Dynamic O">
            <a:extLst>
              <a:ext uri="{C183D7F6-B498-43B3-948B-1728B52AA6E4}">
                <adec:decorative xmlns:adec="http://schemas.microsoft.com/office/drawing/2017/decorative" val="1"/>
              </a:ext>
            </a:extLst>
          </p:cNvPr>
          <p:cNvSpPr/>
          <p:nvPr/>
        </p:nvSpPr>
        <p:spPr>
          <a:xfrm>
            <a:off x="9839160" y="4542120"/>
            <a:ext cx="2351880" cy="2315160"/>
          </a:xfrm>
          <a:custGeom>
            <a:avLst/>
            <a:gdLst>
              <a:gd name="textAreaLeft" fmla="*/ 0 w 2351880"/>
              <a:gd name="textAreaRight" fmla="*/ 2352600 w 2351880"/>
              <a:gd name="textAreaTop" fmla="*/ 0 h 2315160"/>
              <a:gd name="textAreaBottom" fmla="*/ 2315880 h 2315160"/>
              <a:gd name="GluePoint1X" fmla="*/ 1920302 w 2352714"/>
              <a:gd name="GluePoint1Y" fmla="*/ 0 h 2315782"/>
              <a:gd name="GluePoint2X" fmla="*/ 2307243 w 2352714"/>
              <a:gd name="GluePoint2Y" fmla="*/ 39023 h 2315782"/>
              <a:gd name="GluePoint3X" fmla="*/ 2352714 w 2352714"/>
              <a:gd name="GluePoint3Y" fmla="*/ 50719 h 2315782"/>
              <a:gd name="GluePoint4X" fmla="*/ 2352714 w 2352714"/>
              <a:gd name="GluePoint4Y" fmla="*/ 1031302 h 2315782"/>
              <a:gd name="GluePoint5X" fmla="*/ 2305633 w 2352714"/>
              <a:gd name="GluePoint5Y" fmla="*/ 1008617 h 2315782"/>
              <a:gd name="GluePoint6X" fmla="*/ 1920302 w 2352714"/>
              <a:gd name="GluePoint6Y" fmla="*/ 930833 h 2315782"/>
              <a:gd name="GluePoint7X" fmla="*/ 930841 w 2352714"/>
              <a:gd name="GluePoint7Y" fmla="*/ 1920285 h 2315782"/>
              <a:gd name="GluePoint8X" fmla="*/ 1008626 w 2352714"/>
              <a:gd name="GluePoint8Y" fmla="*/ 2305613 h 2315782"/>
              <a:gd name="GluePoint9X" fmla="*/ 1013526 w 2352714"/>
              <a:gd name="GluePoint9Y" fmla="*/ 2315782 h 2315782"/>
              <a:gd name="GluePoint10X" fmla="*/ 41225 w 2352714"/>
              <a:gd name="GluePoint10Y" fmla="*/ 2315782 h 2315782"/>
              <a:gd name="GluePoint11X" fmla="*/ 39023 w 2352714"/>
              <a:gd name="GluePoint11Y" fmla="*/ 2307223 h 2315782"/>
              <a:gd name="GluePoint12X" fmla="*/ 0 w 2352714"/>
              <a:gd name="GluePoint12Y" fmla="*/ 1920285 h 2315782"/>
              <a:gd name="GluePoint13X" fmla="*/ 1920302 w 2352714"/>
              <a:gd name="GluePoint13Y" fmla="*/ 0 h 231578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Lst>
            <a:rect l="textAreaLeft" t="textAreaTop" r="textAreaRight" b="textAreaBottom"/>
            <a:pathLst>
              <a:path w="2352714" h="2315782">
                <a:moveTo>
                  <a:pt x="1920302" y="0"/>
                </a:moveTo>
                <a:cubicBezTo>
                  <a:pt x="2052842" y="0"/>
                  <a:pt x="2182252" y="13437"/>
                  <a:pt x="2307243" y="39023"/>
                </a:cubicBezTo>
                <a:lnTo>
                  <a:pt x="2352714" y="50719"/>
                </a:lnTo>
                <a:lnTo>
                  <a:pt x="2352714" y="1031302"/>
                </a:lnTo>
                <a:lnTo>
                  <a:pt x="2305633" y="1008617"/>
                </a:lnTo>
                <a:cubicBezTo>
                  <a:pt x="2187234" y="958533"/>
                  <a:pt x="2057029" y="930833"/>
                  <a:pt x="1920302" y="930833"/>
                </a:cubicBezTo>
                <a:cubicBezTo>
                  <a:pt x="1373393" y="930833"/>
                  <a:pt x="930841" y="1373381"/>
                  <a:pt x="930841" y="1920285"/>
                </a:cubicBezTo>
                <a:cubicBezTo>
                  <a:pt x="930841" y="2057011"/>
                  <a:pt x="958541" y="2187215"/>
                  <a:pt x="1008626" y="2305613"/>
                </a:cubicBezTo>
                <a:lnTo>
                  <a:pt x="1013526" y="2315782"/>
                </a:lnTo>
                <a:lnTo>
                  <a:pt x="41225" y="2315782"/>
                </a:lnTo>
                <a:lnTo>
                  <a:pt x="39023" y="2307223"/>
                </a:lnTo>
                <a:cubicBezTo>
                  <a:pt x="13437" y="2182233"/>
                  <a:pt x="0" y="2052824"/>
                  <a:pt x="0" y="1920285"/>
                </a:cubicBezTo>
                <a:cubicBezTo>
                  <a:pt x="0" y="859973"/>
                  <a:pt x="859981" y="0"/>
                  <a:pt x="1920302" y="0"/>
                </a:cubicBezTo>
                <a:close/>
              </a:path>
            </a:pathLst>
          </a:custGeom>
          <a:solidFill>
            <a:schemeClr val="tx2"/>
          </a:solidFill>
          <a:ln w="3921">
            <a:noFill/>
          </a:ln>
        </p:spPr>
        <p:style>
          <a:lnRef idx="0"/>
          <a:fillRef idx="0"/>
          <a:effectRef idx="0"/>
          <a:fontRef idx="minor"/>
        </p:style>
        <p:txBody>
          <a:bodyPr lIns="90000" rIns="90000" tIns="45000" bIns="45000" anchor="ctr">
            <a:noAutofit/>
          </a:bodyPr>
          <a:p>
            <a:pPr defTabSz="914400">
              <a:lnSpc>
                <a:spcPct val="100000"/>
              </a:lnSpc>
            </a:pPr>
            <a:endParaRPr b="0" lang="en-US" sz="1800" strike="noStrike" u="none">
              <a:solidFill>
                <a:schemeClr val="dk1"/>
              </a:solidFill>
              <a:effectLst/>
              <a:uFillTx/>
              <a:latin typeface="Arial"/>
            </a:endParaRPr>
          </a:p>
        </p:txBody>
      </p:sp>
      <p:sp>
        <p:nvSpPr>
          <p:cNvPr id="4" name="PlaceHolder 1"/>
          <p:cNvSpPr>
            <a:spLocks noGrp="1"/>
          </p:cNvSpPr>
          <p:nvPr>
            <p:ph type="title"/>
          </p:nvPr>
        </p:nvSpPr>
        <p:spPr>
          <a:xfrm>
            <a:off x="6865920" y="2397240"/>
            <a:ext cx="4114080" cy="1495080"/>
          </a:xfrm>
          <a:prstGeom prst="rect">
            <a:avLst/>
          </a:prstGeom>
          <a:noFill/>
          <a:ln w="0">
            <a:noFill/>
          </a:ln>
        </p:spPr>
        <p:txBody>
          <a:bodyPr lIns="0" rIns="0" tIns="0" bIns="0" anchor="ctr">
            <a:noAutofit/>
          </a:bodyPr>
          <a:p>
            <a:pPr indent="0" defTabSz="914400">
              <a:lnSpc>
                <a:spcPct val="90000"/>
              </a:lnSpc>
              <a:buNone/>
              <a:tabLst>
                <a:tab algn="l" pos="0"/>
              </a:tabLst>
            </a:pPr>
            <a:r>
              <a:rPr b="0" lang="en-US" sz="3600" strike="noStrike" u="none">
                <a:solidFill>
                  <a:schemeClr val="dk1"/>
                </a:solidFill>
                <a:effectLst/>
                <a:uFillTx/>
                <a:latin typeface="Georgia Pro"/>
              </a:rPr>
              <a:t>Section title; Georgia Pro 36pt, sentence case</a:t>
            </a:r>
            <a:endParaRPr b="0" lang="en-US" sz="3600" strike="noStrike" u="none">
              <a:solidFill>
                <a:srgbClr val="000000"/>
              </a:solidFill>
              <a:effectLst/>
              <a:uFillTx/>
              <a:latin typeface="Arial"/>
            </a:endParaRPr>
          </a:p>
        </p:txBody>
      </p:sp>
      <p:sp>
        <p:nvSpPr>
          <p:cNvPr id="5" name="PlaceHolder 2"/>
          <p:cNvSpPr>
            <a:spLocks noGrp="1"/>
          </p:cNvSpPr>
          <p:nvPr>
            <p:ph type="body"/>
          </p:nvPr>
        </p:nvSpPr>
        <p:spPr>
          <a:xfrm>
            <a:off x="906120" y="800280"/>
            <a:ext cx="5257080" cy="5257080"/>
          </a:xfrm>
          <a:prstGeom prst="rect">
            <a:avLst/>
          </a:prstGeom>
          <a:noFill/>
          <a:ln w="0">
            <a:noFill/>
          </a:ln>
        </p:spPr>
        <p:txBody>
          <a:bodyPr lIns="90000" rIns="90000" tIns="45000" bIns="45000" anchor="t">
            <a:noAutofit/>
          </a:bodyPr>
          <a:p>
            <a:pPr indent="0" algn="ctr" defTabSz="914400">
              <a:lnSpc>
                <a:spcPct val="100000"/>
              </a:lnSpc>
              <a:buNone/>
              <a:tabLst>
                <a:tab algn="l" pos="0"/>
              </a:tabLst>
            </a:pPr>
            <a:br>
              <a:rPr sz="1400"/>
            </a:br>
            <a:r>
              <a:rPr b="0" lang="en-US" sz="1400" strike="noStrike" u="none">
                <a:solidFill>
                  <a:schemeClr val="dk1"/>
                </a:solidFill>
                <a:effectLst/>
                <a:uFillTx/>
                <a:latin typeface="Arial"/>
              </a:rPr>
              <a:t>Photography should be inserted into this placeholder with unchanged dimensions (5.75” H x 5.75” W). </a:t>
            </a:r>
            <a:br>
              <a:rPr sz="1400"/>
            </a:br>
            <a:br>
              <a:rPr sz="1400"/>
            </a:br>
            <a:r>
              <a:rPr b="0" lang="en-US" sz="1400" strike="noStrike" u="none">
                <a:solidFill>
                  <a:schemeClr val="dk1"/>
                </a:solidFill>
                <a:effectLst/>
                <a:uFillTx/>
                <a:latin typeface="Arial"/>
              </a:rPr>
              <a:t>To access brand approved photography, visit: brand.optum.com/content/photography-new.</a:t>
            </a:r>
            <a:br>
              <a:rPr sz="1400"/>
            </a:br>
            <a:br>
              <a:rPr sz="1400"/>
            </a:br>
            <a:br>
              <a:rPr sz="1400"/>
            </a:br>
            <a:r>
              <a:rPr b="0" lang="en-US" sz="1400" strike="noStrike" u="none">
                <a:solidFill>
                  <a:schemeClr val="dk1"/>
                </a:solidFill>
                <a:effectLst/>
                <a:uFillTx/>
                <a:latin typeface="Arial"/>
              </a:rPr>
              <a:t>DO NOT use Copilot inserted imagery.</a:t>
            </a:r>
            <a:endParaRPr b="0" lang="en-US" sz="1400" strike="noStrike" u="none">
              <a:solidFill>
                <a:srgbClr val="000000"/>
              </a:solidFill>
              <a:effectLst/>
              <a:uFillTx/>
              <a:latin typeface="Arial"/>
            </a:endParaRPr>
          </a:p>
          <a:p>
            <a:pPr indent="0" algn="ctr" defTabSz="914400">
              <a:lnSpc>
                <a:spcPct val="100000"/>
              </a:lnSpc>
              <a:buNone/>
              <a:tabLst>
                <a:tab algn="l" pos="0"/>
              </a:tabLst>
            </a:pPr>
            <a:endParaRPr b="0" lang="en-US" sz="1400" strike="noStrike" u="none">
              <a:solidFill>
                <a:srgbClr val="000000"/>
              </a:solidFill>
              <a:effectLst/>
              <a:uFillTx/>
              <a:latin typeface="Arial"/>
            </a:endParaRPr>
          </a:p>
          <a:p>
            <a:pPr indent="0" algn="ctr" defTabSz="914400">
              <a:lnSpc>
                <a:spcPct val="100000"/>
              </a:lnSpc>
              <a:buNone/>
              <a:tabLst>
                <a:tab algn="l" pos="0"/>
              </a:tabLst>
            </a:pPr>
            <a:endParaRPr b="0" lang="en-US" sz="1400" strike="noStrike" u="none">
              <a:solidFill>
                <a:srgbClr val="000000"/>
              </a:solidFill>
              <a:effectLst/>
              <a:uFillTx/>
              <a:latin typeface="Arial"/>
            </a:endParaRPr>
          </a:p>
        </p:txBody>
      </p:sp>
      <p:pic>
        <p:nvPicPr>
          <p:cNvPr id="6" name="Optum Logo" descr="Optum"/>
          <p:cNvPicPr/>
          <p:nvPr/>
        </p:nvPicPr>
        <p:blipFill>
          <a:blip r:embed="rId4">
            <a:extLst>
              <a:ext uri="{96DAC541-7B7A-43D3-8B79-37D633B846F1}">
                <asvg:svgBlip xmlns:asvg="http://schemas.microsoft.com/office/drawing/2016/SVG/main" r:embed="rId5"/>
              </a:ext>
            </a:extLst>
          </a:blip>
          <a:stretch/>
        </p:blipFill>
        <p:spPr>
          <a:xfrm>
            <a:off x="461880" y="6343560"/>
            <a:ext cx="772200" cy="223200"/>
          </a:xfrm>
          <a:prstGeom prst="rect">
            <a:avLst/>
          </a:prstGeom>
          <a:noFill/>
          <a:ln w="0">
            <a:noFill/>
          </a:ln>
        </p:spPr>
      </p:pic>
      <p:sp>
        <p:nvSpPr>
          <p:cNvPr id="7" name="PlaceHolder 3"/>
          <p:cNvSpPr>
            <a:spLocks noGrp="1"/>
          </p:cNvSpPr>
          <p:nvPr>
            <p:ph type="dt" idx="1"/>
          </p:nvPr>
        </p:nvSpPr>
        <p:spPr>
          <a:xfrm>
            <a:off x="0" y="7170840"/>
            <a:ext cx="9136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r>
              <a:rPr b="0" lang="en-US" sz="200" strike="noStrike" u="none">
                <a:solidFill>
                  <a:schemeClr val="dk1"/>
                </a:solidFill>
                <a:effectLst/>
                <a:uFillTx/>
                <a:latin typeface="Arial"/>
              </a:rPr>
              <a:t>&lt;date/time&gt;</a:t>
            </a:r>
            <a:endParaRPr b="0" lang="en-US" sz="200" strike="noStrike" u="none">
              <a:solidFill>
                <a:srgbClr val="000000"/>
              </a:solidFill>
              <a:effectLst/>
              <a:uFillTx/>
              <a:latin typeface="Times New Roman"/>
            </a:endParaRPr>
          </a:p>
        </p:txBody>
      </p:sp>
      <p:sp>
        <p:nvSpPr>
          <p:cNvPr id="8" name="PlaceHolder 4"/>
          <p:cNvSpPr>
            <a:spLocks noGrp="1"/>
          </p:cNvSpPr>
          <p:nvPr>
            <p:ph type="ftr" idx="2"/>
          </p:nvPr>
        </p:nvSpPr>
        <p:spPr>
          <a:xfrm>
            <a:off x="0" y="7120440"/>
            <a:ext cx="11548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r>
              <a:rPr b="0" lang="en-US" sz="200" strike="noStrike" u="none">
                <a:solidFill>
                  <a:schemeClr val="dk1"/>
                </a:solidFill>
                <a:effectLst/>
                <a:uFillTx/>
                <a:latin typeface="Arial"/>
              </a:rPr>
              <a:t>&lt;footer&gt;</a:t>
            </a:r>
            <a:endParaRPr b="0" lang="en-US" sz="200" strike="noStrike" u="none">
              <a:solidFill>
                <a:srgbClr val="000000"/>
              </a:solidFill>
              <a:effectLst/>
              <a:uFillTx/>
              <a:latin typeface="Times New Roman"/>
            </a:endParaRPr>
          </a:p>
        </p:txBody>
      </p:sp>
      <p:sp>
        <p:nvSpPr>
          <p:cNvPr id="9" name="PlaceHolder 5"/>
          <p:cNvSpPr>
            <a:spLocks noGrp="1"/>
          </p:cNvSpPr>
          <p:nvPr>
            <p:ph type="sldNum" idx="3"/>
          </p:nvPr>
        </p:nvSpPr>
        <p:spPr>
          <a:xfrm>
            <a:off x="0" y="7221600"/>
            <a:ext cx="9136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fld id="{5B2CC200-AFFA-4D44-AAC5-05503AC93546}" type="slidenum">
              <a:rPr b="0" lang="en-US" sz="200" strike="noStrike" u="none">
                <a:solidFill>
                  <a:schemeClr val="dk1"/>
                </a:solidFill>
                <a:effectLst/>
                <a:uFillTx/>
                <a:latin typeface="Arial"/>
              </a:rPr>
              <a:t>&lt;number&gt;</a:t>
            </a:fld>
            <a:endParaRPr b="0" lang="en-US" sz="200" strike="noStrike" u="non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11">
    <p:bg>
      <p:bgPr>
        <a:solidFill>
          <a:schemeClr val="lt2"/>
        </a:solidFill>
      </p:bgPr>
    </p:bg>
    <p:spTree>
      <p:nvGrpSpPr>
        <p:cNvPr id="1" name=""/>
        <p:cNvGrpSpPr/>
        <p:nvPr/>
      </p:nvGrpSpPr>
      <p:grpSpPr>
        <a:xfrm>
          <a:off x="0" y="0"/>
          <a:ext cx="0" cy="0"/>
          <a:chOff x="0" y="0"/>
          <a:chExt cx="0" cy="0"/>
        </a:xfrm>
      </p:grpSpPr>
      <p:pic>
        <p:nvPicPr>
          <p:cNvPr id="10" name="Optum Logo" descr="Optum"/>
          <p:cNvPicPr/>
          <p:nvPr/>
        </p:nvPicPr>
        <p:blipFill>
          <a:blip r:embed="rId2">
            <a:extLst>
              <a:ext uri="{96DAC541-7B7A-43D3-8B79-37D633B846F1}">
                <asvg:svgBlip xmlns:asvg="http://schemas.microsoft.com/office/drawing/2016/SVG/main" r:embed="rId3"/>
              </a:ext>
            </a:extLst>
          </a:blip>
          <a:stretch/>
        </p:blipFill>
        <p:spPr>
          <a:xfrm>
            <a:off x="461880" y="6343560"/>
            <a:ext cx="772200" cy="223200"/>
          </a:xfrm>
          <a:prstGeom prst="rect">
            <a:avLst/>
          </a:prstGeom>
          <a:noFill/>
          <a:ln w="0">
            <a:noFill/>
          </a:ln>
        </p:spPr>
      </p:pic>
      <p:sp>
        <p:nvSpPr>
          <p:cNvPr id="11" name="Page Number" hidden="1"/>
          <p:cNvSpPr/>
          <p:nvPr/>
        </p:nvSpPr>
        <p:spPr>
          <a:xfrm>
            <a:off x="11576160" y="6394320"/>
            <a:ext cx="156240" cy="15300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B34B3AA0-1CBB-4BE5-AA98-CBF1428BA0F1}" type="slidenum">
              <a:rPr b="1" lang="en-US" sz="1000" strike="noStrike" u="none">
                <a:solidFill>
                  <a:schemeClr val="dk1"/>
                </a:solidFill>
                <a:effectLst/>
                <a:uFillTx/>
                <a:latin typeface="Arial"/>
              </a:rPr>
              <a:t>&lt;number&gt;</a:t>
            </a:fld>
            <a:endParaRPr b="0" lang="en-US" sz="1000" strike="noStrike" u="none">
              <a:solidFill>
                <a:srgbClr val="000000"/>
              </a:solidFill>
              <a:effectLst/>
              <a:uFillTx/>
              <a:latin typeface="Arial"/>
            </a:endParaRPr>
          </a:p>
        </p:txBody>
      </p:sp>
      <p:sp>
        <p:nvSpPr>
          <p:cNvPr id="12" name="Copyright" hidden="1"/>
          <p:cNvSpPr/>
          <p:nvPr/>
        </p:nvSpPr>
        <p:spPr>
          <a:xfrm>
            <a:off x="4699080" y="6431760"/>
            <a:ext cx="2793240" cy="10656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000000"/>
              </a:solidFill>
              <a:effectLst/>
              <a:uFillTx/>
              <a:latin typeface="Arial"/>
            </a:endParaRPr>
          </a:p>
        </p:txBody>
      </p:sp>
      <p:sp>
        <p:nvSpPr>
          <p:cNvPr id="13" name="Dynamic O">
            <a:extLst>
              <a:ext uri="{C183D7F6-B498-43B3-948B-1728B52AA6E4}">
                <adec:decorative xmlns:adec="http://schemas.microsoft.com/office/drawing/2017/decorative" val="1"/>
              </a:ext>
            </a:extLst>
          </p:cNvPr>
          <p:cNvSpPr/>
          <p:nvPr/>
        </p:nvSpPr>
        <p:spPr>
          <a:xfrm>
            <a:off x="9473040" y="0"/>
            <a:ext cx="2718000" cy="6857280"/>
          </a:xfrm>
          <a:custGeom>
            <a:avLst/>
            <a:gdLst>
              <a:gd name="textAreaLeft" fmla="*/ 0 w 2718000"/>
              <a:gd name="textAreaRight" fmla="*/ 2718720 w 2718000"/>
              <a:gd name="textAreaTop" fmla="*/ 0 h 6857280"/>
              <a:gd name="textAreaBottom" fmla="*/ 6858000 h 6857280"/>
              <a:gd name="GluePoint1X" fmla="*/ 2069828 w 2718859"/>
              <a:gd name="GluePoint1Y" fmla="*/ 0 h 6858000"/>
              <a:gd name="GluePoint2X" fmla="*/ 2718859 w 2718859"/>
              <a:gd name="GluePoint2Y" fmla="*/ 0 h 6858000"/>
              <a:gd name="GluePoint3X" fmla="*/ 2718859 w 2718859"/>
              <a:gd name="GluePoint3Y" fmla="*/ 1762101 h 6858000"/>
              <a:gd name="GluePoint4X" fmla="*/ 2718398 w 2718859"/>
              <a:gd name="GluePoint4Y" fmla="*/ 1762381 h 6858000"/>
              <a:gd name="GluePoint5X" fmla="*/ 1851208 w 2718859"/>
              <a:gd name="GluePoint5Y" fmla="*/ 3394335 h 6858000"/>
              <a:gd name="GluePoint6X" fmla="*/ 2567465 w 2718859"/>
              <a:gd name="GluePoint6Y" fmla="*/ 4913063 h 6858000"/>
              <a:gd name="GluePoint7X" fmla="*/ 2718859 w 2718859"/>
              <a:gd name="GluePoint7Y" fmla="*/ 5026214 h 6858000"/>
              <a:gd name="GluePoint8X" fmla="*/ 2718859 w 2718859"/>
              <a:gd name="GluePoint8Y" fmla="*/ 6858000 h 6858000"/>
              <a:gd name="GluePoint9X" fmla="*/ 2210701 w 2718859"/>
              <a:gd name="GluePoint9Y" fmla="*/ 6858000 h 6858000"/>
              <a:gd name="GluePoint10X" fmla="*/ 2163505 w 2718859"/>
              <a:gd name="GluePoint10Y" fmla="*/ 6836659 h 6858000"/>
              <a:gd name="GluePoint11X" fmla="*/ 0 w 2718859"/>
              <a:gd name="GluePoint11Y" fmla="*/ 3394335 h 6858000"/>
              <a:gd name="GluePoint12X" fmla="*/ 1998841 w 2718859"/>
              <a:gd name="GluePoint12Y" fmla="*/ 36364 h 685800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Lst>
            <a:rect l="textAreaLeft" t="textAreaTop" r="textAreaRight" b="textAreaBottom"/>
            <a:pathLst>
              <a:path w="2718859" h="6858000">
                <a:moveTo>
                  <a:pt x="2069828" y="0"/>
                </a:moveTo>
                <a:lnTo>
                  <a:pt x="2718859" y="0"/>
                </a:lnTo>
                <a:lnTo>
                  <a:pt x="2718859" y="1762101"/>
                </a:lnTo>
                <a:lnTo>
                  <a:pt x="2718398" y="1762381"/>
                </a:lnTo>
                <a:cubicBezTo>
                  <a:pt x="2195007" y="2115826"/>
                  <a:pt x="1851208" y="2714545"/>
                  <a:pt x="1851208" y="3394335"/>
                </a:cubicBezTo>
                <a:cubicBezTo>
                  <a:pt x="1851208" y="4006147"/>
                  <a:pt x="2130090" y="4552291"/>
                  <a:pt x="2567465" y="4913063"/>
                </a:cubicBezTo>
                <a:lnTo>
                  <a:pt x="2718859" y="5026214"/>
                </a:lnTo>
                <a:lnTo>
                  <a:pt x="2718859" y="6858000"/>
                </a:lnTo>
                <a:lnTo>
                  <a:pt x="2210701" y="6858000"/>
                </a:lnTo>
                <a:lnTo>
                  <a:pt x="2163505" y="6836659"/>
                </a:lnTo>
                <a:cubicBezTo>
                  <a:pt x="883536" y="6219781"/>
                  <a:pt x="0" y="4909972"/>
                  <a:pt x="0" y="3394335"/>
                </a:cubicBezTo>
                <a:cubicBezTo>
                  <a:pt x="0" y="1944596"/>
                  <a:pt x="808377" y="683176"/>
                  <a:pt x="1998841" y="36364"/>
                </a:cubicBezTo>
                <a:close/>
              </a:path>
            </a:pathLst>
          </a:custGeom>
          <a:solidFill>
            <a:schemeClr val="tx2"/>
          </a:solidFill>
          <a:ln w="12811">
            <a:noFill/>
          </a:ln>
        </p:spPr>
        <p:style>
          <a:lnRef idx="0"/>
          <a:fillRef idx="0"/>
          <a:effectRef idx="0"/>
          <a:fontRef idx="minor"/>
        </p:style>
        <p:txBody>
          <a:bodyPr lIns="90000" rIns="90000" tIns="45000" bIns="45000" anchor="ctr">
            <a:noAutofit/>
          </a:bodyPr>
          <a:p>
            <a:pPr defTabSz="914400">
              <a:lnSpc>
                <a:spcPct val="100000"/>
              </a:lnSpc>
            </a:pPr>
            <a:endParaRPr b="0" lang="en-US" sz="1800" strike="noStrike" u="none">
              <a:solidFill>
                <a:schemeClr val="dk1"/>
              </a:solidFill>
              <a:effectLst/>
              <a:uFillTx/>
              <a:latin typeface="Arial"/>
            </a:endParaRPr>
          </a:p>
        </p:txBody>
      </p:sp>
      <p:sp>
        <p:nvSpPr>
          <p:cNvPr id="14" name="PlaceHolder 1"/>
          <p:cNvSpPr>
            <a:spLocks noGrp="1"/>
          </p:cNvSpPr>
          <p:nvPr>
            <p:ph type="title"/>
          </p:nvPr>
        </p:nvSpPr>
        <p:spPr>
          <a:xfrm>
            <a:off x="465840" y="2418120"/>
            <a:ext cx="5629680" cy="1218240"/>
          </a:xfrm>
          <a:prstGeom prst="rect">
            <a:avLst/>
          </a:prstGeom>
          <a:noFill/>
          <a:ln w="0">
            <a:noFill/>
          </a:ln>
        </p:spPr>
        <p:txBody>
          <a:bodyPr lIns="0" rIns="0" tIns="0" bIns="0" anchor="ctr">
            <a:noAutofit/>
          </a:bodyPr>
          <a:p>
            <a:pPr indent="0" defTabSz="914400">
              <a:lnSpc>
                <a:spcPct val="90000"/>
              </a:lnSpc>
              <a:buNone/>
              <a:tabLst>
                <a:tab algn="l" pos="0"/>
              </a:tabLst>
            </a:pPr>
            <a:r>
              <a:rPr b="0" lang="en-US" sz="4400" strike="noStrike" u="none">
                <a:solidFill>
                  <a:schemeClr val="dk1"/>
                </a:solidFill>
                <a:effectLst/>
                <a:uFillTx/>
                <a:latin typeface="Georgia Pro"/>
              </a:rPr>
              <a:t>Section title; Georgia Pro 44pt, sent. case</a:t>
            </a:r>
            <a:endParaRPr b="0" lang="en-US" sz="4400" strike="noStrike" u="none">
              <a:solidFill>
                <a:srgbClr val="000000"/>
              </a:solidFill>
              <a:effectLst/>
              <a:uFillTx/>
              <a:latin typeface="Arial"/>
            </a:endParaRPr>
          </a:p>
        </p:txBody>
      </p:sp>
      <p:pic>
        <p:nvPicPr>
          <p:cNvPr id="15" name="Optum Logo" descr="Optum"/>
          <p:cNvPicPr/>
          <p:nvPr/>
        </p:nvPicPr>
        <p:blipFill>
          <a:blip r:embed="rId4">
            <a:extLst>
              <a:ext uri="{96DAC541-7B7A-43D3-8B79-37D633B846F1}">
                <asvg:svgBlip xmlns:asvg="http://schemas.microsoft.com/office/drawing/2016/SVG/main" r:embed="rId5"/>
              </a:ext>
            </a:extLst>
          </a:blip>
          <a:stretch/>
        </p:blipFill>
        <p:spPr>
          <a:xfrm>
            <a:off x="461880" y="6343560"/>
            <a:ext cx="772200" cy="223200"/>
          </a:xfrm>
          <a:prstGeom prst="rect">
            <a:avLst/>
          </a:prstGeom>
          <a:noFill/>
          <a:ln w="0">
            <a:noFill/>
          </a:ln>
        </p:spPr>
      </p:pic>
      <p:sp>
        <p:nvSpPr>
          <p:cNvPr id="16" name="PlaceHolder 2"/>
          <p:cNvSpPr>
            <a:spLocks noGrp="1"/>
          </p:cNvSpPr>
          <p:nvPr>
            <p:ph type="dt" idx="4"/>
          </p:nvPr>
        </p:nvSpPr>
        <p:spPr>
          <a:xfrm>
            <a:off x="0" y="7170840"/>
            <a:ext cx="9136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r>
              <a:rPr b="0" lang="en-US" sz="200" strike="noStrike" u="none">
                <a:solidFill>
                  <a:schemeClr val="dk1"/>
                </a:solidFill>
                <a:effectLst/>
                <a:uFillTx/>
                <a:latin typeface="Arial"/>
              </a:rPr>
              <a:t>&lt;date/time&gt;</a:t>
            </a:r>
            <a:endParaRPr b="0" lang="en-US" sz="200" strike="noStrike" u="none">
              <a:solidFill>
                <a:srgbClr val="000000"/>
              </a:solidFill>
              <a:effectLst/>
              <a:uFillTx/>
              <a:latin typeface="Times New Roman"/>
            </a:endParaRPr>
          </a:p>
        </p:txBody>
      </p:sp>
      <p:sp>
        <p:nvSpPr>
          <p:cNvPr id="17" name="PlaceHolder 3"/>
          <p:cNvSpPr>
            <a:spLocks noGrp="1"/>
          </p:cNvSpPr>
          <p:nvPr>
            <p:ph type="ftr" idx="5"/>
          </p:nvPr>
        </p:nvSpPr>
        <p:spPr>
          <a:xfrm>
            <a:off x="0" y="7120440"/>
            <a:ext cx="11548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r>
              <a:rPr b="0" lang="en-US" sz="200" strike="noStrike" u="none">
                <a:solidFill>
                  <a:schemeClr val="dk1"/>
                </a:solidFill>
                <a:effectLst/>
                <a:uFillTx/>
                <a:latin typeface="Arial"/>
              </a:rPr>
              <a:t>&lt;footer&gt;</a:t>
            </a:r>
            <a:endParaRPr b="0" lang="en-US" sz="200" strike="noStrike" u="none">
              <a:solidFill>
                <a:srgbClr val="000000"/>
              </a:solidFill>
              <a:effectLst/>
              <a:uFillTx/>
              <a:latin typeface="Times New Roman"/>
            </a:endParaRPr>
          </a:p>
        </p:txBody>
      </p:sp>
      <p:sp>
        <p:nvSpPr>
          <p:cNvPr id="18" name="PlaceHolder 4"/>
          <p:cNvSpPr>
            <a:spLocks noGrp="1"/>
          </p:cNvSpPr>
          <p:nvPr>
            <p:ph type="sldNum" idx="6"/>
          </p:nvPr>
        </p:nvSpPr>
        <p:spPr>
          <a:xfrm>
            <a:off x="0" y="7221600"/>
            <a:ext cx="9136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fld id="{96623493-A6CB-4815-A90F-2C22B5F27588}" type="slidenum">
              <a:rPr b="0" lang="en-US" sz="200" strike="noStrike" u="none">
                <a:solidFill>
                  <a:schemeClr val="dk1"/>
                </a:solidFill>
                <a:effectLst/>
                <a:uFillTx/>
                <a:latin typeface="Arial"/>
              </a:rPr>
              <a:t>&lt;number&gt;</a:t>
            </a:fld>
            <a:endParaRPr b="0" lang="en-US" sz="200" strike="noStrike" u="none">
              <a:solidFill>
                <a:srgbClr val="000000"/>
              </a:solidFill>
              <a:effectLst/>
              <a:uFillTx/>
              <a:latin typeface="Times New Roman"/>
            </a:endParaRPr>
          </a:p>
        </p:txBody>
      </p:sp>
      <p:sp>
        <p:nvSpPr>
          <p:cNvPr id="19" name="PlaceHolder 5"/>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600" strike="noStrike" u="none">
                <a:solidFill>
                  <a:schemeClr val="dk1"/>
                </a:solidFill>
                <a:effectLst/>
                <a:uFillTx/>
                <a:latin typeface="Arial"/>
              </a:rPr>
              <a:t>Click to edit the outline text format</a:t>
            </a:r>
            <a:endParaRPr b="0" lang="en-US" sz="16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600" strike="noStrike" u="none">
                <a:solidFill>
                  <a:schemeClr val="dk1"/>
                </a:solidFill>
                <a:effectLst/>
                <a:uFillTx/>
                <a:latin typeface="Arial"/>
              </a:rPr>
              <a:t>Second Outline Level</a:t>
            </a:r>
            <a:endParaRPr b="0" lang="en-US" sz="16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1600" strike="noStrike" u="none">
                <a:solidFill>
                  <a:schemeClr val="dk1"/>
                </a:solidFill>
                <a:effectLst/>
                <a:uFillTx/>
                <a:latin typeface="Arial"/>
              </a:rPr>
              <a:t>Third Outline Level</a:t>
            </a:r>
            <a:endParaRPr b="0" lang="en-US" sz="16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1400" strike="noStrike" u="none">
                <a:solidFill>
                  <a:schemeClr val="dk1"/>
                </a:solidFill>
                <a:effectLst/>
                <a:uFillTx/>
                <a:latin typeface="Arial"/>
              </a:rPr>
              <a:t>Fourth Outline Level</a:t>
            </a:r>
            <a:endParaRPr b="0" lang="en-US" sz="14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2000" strike="noStrike" u="none">
                <a:solidFill>
                  <a:schemeClr val="dk1"/>
                </a:solidFill>
                <a:effectLst/>
                <a:uFillTx/>
                <a:latin typeface="Arial"/>
              </a:rPr>
              <a:t>Fifth Outline Level</a:t>
            </a:r>
            <a:endParaRPr b="0" lang="en-US" sz="20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2000" strike="noStrike" u="none">
                <a:solidFill>
                  <a:schemeClr val="dk1"/>
                </a:solidFill>
                <a:effectLst/>
                <a:uFillTx/>
                <a:latin typeface="Arial"/>
              </a:rPr>
              <a:t>Sixth Outline Level</a:t>
            </a:r>
            <a:endParaRPr b="0" lang="en-US" sz="20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2000" strike="noStrike" u="none">
                <a:solidFill>
                  <a:schemeClr val="dk1"/>
                </a:solidFill>
                <a:effectLst/>
                <a:uFillTx/>
                <a:latin typeface="Arial"/>
              </a:rPr>
              <a:t>Seventh Outline Level</a:t>
            </a:r>
            <a:endParaRPr b="0" lang="en-US" sz="2000" strike="noStrike" u="none">
              <a:solidFill>
                <a:srgbClr val="000000"/>
              </a:solidFill>
              <a:effectLst/>
              <a:uFillTx/>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12">
    <p:bg>
      <p:bgPr>
        <a:solidFill>
          <a:schemeClr val="lt2"/>
        </a:solidFill>
      </p:bgPr>
    </p:bg>
    <p:spTree>
      <p:nvGrpSpPr>
        <p:cNvPr id="1" name=""/>
        <p:cNvGrpSpPr/>
        <p:nvPr/>
      </p:nvGrpSpPr>
      <p:grpSpPr>
        <a:xfrm>
          <a:off x="0" y="0"/>
          <a:ext cx="0" cy="0"/>
          <a:chOff x="0" y="0"/>
          <a:chExt cx="0" cy="0"/>
        </a:xfrm>
      </p:grpSpPr>
      <p:pic>
        <p:nvPicPr>
          <p:cNvPr id="20" name="Optum Logo" descr="Optum"/>
          <p:cNvPicPr/>
          <p:nvPr/>
        </p:nvPicPr>
        <p:blipFill>
          <a:blip r:embed="rId2">
            <a:extLst>
              <a:ext uri="{96DAC541-7B7A-43D3-8B79-37D633B846F1}">
                <asvg:svgBlip xmlns:asvg="http://schemas.microsoft.com/office/drawing/2016/SVG/main" r:embed="rId3"/>
              </a:ext>
            </a:extLst>
          </a:blip>
          <a:stretch/>
        </p:blipFill>
        <p:spPr>
          <a:xfrm>
            <a:off x="461880" y="6343560"/>
            <a:ext cx="772200" cy="223200"/>
          </a:xfrm>
          <a:prstGeom prst="rect">
            <a:avLst/>
          </a:prstGeom>
          <a:noFill/>
          <a:ln w="0">
            <a:noFill/>
          </a:ln>
        </p:spPr>
      </p:pic>
      <p:sp>
        <p:nvSpPr>
          <p:cNvPr id="21" name="Page Number" hidden="1"/>
          <p:cNvSpPr/>
          <p:nvPr/>
        </p:nvSpPr>
        <p:spPr>
          <a:xfrm>
            <a:off x="11576160" y="6394320"/>
            <a:ext cx="156240" cy="15300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E2DCADCD-9E36-4146-AC70-4D8F7E17D0E5}" type="slidenum">
              <a:rPr b="1" lang="en-US" sz="1000" strike="noStrike" u="none">
                <a:solidFill>
                  <a:schemeClr val="dk1"/>
                </a:solidFill>
                <a:effectLst/>
                <a:uFillTx/>
                <a:latin typeface="Arial"/>
              </a:rPr>
              <a:t>&lt;number&gt;</a:t>
            </a:fld>
            <a:endParaRPr b="0" lang="en-US" sz="1000" strike="noStrike" u="none">
              <a:solidFill>
                <a:srgbClr val="000000"/>
              </a:solidFill>
              <a:effectLst/>
              <a:uFillTx/>
              <a:latin typeface="Arial"/>
            </a:endParaRPr>
          </a:p>
        </p:txBody>
      </p:sp>
      <p:sp>
        <p:nvSpPr>
          <p:cNvPr id="22" name="Copyright" hidden="1"/>
          <p:cNvSpPr/>
          <p:nvPr/>
        </p:nvSpPr>
        <p:spPr>
          <a:xfrm>
            <a:off x="4699080" y="6431760"/>
            <a:ext cx="2793240" cy="10656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000000"/>
              </a:solidFill>
              <a:effectLst/>
              <a:uFillTx/>
              <a:latin typeface="Arial"/>
            </a:endParaRPr>
          </a:p>
        </p:txBody>
      </p:sp>
      <p:sp>
        <p:nvSpPr>
          <p:cNvPr id="23" name="Dynamic O">
            <a:extLst>
              <a:ext uri="{C183D7F6-B498-43B3-948B-1728B52AA6E4}">
                <adec:decorative xmlns:adec="http://schemas.microsoft.com/office/drawing/2017/decorative" val="1"/>
              </a:ext>
            </a:extLst>
          </p:cNvPr>
          <p:cNvSpPr/>
          <p:nvPr/>
        </p:nvSpPr>
        <p:spPr>
          <a:xfrm>
            <a:off x="9473040" y="0"/>
            <a:ext cx="2718000" cy="6857280"/>
          </a:xfrm>
          <a:custGeom>
            <a:avLst/>
            <a:gdLst>
              <a:gd name="textAreaLeft" fmla="*/ 0 w 2718000"/>
              <a:gd name="textAreaRight" fmla="*/ 2718720 w 2718000"/>
              <a:gd name="textAreaTop" fmla="*/ 0 h 6857280"/>
              <a:gd name="textAreaBottom" fmla="*/ 6858000 h 6857280"/>
              <a:gd name="GluePoint1X" fmla="*/ 2069828 w 2718859"/>
              <a:gd name="GluePoint1Y" fmla="*/ 0 h 6858000"/>
              <a:gd name="GluePoint2X" fmla="*/ 2718859 w 2718859"/>
              <a:gd name="GluePoint2Y" fmla="*/ 0 h 6858000"/>
              <a:gd name="GluePoint3X" fmla="*/ 2718859 w 2718859"/>
              <a:gd name="GluePoint3Y" fmla="*/ 1762101 h 6858000"/>
              <a:gd name="GluePoint4X" fmla="*/ 2718398 w 2718859"/>
              <a:gd name="GluePoint4Y" fmla="*/ 1762381 h 6858000"/>
              <a:gd name="GluePoint5X" fmla="*/ 1851208 w 2718859"/>
              <a:gd name="GluePoint5Y" fmla="*/ 3394335 h 6858000"/>
              <a:gd name="GluePoint6X" fmla="*/ 2567465 w 2718859"/>
              <a:gd name="GluePoint6Y" fmla="*/ 4913063 h 6858000"/>
              <a:gd name="GluePoint7X" fmla="*/ 2718859 w 2718859"/>
              <a:gd name="GluePoint7Y" fmla="*/ 5026214 h 6858000"/>
              <a:gd name="GluePoint8X" fmla="*/ 2718859 w 2718859"/>
              <a:gd name="GluePoint8Y" fmla="*/ 6858000 h 6858000"/>
              <a:gd name="GluePoint9X" fmla="*/ 2210701 w 2718859"/>
              <a:gd name="GluePoint9Y" fmla="*/ 6858000 h 6858000"/>
              <a:gd name="GluePoint10X" fmla="*/ 2163505 w 2718859"/>
              <a:gd name="GluePoint10Y" fmla="*/ 6836659 h 6858000"/>
              <a:gd name="GluePoint11X" fmla="*/ 0 w 2718859"/>
              <a:gd name="GluePoint11Y" fmla="*/ 3394335 h 6858000"/>
              <a:gd name="GluePoint12X" fmla="*/ 1998841 w 2718859"/>
              <a:gd name="GluePoint12Y" fmla="*/ 36364 h 685800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Lst>
            <a:rect l="textAreaLeft" t="textAreaTop" r="textAreaRight" b="textAreaBottom"/>
            <a:pathLst>
              <a:path w="2718859" h="6858000">
                <a:moveTo>
                  <a:pt x="2069828" y="0"/>
                </a:moveTo>
                <a:lnTo>
                  <a:pt x="2718859" y="0"/>
                </a:lnTo>
                <a:lnTo>
                  <a:pt x="2718859" y="1762101"/>
                </a:lnTo>
                <a:lnTo>
                  <a:pt x="2718398" y="1762381"/>
                </a:lnTo>
                <a:cubicBezTo>
                  <a:pt x="2195007" y="2115826"/>
                  <a:pt x="1851208" y="2714545"/>
                  <a:pt x="1851208" y="3394335"/>
                </a:cubicBezTo>
                <a:cubicBezTo>
                  <a:pt x="1851208" y="4006147"/>
                  <a:pt x="2130090" y="4552291"/>
                  <a:pt x="2567465" y="4913063"/>
                </a:cubicBezTo>
                <a:lnTo>
                  <a:pt x="2718859" y="5026214"/>
                </a:lnTo>
                <a:lnTo>
                  <a:pt x="2718859" y="6858000"/>
                </a:lnTo>
                <a:lnTo>
                  <a:pt x="2210701" y="6858000"/>
                </a:lnTo>
                <a:lnTo>
                  <a:pt x="2163505" y="6836659"/>
                </a:lnTo>
                <a:cubicBezTo>
                  <a:pt x="883536" y="6219781"/>
                  <a:pt x="0" y="4909972"/>
                  <a:pt x="0" y="3394335"/>
                </a:cubicBezTo>
                <a:cubicBezTo>
                  <a:pt x="0" y="1944596"/>
                  <a:pt x="808377" y="683176"/>
                  <a:pt x="1998841" y="36364"/>
                </a:cubicBezTo>
                <a:close/>
              </a:path>
            </a:pathLst>
          </a:custGeom>
          <a:solidFill>
            <a:schemeClr val="tx2"/>
          </a:solidFill>
          <a:ln w="12811">
            <a:noFill/>
          </a:ln>
        </p:spPr>
        <p:style>
          <a:lnRef idx="0"/>
          <a:fillRef idx="0"/>
          <a:effectRef idx="0"/>
          <a:fontRef idx="minor"/>
        </p:style>
        <p:txBody>
          <a:bodyPr lIns="90000" rIns="90000" tIns="45000" bIns="45000" anchor="ctr">
            <a:noAutofit/>
          </a:bodyPr>
          <a:p>
            <a:pPr defTabSz="914400">
              <a:lnSpc>
                <a:spcPct val="100000"/>
              </a:lnSpc>
            </a:pPr>
            <a:endParaRPr b="0" lang="en-US" sz="1800" strike="noStrike" u="none">
              <a:solidFill>
                <a:schemeClr val="dk1"/>
              </a:solidFill>
              <a:effectLst/>
              <a:uFillTx/>
              <a:latin typeface="Arial"/>
            </a:endParaRPr>
          </a:p>
        </p:txBody>
      </p:sp>
      <p:sp>
        <p:nvSpPr>
          <p:cNvPr id="24" name="PlaceHolder 1"/>
          <p:cNvSpPr>
            <a:spLocks noGrp="1"/>
          </p:cNvSpPr>
          <p:nvPr>
            <p:ph type="title"/>
          </p:nvPr>
        </p:nvSpPr>
        <p:spPr>
          <a:xfrm>
            <a:off x="465840" y="2418120"/>
            <a:ext cx="5629680" cy="1218240"/>
          </a:xfrm>
          <a:prstGeom prst="rect">
            <a:avLst/>
          </a:prstGeom>
          <a:noFill/>
          <a:ln w="0">
            <a:noFill/>
          </a:ln>
        </p:spPr>
        <p:txBody>
          <a:bodyPr lIns="0" rIns="0" tIns="0" bIns="0" anchor="ctr">
            <a:noAutofit/>
          </a:bodyPr>
          <a:p>
            <a:pPr indent="0" defTabSz="914400">
              <a:lnSpc>
                <a:spcPct val="90000"/>
              </a:lnSpc>
              <a:buNone/>
              <a:tabLst>
                <a:tab algn="l" pos="0"/>
              </a:tabLst>
            </a:pPr>
            <a:r>
              <a:rPr b="0" lang="en-US" sz="4400" strike="noStrike" u="none">
                <a:solidFill>
                  <a:schemeClr val="dk1"/>
                </a:solidFill>
                <a:effectLst/>
                <a:uFillTx/>
                <a:latin typeface="Georgia Pro"/>
              </a:rPr>
              <a:t>Section title; Georgia Pro 44pt, sent. case</a:t>
            </a:r>
            <a:endParaRPr b="0" lang="en-US" sz="4400" strike="noStrike" u="none">
              <a:solidFill>
                <a:srgbClr val="000000"/>
              </a:solidFill>
              <a:effectLst/>
              <a:uFillTx/>
              <a:latin typeface="Arial"/>
            </a:endParaRPr>
          </a:p>
        </p:txBody>
      </p:sp>
      <p:sp>
        <p:nvSpPr>
          <p:cNvPr id="25" name="PlaceHolder 2"/>
          <p:cNvSpPr>
            <a:spLocks noGrp="1"/>
          </p:cNvSpPr>
          <p:nvPr>
            <p:ph type="body"/>
          </p:nvPr>
        </p:nvSpPr>
        <p:spPr>
          <a:xfrm>
            <a:off x="6419880" y="274320"/>
            <a:ext cx="5485680" cy="6582960"/>
          </a:xfrm>
          <a:prstGeom prst="rect">
            <a:avLst/>
          </a:prstGeom>
          <a:noFill/>
          <a:ln w="0">
            <a:noFill/>
          </a:ln>
        </p:spPr>
        <p:txBody>
          <a:bodyPr lIns="457200" rIns="457200" tIns="45000" bIns="45000" anchor="t">
            <a:noAutofit/>
          </a:bodyPr>
          <a:p>
            <a:pPr indent="0" algn="ctr" defTabSz="914400">
              <a:lnSpc>
                <a:spcPct val="100000"/>
              </a:lnSpc>
              <a:buNone/>
              <a:tabLst>
                <a:tab algn="l" pos="0"/>
              </a:tabLst>
            </a:pPr>
            <a:br>
              <a:rPr sz="1400"/>
            </a:br>
            <a:r>
              <a:rPr b="0" lang="en-US" sz="1400" strike="noStrike" u="none">
                <a:solidFill>
                  <a:schemeClr val="dk1"/>
                </a:solidFill>
                <a:effectLst/>
                <a:uFillTx/>
                <a:latin typeface="Arial"/>
              </a:rPr>
              <a:t>Traditional, grayscale portraiture with removed background to be inserted into this placeholder with unchanged dimensions (7.2” H x 6.0” W). </a:t>
            </a:r>
            <a:br>
              <a:rPr sz="1400"/>
            </a:br>
            <a:br>
              <a:rPr sz="1400"/>
            </a:br>
            <a:r>
              <a:rPr b="0" lang="en-US" sz="1400" strike="noStrike" u="none">
                <a:solidFill>
                  <a:schemeClr val="dk1"/>
                </a:solidFill>
                <a:effectLst/>
                <a:uFillTx/>
                <a:latin typeface="Arial"/>
              </a:rPr>
              <a:t>To access brand approved photography, visit: brand.optum.com/content/photography-new.</a:t>
            </a:r>
            <a:br>
              <a:rPr sz="1400"/>
            </a:br>
            <a:br>
              <a:rPr sz="1400"/>
            </a:br>
            <a:br>
              <a:rPr sz="1400"/>
            </a:br>
            <a:r>
              <a:rPr b="0" lang="en-US" sz="1400" strike="noStrike" u="none">
                <a:solidFill>
                  <a:schemeClr val="dk1"/>
                </a:solidFill>
                <a:effectLst/>
                <a:uFillTx/>
                <a:latin typeface="Arial"/>
              </a:rPr>
              <a:t>DO NOT use Copilot inserted imagery.</a:t>
            </a:r>
            <a:endParaRPr b="0" lang="en-US" sz="1400" strike="noStrike" u="none">
              <a:solidFill>
                <a:srgbClr val="000000"/>
              </a:solidFill>
              <a:effectLst/>
              <a:uFillTx/>
              <a:latin typeface="Arial"/>
            </a:endParaRPr>
          </a:p>
          <a:p>
            <a:pPr indent="0" algn="ctr" defTabSz="914400">
              <a:lnSpc>
                <a:spcPct val="100000"/>
              </a:lnSpc>
              <a:buNone/>
              <a:tabLst>
                <a:tab algn="l" pos="0"/>
              </a:tabLst>
            </a:pPr>
            <a:endParaRPr b="0" lang="en-US" sz="1400" strike="noStrike" u="none">
              <a:solidFill>
                <a:srgbClr val="000000"/>
              </a:solidFill>
              <a:effectLst/>
              <a:uFillTx/>
              <a:latin typeface="Arial"/>
            </a:endParaRPr>
          </a:p>
          <a:p>
            <a:pPr indent="0" algn="ctr" defTabSz="914400">
              <a:lnSpc>
                <a:spcPct val="100000"/>
              </a:lnSpc>
              <a:buNone/>
              <a:tabLst>
                <a:tab algn="l" pos="0"/>
              </a:tabLst>
            </a:pPr>
            <a:endParaRPr b="0" lang="en-US" sz="1400" strike="noStrike" u="none">
              <a:solidFill>
                <a:srgbClr val="000000"/>
              </a:solidFill>
              <a:effectLst/>
              <a:uFillTx/>
              <a:latin typeface="Arial"/>
            </a:endParaRPr>
          </a:p>
        </p:txBody>
      </p:sp>
      <p:pic>
        <p:nvPicPr>
          <p:cNvPr id="26" name="Optum Logo" descr="Optum"/>
          <p:cNvPicPr/>
          <p:nvPr/>
        </p:nvPicPr>
        <p:blipFill>
          <a:blip r:embed="rId4">
            <a:extLst>
              <a:ext uri="{96DAC541-7B7A-43D3-8B79-37D633B846F1}">
                <asvg:svgBlip xmlns:asvg="http://schemas.microsoft.com/office/drawing/2016/SVG/main" r:embed="rId5"/>
              </a:ext>
            </a:extLst>
          </a:blip>
          <a:stretch/>
        </p:blipFill>
        <p:spPr>
          <a:xfrm>
            <a:off x="461880" y="6343560"/>
            <a:ext cx="772200" cy="223200"/>
          </a:xfrm>
          <a:prstGeom prst="rect">
            <a:avLst/>
          </a:prstGeom>
          <a:noFill/>
          <a:ln w="0">
            <a:noFill/>
          </a:ln>
        </p:spPr>
      </p:pic>
      <p:sp>
        <p:nvSpPr>
          <p:cNvPr id="27" name="PlaceHolder 3"/>
          <p:cNvSpPr>
            <a:spLocks noGrp="1"/>
          </p:cNvSpPr>
          <p:nvPr>
            <p:ph type="dt" idx="7"/>
          </p:nvPr>
        </p:nvSpPr>
        <p:spPr>
          <a:xfrm>
            <a:off x="0" y="7170840"/>
            <a:ext cx="9136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r>
              <a:rPr b="0" lang="en-US" sz="200" strike="noStrike" u="none">
                <a:solidFill>
                  <a:schemeClr val="dk1"/>
                </a:solidFill>
                <a:effectLst/>
                <a:uFillTx/>
                <a:latin typeface="Arial"/>
              </a:rPr>
              <a:t>&lt;date/time&gt;</a:t>
            </a:r>
            <a:endParaRPr b="0" lang="en-US" sz="200" strike="noStrike" u="none">
              <a:solidFill>
                <a:srgbClr val="000000"/>
              </a:solidFill>
              <a:effectLst/>
              <a:uFillTx/>
              <a:latin typeface="Times New Roman"/>
            </a:endParaRPr>
          </a:p>
        </p:txBody>
      </p:sp>
      <p:sp>
        <p:nvSpPr>
          <p:cNvPr id="28" name="PlaceHolder 4"/>
          <p:cNvSpPr>
            <a:spLocks noGrp="1"/>
          </p:cNvSpPr>
          <p:nvPr>
            <p:ph type="ftr" idx="8"/>
          </p:nvPr>
        </p:nvSpPr>
        <p:spPr>
          <a:xfrm>
            <a:off x="0" y="7120440"/>
            <a:ext cx="11548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r>
              <a:rPr b="0" lang="en-US" sz="200" strike="noStrike" u="none">
                <a:solidFill>
                  <a:schemeClr val="dk1"/>
                </a:solidFill>
                <a:effectLst/>
                <a:uFillTx/>
                <a:latin typeface="Arial"/>
              </a:rPr>
              <a:t>&lt;footer&gt;</a:t>
            </a:r>
            <a:endParaRPr b="0" lang="en-US" sz="200" strike="noStrike" u="none">
              <a:solidFill>
                <a:srgbClr val="000000"/>
              </a:solidFill>
              <a:effectLst/>
              <a:uFillTx/>
              <a:latin typeface="Times New Roman"/>
            </a:endParaRPr>
          </a:p>
        </p:txBody>
      </p:sp>
      <p:sp>
        <p:nvSpPr>
          <p:cNvPr id="29" name="PlaceHolder 5"/>
          <p:cNvSpPr>
            <a:spLocks noGrp="1"/>
          </p:cNvSpPr>
          <p:nvPr>
            <p:ph type="sldNum" idx="9"/>
          </p:nvPr>
        </p:nvSpPr>
        <p:spPr>
          <a:xfrm>
            <a:off x="0" y="7221600"/>
            <a:ext cx="9136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fld id="{1BCE47D9-B291-4AB9-86BC-8BB99EE72057}" type="slidenum">
              <a:rPr b="0" lang="en-US" sz="200" strike="noStrike" u="none">
                <a:solidFill>
                  <a:schemeClr val="dk1"/>
                </a:solidFill>
                <a:effectLst/>
                <a:uFillTx/>
                <a:latin typeface="Arial"/>
              </a:rPr>
              <a:t>&lt;number&gt;</a:t>
            </a:fld>
            <a:endParaRPr b="0" lang="en-US" sz="200" strike="noStrike" u="non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 ___ ">
    <p:bg>
      <p:bgPr>
        <a:solidFill>
          <a:srgbClr val="7030a0"/>
        </a:solidFill>
      </p:bgPr>
    </p:bg>
    <p:spTree>
      <p:nvGrpSpPr>
        <p:cNvPr id="1" name=""/>
        <p:cNvGrpSpPr/>
        <p:nvPr/>
      </p:nvGrpSpPr>
      <p:grpSpPr>
        <a:xfrm>
          <a:off x="0" y="0"/>
          <a:ext cx="0" cy="0"/>
          <a:chOff x="0" y="0"/>
          <a:chExt cx="0" cy="0"/>
        </a:xfrm>
      </p:grpSpPr>
      <p:pic>
        <p:nvPicPr>
          <p:cNvPr id="30" name="Optum Logo" descr="Optum"/>
          <p:cNvPicPr/>
          <p:nvPr/>
        </p:nvPicPr>
        <p:blipFill>
          <a:blip r:embed="rId2">
            <a:extLst>
              <a:ext uri="{96DAC541-7B7A-43D3-8B79-37D633B846F1}">
                <asvg:svgBlip xmlns:asvg="http://schemas.microsoft.com/office/drawing/2016/SVG/main" r:embed="rId3"/>
              </a:ext>
            </a:extLst>
          </a:blip>
          <a:stretch/>
        </p:blipFill>
        <p:spPr>
          <a:xfrm>
            <a:off x="461880" y="6343560"/>
            <a:ext cx="772200" cy="223200"/>
          </a:xfrm>
          <a:prstGeom prst="rect">
            <a:avLst/>
          </a:prstGeom>
          <a:noFill/>
          <a:ln w="0">
            <a:noFill/>
          </a:ln>
        </p:spPr>
      </p:pic>
      <p:sp>
        <p:nvSpPr>
          <p:cNvPr id="31" name="Page Number" hidden="1"/>
          <p:cNvSpPr/>
          <p:nvPr/>
        </p:nvSpPr>
        <p:spPr>
          <a:xfrm>
            <a:off x="11576160" y="6394320"/>
            <a:ext cx="156240" cy="15300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21E277D1-D6E8-484B-8484-5BB085B92B23}" type="slidenum">
              <a:rPr b="1" lang="en-US" sz="1000" strike="noStrike" u="none">
                <a:solidFill>
                  <a:schemeClr val="dk1"/>
                </a:solidFill>
                <a:effectLst/>
                <a:uFillTx/>
                <a:latin typeface="Arial"/>
              </a:rPr>
              <a:t>&lt;number&gt;</a:t>
            </a:fld>
            <a:endParaRPr b="0" lang="en-US" sz="1000" strike="noStrike" u="none">
              <a:solidFill>
                <a:srgbClr val="ffffff"/>
              </a:solidFill>
              <a:effectLst/>
              <a:uFillTx/>
              <a:latin typeface="Arial"/>
            </a:endParaRPr>
          </a:p>
        </p:txBody>
      </p:sp>
      <p:sp>
        <p:nvSpPr>
          <p:cNvPr id="32" name="Copyright" hidden="1"/>
          <p:cNvSpPr/>
          <p:nvPr/>
        </p:nvSpPr>
        <p:spPr>
          <a:xfrm>
            <a:off x="4699080" y="6431760"/>
            <a:ext cx="2793240" cy="10656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ffffff"/>
              </a:solidFill>
              <a:effectLst/>
              <a:uFillTx/>
              <a:latin typeface="Arial"/>
            </a:endParaRPr>
          </a:p>
        </p:txBody>
      </p:sp>
      <p:sp>
        <p:nvSpPr>
          <p:cNvPr id="33" name="TextBox 1"/>
          <p:cNvSpPr/>
          <p:nvPr/>
        </p:nvSpPr>
        <p:spPr>
          <a:xfrm>
            <a:off x="743040" y="2390400"/>
            <a:ext cx="9890640" cy="2076840"/>
          </a:xfrm>
          <a:prstGeom prst="rect">
            <a:avLst/>
          </a:prstGeom>
          <a:noFill/>
          <a:ln w="0">
            <a:noFill/>
          </a:ln>
        </p:spPr>
        <p:style>
          <a:lnRef idx="0"/>
          <a:fillRef idx="0"/>
          <a:effectRef idx="0"/>
          <a:fontRef idx="minor"/>
        </p:style>
        <p:txBody>
          <a:bodyPr lIns="0" rIns="0" tIns="0" bIns="0" anchor="t">
            <a:spAutoFit/>
          </a:bodyPr>
          <a:p>
            <a:pPr defTabSz="914400">
              <a:lnSpc>
                <a:spcPct val="90000"/>
              </a:lnSpc>
            </a:pPr>
            <a:r>
              <a:rPr b="1" lang="en-US" sz="15000" strike="noStrike" u="none">
                <a:solidFill>
                  <a:schemeClr val="lt1"/>
                </a:solidFill>
                <a:effectLst/>
                <a:uFillTx/>
                <a:latin typeface="Arial"/>
              </a:rPr>
              <a:t>Covers</a:t>
            </a:r>
            <a:endParaRPr b="0" lang="en-US" sz="15000" strike="noStrike" u="none">
              <a:solidFill>
                <a:srgbClr val="ffffff"/>
              </a:solidFill>
              <a:effectLst/>
              <a:uFillTx/>
              <a:latin typeface="Arial"/>
            </a:endParaRPr>
          </a:p>
        </p:txBody>
      </p:sp>
      <p:cxnSp>
        <p:nvCxnSpPr>
          <p:cNvPr id="34" name="Arrow">
            <a:extLst>
              <a:ext uri="{C183D7F6-B498-43B3-948B-1728B52AA6E4}">
                <adec:decorative xmlns:adec="http://schemas.microsoft.com/office/drawing/2017/decorative" val="1"/>
              </a:ext>
            </a:extLst>
          </p:cNvPr>
          <p:cNvCxnSpPr/>
          <p:nvPr/>
        </p:nvCxnSpPr>
        <p:spPr>
          <a:xfrm>
            <a:off x="9496800" y="3429000"/>
            <a:ext cx="1952640" cy="720"/>
          </a:xfrm>
          <a:prstGeom prst="straightConnector1">
            <a:avLst/>
          </a:prstGeom>
          <a:ln cap="rnd" w="317500">
            <a:solidFill>
              <a:srgbClr val="ffffff"/>
            </a:solidFill>
            <a:round/>
            <a:tailEnd len="sm" type="arrow" w="lg"/>
          </a:ln>
        </p:spPr>
      </p:cxn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   ___   ">
    <p:bg>
      <p:bgPr>
        <a:solidFill>
          <a:srgbClr val="7030a0"/>
        </a:solidFill>
      </p:bgPr>
    </p:bg>
    <p:spTree>
      <p:nvGrpSpPr>
        <p:cNvPr id="1" name=""/>
        <p:cNvGrpSpPr/>
        <p:nvPr/>
      </p:nvGrpSpPr>
      <p:grpSpPr>
        <a:xfrm>
          <a:off x="0" y="0"/>
          <a:ext cx="0" cy="0"/>
          <a:chOff x="0" y="0"/>
          <a:chExt cx="0" cy="0"/>
        </a:xfrm>
      </p:grpSpPr>
      <p:pic>
        <p:nvPicPr>
          <p:cNvPr id="35" name="Optum Logo" descr="Optum"/>
          <p:cNvPicPr/>
          <p:nvPr/>
        </p:nvPicPr>
        <p:blipFill>
          <a:blip r:embed="rId2">
            <a:extLst>
              <a:ext uri="{96DAC541-7B7A-43D3-8B79-37D633B846F1}">
                <asvg:svgBlip xmlns:asvg="http://schemas.microsoft.com/office/drawing/2016/SVG/main" r:embed="rId3"/>
              </a:ext>
            </a:extLst>
          </a:blip>
          <a:stretch/>
        </p:blipFill>
        <p:spPr>
          <a:xfrm>
            <a:off x="461880" y="6343560"/>
            <a:ext cx="772200" cy="223200"/>
          </a:xfrm>
          <a:prstGeom prst="rect">
            <a:avLst/>
          </a:prstGeom>
          <a:noFill/>
          <a:ln w="0">
            <a:noFill/>
          </a:ln>
        </p:spPr>
      </p:pic>
      <p:sp>
        <p:nvSpPr>
          <p:cNvPr id="36" name="Page Number" hidden="1"/>
          <p:cNvSpPr/>
          <p:nvPr/>
        </p:nvSpPr>
        <p:spPr>
          <a:xfrm>
            <a:off x="11576160" y="6394320"/>
            <a:ext cx="156240" cy="15300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C55BF43C-726B-43F9-8E70-5456DC2E8CF6}" type="slidenum">
              <a:rPr b="1" lang="en-US" sz="1000" strike="noStrike" u="none">
                <a:solidFill>
                  <a:schemeClr val="dk1"/>
                </a:solidFill>
                <a:effectLst/>
                <a:uFillTx/>
                <a:latin typeface="Arial"/>
              </a:rPr>
              <a:t>&lt;number&gt;</a:t>
            </a:fld>
            <a:endParaRPr b="0" lang="en-US" sz="1000" strike="noStrike" u="none">
              <a:solidFill>
                <a:srgbClr val="ffffff"/>
              </a:solidFill>
              <a:effectLst/>
              <a:uFillTx/>
              <a:latin typeface="Arial"/>
            </a:endParaRPr>
          </a:p>
        </p:txBody>
      </p:sp>
      <p:sp>
        <p:nvSpPr>
          <p:cNvPr id="37" name="Copyright" hidden="1"/>
          <p:cNvSpPr/>
          <p:nvPr/>
        </p:nvSpPr>
        <p:spPr>
          <a:xfrm>
            <a:off x="4699080" y="6431760"/>
            <a:ext cx="2793240" cy="10656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ffffff"/>
              </a:solidFill>
              <a:effectLst/>
              <a:uFillTx/>
              <a:latin typeface="Arial"/>
            </a:endParaRPr>
          </a:p>
        </p:txBody>
      </p:sp>
      <p:sp>
        <p:nvSpPr>
          <p:cNvPr id="38" name="TextBox 1"/>
          <p:cNvSpPr/>
          <p:nvPr/>
        </p:nvSpPr>
        <p:spPr>
          <a:xfrm>
            <a:off x="743040" y="1351440"/>
            <a:ext cx="9890640" cy="4154400"/>
          </a:xfrm>
          <a:prstGeom prst="rect">
            <a:avLst/>
          </a:prstGeom>
          <a:noFill/>
          <a:ln w="0">
            <a:noFill/>
          </a:ln>
        </p:spPr>
        <p:style>
          <a:lnRef idx="0"/>
          <a:fillRef idx="0"/>
          <a:effectRef idx="0"/>
          <a:fontRef idx="minor"/>
        </p:style>
        <p:txBody>
          <a:bodyPr lIns="0" rIns="0" tIns="0" bIns="0" anchor="t">
            <a:spAutoFit/>
          </a:bodyPr>
          <a:p>
            <a:pPr defTabSz="914400">
              <a:lnSpc>
                <a:spcPct val="90000"/>
              </a:lnSpc>
            </a:pPr>
            <a:r>
              <a:rPr b="1" lang="en-US" sz="15000" strike="noStrike" u="none">
                <a:solidFill>
                  <a:schemeClr val="lt1"/>
                </a:solidFill>
                <a:effectLst/>
                <a:uFillTx/>
                <a:latin typeface="Arial"/>
              </a:rPr>
              <a:t>Layouts </a:t>
            </a:r>
            <a:r>
              <a:rPr b="0" lang="en-US" sz="15000" strike="noStrike" u="none">
                <a:solidFill>
                  <a:schemeClr val="lt1"/>
                </a:solidFill>
                <a:effectLst/>
                <a:uFillTx/>
                <a:latin typeface="Arial"/>
              </a:rPr>
              <a:t>(Themes)</a:t>
            </a:r>
            <a:endParaRPr b="0" lang="en-US" sz="15000" strike="noStrike" u="none">
              <a:solidFill>
                <a:srgbClr val="ffffff"/>
              </a:solidFill>
              <a:effectLst/>
              <a:uFillTx/>
              <a:latin typeface="Arial"/>
            </a:endParaRPr>
          </a:p>
        </p:txBody>
      </p:sp>
      <p:cxnSp>
        <p:nvCxnSpPr>
          <p:cNvPr id="39" name="Arrow">
            <a:extLst>
              <a:ext uri="{C183D7F6-B498-43B3-948B-1728B52AA6E4}">
                <adec:decorative xmlns:adec="http://schemas.microsoft.com/office/drawing/2017/decorative" val="1"/>
              </a:ext>
            </a:extLst>
          </p:cNvPr>
          <p:cNvCxnSpPr/>
          <p:nvPr/>
        </p:nvCxnSpPr>
        <p:spPr>
          <a:xfrm>
            <a:off x="9496800" y="3429000"/>
            <a:ext cx="1952640" cy="720"/>
          </a:xfrm>
          <a:prstGeom prst="straightConnector1">
            <a:avLst/>
          </a:prstGeom>
          <a:ln cap="rnd" w="317500">
            <a:solidFill>
              <a:srgbClr val="ffffff"/>
            </a:solidFill>
            <a:round/>
            <a:tailEnd len="sm" type="arrow" w="lg"/>
          </a:ln>
        </p:spPr>
      </p:cxn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pic>
        <p:nvPicPr>
          <p:cNvPr id="40" name="Optum Logo" descr="Optum"/>
          <p:cNvPicPr/>
          <p:nvPr/>
        </p:nvPicPr>
        <p:blipFill>
          <a:blip r:embed="rId2">
            <a:extLst>
              <a:ext uri="{96DAC541-7B7A-43D3-8B79-37D633B846F1}">
                <asvg:svgBlip xmlns:asvg="http://schemas.microsoft.com/office/drawing/2016/SVG/main" r:embed="rId3"/>
              </a:ext>
            </a:extLst>
          </a:blip>
          <a:stretch/>
        </p:blipFill>
        <p:spPr>
          <a:xfrm>
            <a:off x="461880" y="6343560"/>
            <a:ext cx="772200" cy="223200"/>
          </a:xfrm>
          <a:prstGeom prst="rect">
            <a:avLst/>
          </a:prstGeom>
          <a:noFill/>
          <a:ln w="0">
            <a:noFill/>
          </a:ln>
        </p:spPr>
      </p:pic>
      <p:sp>
        <p:nvSpPr>
          <p:cNvPr id="41" name="Page Number"/>
          <p:cNvSpPr/>
          <p:nvPr/>
        </p:nvSpPr>
        <p:spPr>
          <a:xfrm>
            <a:off x="11576160" y="6394320"/>
            <a:ext cx="156240" cy="15300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24A4935E-F8A6-47EF-A9BD-62E233FDD281}" type="slidenum">
              <a:rPr b="1" lang="en-US" sz="1000" strike="noStrike" u="none">
                <a:solidFill>
                  <a:schemeClr val="dk1"/>
                </a:solidFill>
                <a:effectLst/>
                <a:uFillTx/>
                <a:latin typeface="Arial"/>
              </a:rPr>
              <a:t>&lt;number&gt;</a:t>
            </a:fld>
            <a:endParaRPr b="0" lang="en-US" sz="1000" strike="noStrike" u="none">
              <a:solidFill>
                <a:srgbClr val="000000"/>
              </a:solidFill>
              <a:effectLst/>
              <a:uFillTx/>
              <a:latin typeface="Arial"/>
            </a:endParaRPr>
          </a:p>
        </p:txBody>
      </p:sp>
      <p:sp>
        <p:nvSpPr>
          <p:cNvPr id="42" name="Copyright"/>
          <p:cNvSpPr/>
          <p:nvPr/>
        </p:nvSpPr>
        <p:spPr>
          <a:xfrm>
            <a:off x="4699080" y="6431760"/>
            <a:ext cx="2793240" cy="10656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000000"/>
              </a:solidFill>
              <a:effectLst/>
              <a:uFillTx/>
              <a:latin typeface="Arial"/>
            </a:endParaRPr>
          </a:p>
        </p:txBody>
      </p:sp>
      <p:cxnSp>
        <p:nvCxnSpPr>
          <p:cNvPr id="43" name="Stroke">
            <a:extLst>
              <a:ext uri="{C183D7F6-B498-43B3-948B-1728B52AA6E4}">
                <adec:decorative xmlns:adec="http://schemas.microsoft.com/office/drawing/2017/decorative" val="1"/>
              </a:ext>
            </a:extLst>
          </p:cNvPr>
          <p:cNvCxnSpPr/>
          <p:nvPr/>
        </p:nvCxnSpPr>
        <p:spPr>
          <a:xfrm>
            <a:off x="467640" y="410760"/>
            <a:ext cx="522720" cy="720"/>
          </a:xfrm>
          <a:prstGeom prst="straightConnector1">
            <a:avLst/>
          </a:prstGeom>
          <a:ln cap="rnd" w="38100">
            <a:solidFill>
              <a:srgbClr val="ff612b"/>
            </a:solidFill>
            <a:round/>
          </a:ln>
        </p:spPr>
      </p:cxnSp>
      <p:sp>
        <p:nvSpPr>
          <p:cNvPr id="44" name="PlaceHolder 1"/>
          <p:cNvSpPr>
            <a:spLocks noGrp="1"/>
          </p:cNvSpPr>
          <p:nvPr>
            <p:ph type="title"/>
          </p:nvPr>
        </p:nvSpPr>
        <p:spPr>
          <a:xfrm>
            <a:off x="468000" y="555480"/>
            <a:ext cx="9600480" cy="303840"/>
          </a:xfrm>
          <a:prstGeom prst="rect">
            <a:avLst/>
          </a:prstGeom>
          <a:noFill/>
          <a:ln w="0">
            <a:noFill/>
          </a:ln>
        </p:spPr>
        <p:txBody>
          <a:bodyPr lIns="0" rIns="0" tIns="0" bIns="0" anchor="t">
            <a:noAutofit/>
          </a:bodyPr>
          <a:p>
            <a:pPr indent="0" defTabSz="914400">
              <a:lnSpc>
                <a:spcPct val="90000"/>
              </a:lnSpc>
              <a:buNone/>
              <a:tabLst>
                <a:tab algn="l" pos="0"/>
              </a:tabLst>
            </a:pPr>
            <a:r>
              <a:rPr b="0" lang="en-US" sz="2200" strike="noStrike" u="none">
                <a:solidFill>
                  <a:schemeClr val="dk1"/>
                </a:solidFill>
                <a:effectLst/>
                <a:uFillTx/>
                <a:latin typeface="Georgia Pro"/>
              </a:rPr>
              <a:t>Slide title; Georgia Pro 22pt, sent. case (1 line)</a:t>
            </a:r>
            <a:endParaRPr b="0" lang="en-US" sz="2200" strike="noStrike" u="none">
              <a:solidFill>
                <a:srgbClr val="000000"/>
              </a:solidFill>
              <a:effectLst/>
              <a:uFillTx/>
              <a:latin typeface="Arial"/>
            </a:endParaRPr>
          </a:p>
        </p:txBody>
      </p:sp>
      <p:sp>
        <p:nvSpPr>
          <p:cNvPr id="45" name="PlaceHolder 2"/>
          <p:cNvSpPr>
            <a:spLocks noGrp="1"/>
          </p:cNvSpPr>
          <p:nvPr>
            <p:ph type="dt" idx="10"/>
          </p:nvPr>
        </p:nvSpPr>
        <p:spPr>
          <a:xfrm>
            <a:off x="0" y="7170840"/>
            <a:ext cx="9136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r>
              <a:rPr b="0" lang="en-US" sz="200" strike="noStrike" u="none">
                <a:solidFill>
                  <a:schemeClr val="dk1"/>
                </a:solidFill>
                <a:effectLst/>
                <a:uFillTx/>
                <a:latin typeface="Arial"/>
              </a:rPr>
              <a:t>&lt;date/time&gt;</a:t>
            </a:r>
            <a:endParaRPr b="0" lang="en-US" sz="200" strike="noStrike" u="none">
              <a:solidFill>
                <a:srgbClr val="000000"/>
              </a:solidFill>
              <a:effectLst/>
              <a:uFillTx/>
              <a:latin typeface="Times New Roman"/>
            </a:endParaRPr>
          </a:p>
        </p:txBody>
      </p:sp>
      <p:sp>
        <p:nvSpPr>
          <p:cNvPr id="46" name="PlaceHolder 3"/>
          <p:cNvSpPr>
            <a:spLocks noGrp="1"/>
          </p:cNvSpPr>
          <p:nvPr>
            <p:ph type="ftr" idx="11"/>
          </p:nvPr>
        </p:nvSpPr>
        <p:spPr>
          <a:xfrm>
            <a:off x="0" y="7120440"/>
            <a:ext cx="11548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r>
              <a:rPr b="0" lang="en-US" sz="200" strike="noStrike" u="none">
                <a:solidFill>
                  <a:schemeClr val="dk1"/>
                </a:solidFill>
                <a:effectLst/>
                <a:uFillTx/>
                <a:latin typeface="Arial"/>
              </a:rPr>
              <a:t>&lt;footer&gt;</a:t>
            </a:r>
            <a:endParaRPr b="0" lang="en-US" sz="200" strike="noStrike" u="none">
              <a:solidFill>
                <a:srgbClr val="000000"/>
              </a:solidFill>
              <a:effectLst/>
              <a:uFillTx/>
              <a:latin typeface="Times New Roman"/>
            </a:endParaRPr>
          </a:p>
        </p:txBody>
      </p:sp>
      <p:sp>
        <p:nvSpPr>
          <p:cNvPr id="47" name="PlaceHolder 4"/>
          <p:cNvSpPr>
            <a:spLocks noGrp="1"/>
          </p:cNvSpPr>
          <p:nvPr>
            <p:ph type="sldNum" idx="12"/>
          </p:nvPr>
        </p:nvSpPr>
        <p:spPr>
          <a:xfrm>
            <a:off x="0" y="7221600"/>
            <a:ext cx="9136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fld id="{3B95907F-7BCE-4926-B58F-A8AD0CC06A0B}" type="slidenum">
              <a:rPr b="0" lang="en-US" sz="200" strike="noStrike" u="none">
                <a:solidFill>
                  <a:schemeClr val="dk1"/>
                </a:solidFill>
                <a:effectLst/>
                <a:uFillTx/>
                <a:latin typeface="Arial"/>
              </a:rPr>
              <a:t>&lt;number&gt;</a:t>
            </a:fld>
            <a:endParaRPr b="0" lang="en-US" sz="200" strike="noStrike" u="none">
              <a:solidFill>
                <a:srgbClr val="000000"/>
              </a:solidFill>
              <a:effectLst/>
              <a:uFillTx/>
              <a:latin typeface="Times New Roman"/>
            </a:endParaRPr>
          </a:p>
        </p:txBody>
      </p:sp>
      <p:sp>
        <p:nvSpPr>
          <p:cNvPr id="48" name="PlaceHolder 5"/>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600" strike="noStrike" u="none">
                <a:solidFill>
                  <a:schemeClr val="dk1"/>
                </a:solidFill>
                <a:effectLst/>
                <a:uFillTx/>
                <a:latin typeface="Arial"/>
              </a:rPr>
              <a:t>Click to edit the outline text format</a:t>
            </a:r>
            <a:endParaRPr b="0" lang="en-US" sz="16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600" strike="noStrike" u="none">
                <a:solidFill>
                  <a:schemeClr val="dk1"/>
                </a:solidFill>
                <a:effectLst/>
                <a:uFillTx/>
                <a:latin typeface="Arial"/>
              </a:rPr>
              <a:t>Second Outline Level</a:t>
            </a:r>
            <a:endParaRPr b="0" lang="en-US" sz="16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1600" strike="noStrike" u="none">
                <a:solidFill>
                  <a:schemeClr val="dk1"/>
                </a:solidFill>
                <a:effectLst/>
                <a:uFillTx/>
                <a:latin typeface="Arial"/>
              </a:rPr>
              <a:t>Third Outline Level</a:t>
            </a:r>
            <a:endParaRPr b="0" lang="en-US" sz="16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1400" strike="noStrike" u="none">
                <a:solidFill>
                  <a:schemeClr val="dk1"/>
                </a:solidFill>
                <a:effectLst/>
                <a:uFillTx/>
                <a:latin typeface="Arial"/>
              </a:rPr>
              <a:t>Fourth Outline Level</a:t>
            </a:r>
            <a:endParaRPr b="0" lang="en-US" sz="14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2000" strike="noStrike" u="none">
                <a:solidFill>
                  <a:schemeClr val="dk1"/>
                </a:solidFill>
                <a:effectLst/>
                <a:uFillTx/>
                <a:latin typeface="Arial"/>
              </a:rPr>
              <a:t>Fifth Outline Level</a:t>
            </a:r>
            <a:endParaRPr b="0" lang="en-US" sz="20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2000" strike="noStrike" u="none">
                <a:solidFill>
                  <a:schemeClr val="dk1"/>
                </a:solidFill>
                <a:effectLst/>
                <a:uFillTx/>
                <a:latin typeface="Arial"/>
              </a:rPr>
              <a:t>Sixth Outline Level</a:t>
            </a:r>
            <a:endParaRPr b="0" lang="en-US" sz="20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2000" strike="noStrike" u="none">
                <a:solidFill>
                  <a:schemeClr val="dk1"/>
                </a:solidFill>
                <a:effectLst/>
                <a:uFillTx/>
                <a:latin typeface="Arial"/>
              </a:rPr>
              <a:t>Seventh Outline Level</a:t>
            </a:r>
            <a:endParaRPr b="0" lang="en-US" sz="2000" strike="noStrike" u="none">
              <a:solidFill>
                <a:srgbClr val="000000"/>
              </a:solidFill>
              <a:effectLst/>
              <a:uFillTx/>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Only, Photo">
    <p:bg>
      <p:bgPr>
        <a:solidFill>
          <a:srgbClr val="ffffff"/>
        </a:solidFill>
      </p:bgPr>
    </p:bg>
    <p:spTree>
      <p:nvGrpSpPr>
        <p:cNvPr id="1" name=""/>
        <p:cNvGrpSpPr/>
        <p:nvPr/>
      </p:nvGrpSpPr>
      <p:grpSpPr>
        <a:xfrm>
          <a:off x="0" y="0"/>
          <a:ext cx="0" cy="0"/>
          <a:chOff x="0" y="0"/>
          <a:chExt cx="0" cy="0"/>
        </a:xfrm>
      </p:grpSpPr>
      <p:pic>
        <p:nvPicPr>
          <p:cNvPr id="49" name="Optum Logo" descr="Optum"/>
          <p:cNvPicPr/>
          <p:nvPr/>
        </p:nvPicPr>
        <p:blipFill>
          <a:blip r:embed="rId2">
            <a:extLst>
              <a:ext uri="{96DAC541-7B7A-43D3-8B79-37D633B846F1}">
                <asvg:svgBlip xmlns:asvg="http://schemas.microsoft.com/office/drawing/2016/SVG/main" r:embed="rId3"/>
              </a:ext>
            </a:extLst>
          </a:blip>
          <a:stretch/>
        </p:blipFill>
        <p:spPr>
          <a:xfrm>
            <a:off x="461880" y="6343560"/>
            <a:ext cx="772200" cy="223200"/>
          </a:xfrm>
          <a:prstGeom prst="rect">
            <a:avLst/>
          </a:prstGeom>
          <a:noFill/>
          <a:ln w="0">
            <a:noFill/>
          </a:ln>
        </p:spPr>
      </p:pic>
      <p:sp>
        <p:nvSpPr>
          <p:cNvPr id="50" name="Page Number"/>
          <p:cNvSpPr/>
          <p:nvPr/>
        </p:nvSpPr>
        <p:spPr>
          <a:xfrm>
            <a:off x="11576160" y="6394320"/>
            <a:ext cx="156240" cy="15300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02F794E0-013A-400D-9CC3-1CAFB7AFF732}" type="slidenum">
              <a:rPr b="1" lang="en-US" sz="1000" strike="noStrike" u="none">
                <a:solidFill>
                  <a:schemeClr val="dk1"/>
                </a:solidFill>
                <a:effectLst/>
                <a:uFillTx/>
                <a:latin typeface="Arial"/>
              </a:rPr>
              <a:t>&lt;number&gt;</a:t>
            </a:fld>
            <a:endParaRPr b="0" lang="en-US" sz="1000" strike="noStrike" u="none">
              <a:solidFill>
                <a:srgbClr val="000000"/>
              </a:solidFill>
              <a:effectLst/>
              <a:uFillTx/>
              <a:latin typeface="Arial"/>
            </a:endParaRPr>
          </a:p>
        </p:txBody>
      </p:sp>
      <p:sp>
        <p:nvSpPr>
          <p:cNvPr id="51" name="Copyright"/>
          <p:cNvSpPr/>
          <p:nvPr/>
        </p:nvSpPr>
        <p:spPr>
          <a:xfrm>
            <a:off x="4699080" y="6431760"/>
            <a:ext cx="2793240" cy="10656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000000"/>
              </a:solidFill>
              <a:effectLst/>
              <a:uFillTx/>
              <a:latin typeface="Arial"/>
            </a:endParaRPr>
          </a:p>
        </p:txBody>
      </p:sp>
      <p:cxnSp>
        <p:nvCxnSpPr>
          <p:cNvPr id="52" name="Stroke">
            <a:extLst>
              <a:ext uri="{C183D7F6-B498-43B3-948B-1728B52AA6E4}">
                <adec:decorative xmlns:adec="http://schemas.microsoft.com/office/drawing/2017/decorative" val="1"/>
              </a:ext>
            </a:extLst>
          </p:cNvPr>
          <p:cNvCxnSpPr/>
          <p:nvPr/>
        </p:nvCxnSpPr>
        <p:spPr>
          <a:xfrm>
            <a:off x="467640" y="410760"/>
            <a:ext cx="522720" cy="720"/>
          </a:xfrm>
          <a:prstGeom prst="straightConnector1">
            <a:avLst/>
          </a:prstGeom>
          <a:ln cap="rnd" w="38100">
            <a:solidFill>
              <a:srgbClr val="ff612b"/>
            </a:solidFill>
            <a:round/>
          </a:ln>
        </p:spPr>
      </p:cxnSp>
      <p:sp>
        <p:nvSpPr>
          <p:cNvPr id="53" name="PlaceHolder 1"/>
          <p:cNvSpPr>
            <a:spLocks noGrp="1"/>
          </p:cNvSpPr>
          <p:nvPr>
            <p:ph type="title"/>
          </p:nvPr>
        </p:nvSpPr>
        <p:spPr>
          <a:xfrm>
            <a:off x="468000" y="555480"/>
            <a:ext cx="6725880" cy="303840"/>
          </a:xfrm>
          <a:prstGeom prst="rect">
            <a:avLst/>
          </a:prstGeom>
          <a:noFill/>
          <a:ln w="0">
            <a:noFill/>
          </a:ln>
        </p:spPr>
        <p:txBody>
          <a:bodyPr lIns="0" rIns="0" tIns="0" bIns="0" anchor="t">
            <a:noAutofit/>
          </a:bodyPr>
          <a:p>
            <a:pPr indent="0" defTabSz="914400">
              <a:lnSpc>
                <a:spcPct val="90000"/>
              </a:lnSpc>
              <a:buNone/>
              <a:tabLst>
                <a:tab algn="l" pos="0"/>
              </a:tabLst>
            </a:pPr>
            <a:r>
              <a:rPr b="0" lang="en-US" sz="2200" strike="noStrike" u="none">
                <a:solidFill>
                  <a:schemeClr val="dk1"/>
                </a:solidFill>
                <a:effectLst/>
                <a:uFillTx/>
                <a:latin typeface="Georgia Pro"/>
              </a:rPr>
              <a:t>Slide title; Georgia Pro 22pt, sent. case (1 line)</a:t>
            </a:r>
            <a:endParaRPr b="0" lang="en-US" sz="2200" strike="noStrike" u="none">
              <a:solidFill>
                <a:srgbClr val="000000"/>
              </a:solidFill>
              <a:effectLst/>
              <a:uFillTx/>
              <a:latin typeface="Arial"/>
            </a:endParaRPr>
          </a:p>
        </p:txBody>
      </p:sp>
      <p:sp>
        <p:nvSpPr>
          <p:cNvPr id="54" name="PlaceHolder 2"/>
          <p:cNvSpPr>
            <a:spLocks noGrp="1"/>
          </p:cNvSpPr>
          <p:nvPr>
            <p:ph type="body"/>
          </p:nvPr>
        </p:nvSpPr>
        <p:spPr>
          <a:xfrm>
            <a:off x="7528680" y="0"/>
            <a:ext cx="4662720" cy="6857280"/>
          </a:xfrm>
          <a:prstGeom prst="rect">
            <a:avLst/>
          </a:prstGeom>
          <a:noFill/>
          <a:ln w="0">
            <a:noFill/>
          </a:ln>
        </p:spPr>
        <p:txBody>
          <a:bodyPr lIns="457200" rIns="457200" tIns="45000" bIns="45000" anchor="t">
            <a:noAutofit/>
          </a:bodyPr>
          <a:p>
            <a:pPr indent="0" algn="ctr" defTabSz="914400">
              <a:lnSpc>
                <a:spcPct val="100000"/>
              </a:lnSpc>
              <a:buNone/>
              <a:tabLst>
                <a:tab algn="l" pos="0"/>
              </a:tabLst>
            </a:pPr>
            <a:br>
              <a:rPr sz="1400"/>
            </a:br>
            <a:r>
              <a:rPr b="0" lang="en-US" sz="1400" strike="noStrike" u="none">
                <a:solidFill>
                  <a:schemeClr val="dk1"/>
                </a:solidFill>
                <a:effectLst/>
                <a:uFillTx/>
                <a:latin typeface="Arial"/>
              </a:rPr>
              <a:t>Photography should be inserted into this placeholder with unchanged dimensions (7.5” H x 5.1” W). </a:t>
            </a:r>
            <a:br>
              <a:rPr sz="1400"/>
            </a:br>
            <a:br>
              <a:rPr sz="1400"/>
            </a:br>
            <a:r>
              <a:rPr b="0" lang="en-US" sz="1400" strike="noStrike" u="none">
                <a:solidFill>
                  <a:schemeClr val="dk1"/>
                </a:solidFill>
                <a:effectLst/>
                <a:uFillTx/>
                <a:latin typeface="Arial"/>
              </a:rPr>
              <a:t>To access brand approved photography, visit: brand.optum.com/content/photography-new.</a:t>
            </a:r>
            <a:br>
              <a:rPr sz="1400"/>
            </a:br>
            <a:br>
              <a:rPr sz="1400"/>
            </a:br>
            <a:br>
              <a:rPr sz="1400"/>
            </a:br>
            <a:r>
              <a:rPr b="0" lang="en-US" sz="1400" strike="noStrike" u="none">
                <a:solidFill>
                  <a:schemeClr val="dk1"/>
                </a:solidFill>
                <a:effectLst/>
                <a:uFillTx/>
                <a:latin typeface="Arial"/>
              </a:rPr>
              <a:t>DO NOT use Copilot inserted imagery.</a:t>
            </a:r>
            <a:endParaRPr b="0" lang="en-US" sz="1400" strike="noStrike" u="none">
              <a:solidFill>
                <a:srgbClr val="000000"/>
              </a:solidFill>
              <a:effectLst/>
              <a:uFillTx/>
              <a:latin typeface="Arial"/>
            </a:endParaRPr>
          </a:p>
          <a:p>
            <a:pPr indent="0" algn="ctr" defTabSz="914400">
              <a:lnSpc>
                <a:spcPct val="100000"/>
              </a:lnSpc>
              <a:buNone/>
              <a:tabLst>
                <a:tab algn="l" pos="0"/>
              </a:tabLst>
            </a:pPr>
            <a:endParaRPr b="0" lang="en-US" sz="1400" strike="noStrike" u="none">
              <a:solidFill>
                <a:srgbClr val="000000"/>
              </a:solidFill>
              <a:effectLst/>
              <a:uFillTx/>
              <a:latin typeface="Arial"/>
            </a:endParaRPr>
          </a:p>
          <a:p>
            <a:pPr indent="0" algn="ctr" defTabSz="914400">
              <a:lnSpc>
                <a:spcPct val="100000"/>
              </a:lnSpc>
              <a:buNone/>
              <a:tabLst>
                <a:tab algn="l" pos="0"/>
              </a:tabLst>
            </a:pPr>
            <a:endParaRPr b="0" lang="en-US" sz="1400" strike="noStrike" u="none">
              <a:solidFill>
                <a:srgbClr val="000000"/>
              </a:solidFill>
              <a:effectLst/>
              <a:uFillTx/>
              <a:latin typeface="Arial"/>
            </a:endParaRPr>
          </a:p>
          <a:p>
            <a:pPr indent="0" algn="ctr" defTabSz="914400">
              <a:lnSpc>
                <a:spcPct val="100000"/>
              </a:lnSpc>
              <a:buNone/>
              <a:tabLst>
                <a:tab algn="l" pos="0"/>
              </a:tabLst>
            </a:pPr>
            <a:endParaRPr b="0" lang="en-US" sz="1400" strike="noStrike" u="none">
              <a:solidFill>
                <a:srgbClr val="000000"/>
              </a:solidFill>
              <a:effectLst/>
              <a:uFillTx/>
              <a:latin typeface="Arial"/>
            </a:endParaRPr>
          </a:p>
        </p:txBody>
      </p:sp>
      <p:sp>
        <p:nvSpPr>
          <p:cNvPr id="55" name="Page # Hide Box">
            <a:extLst>
              <a:ext uri="{C183D7F6-B498-43B3-948B-1728B52AA6E4}">
                <adec:decorative xmlns:adec="http://schemas.microsoft.com/office/drawing/2017/decorative" val="1"/>
              </a:ext>
            </a:extLst>
          </p:cNvPr>
          <p:cNvSpPr/>
          <p:nvPr/>
        </p:nvSpPr>
        <p:spPr>
          <a:xfrm>
            <a:off x="11347560" y="6362640"/>
            <a:ext cx="462960" cy="221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lIns="90000" rIns="90000" tIns="45000" bIns="45000"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56" name="PlaceHolder 3"/>
          <p:cNvSpPr>
            <a:spLocks noGrp="1"/>
          </p:cNvSpPr>
          <p:nvPr>
            <p:ph type="dt" idx="13"/>
          </p:nvPr>
        </p:nvSpPr>
        <p:spPr>
          <a:xfrm>
            <a:off x="0" y="7170840"/>
            <a:ext cx="9136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r>
              <a:rPr b="0" lang="en-US" sz="200" strike="noStrike" u="none">
                <a:solidFill>
                  <a:schemeClr val="dk1"/>
                </a:solidFill>
                <a:effectLst/>
                <a:uFillTx/>
                <a:latin typeface="Arial"/>
              </a:rPr>
              <a:t>&lt;date/time&gt;</a:t>
            </a:r>
            <a:endParaRPr b="0" lang="en-US" sz="200" strike="noStrike" u="none">
              <a:solidFill>
                <a:srgbClr val="000000"/>
              </a:solidFill>
              <a:effectLst/>
              <a:uFillTx/>
              <a:latin typeface="Times New Roman"/>
            </a:endParaRPr>
          </a:p>
        </p:txBody>
      </p:sp>
      <p:sp>
        <p:nvSpPr>
          <p:cNvPr id="57" name="PlaceHolder 4"/>
          <p:cNvSpPr>
            <a:spLocks noGrp="1"/>
          </p:cNvSpPr>
          <p:nvPr>
            <p:ph type="ftr" idx="14"/>
          </p:nvPr>
        </p:nvSpPr>
        <p:spPr>
          <a:xfrm>
            <a:off x="0" y="7120440"/>
            <a:ext cx="11548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r>
              <a:rPr b="0" lang="en-US" sz="200" strike="noStrike" u="none">
                <a:solidFill>
                  <a:schemeClr val="dk1"/>
                </a:solidFill>
                <a:effectLst/>
                <a:uFillTx/>
                <a:latin typeface="Arial"/>
              </a:rPr>
              <a:t>&lt;footer&gt;</a:t>
            </a:r>
            <a:endParaRPr b="0" lang="en-US" sz="200" strike="noStrike" u="none">
              <a:solidFill>
                <a:srgbClr val="000000"/>
              </a:solidFill>
              <a:effectLst/>
              <a:uFillTx/>
              <a:latin typeface="Times New Roman"/>
            </a:endParaRPr>
          </a:p>
        </p:txBody>
      </p:sp>
      <p:sp>
        <p:nvSpPr>
          <p:cNvPr id="58" name="PlaceHolder 5"/>
          <p:cNvSpPr>
            <a:spLocks noGrp="1"/>
          </p:cNvSpPr>
          <p:nvPr>
            <p:ph type="sldNum" idx="15"/>
          </p:nvPr>
        </p:nvSpPr>
        <p:spPr>
          <a:xfrm>
            <a:off x="0" y="7221600"/>
            <a:ext cx="9136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fld id="{ADFE9D60-4EB8-44C4-BBF0-774B915C2771}" type="slidenum">
              <a:rPr b="0" lang="en-US" sz="200" strike="noStrike" u="none">
                <a:solidFill>
                  <a:schemeClr val="dk1"/>
                </a:solidFill>
                <a:effectLst/>
                <a:uFillTx/>
                <a:latin typeface="Arial"/>
              </a:rPr>
              <a:t>&lt;number&gt;</a:t>
            </a:fld>
            <a:endParaRPr b="0" lang="en-US" sz="200" strike="noStrike" u="non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Subhead">
    <p:bg>
      <p:bgPr>
        <a:solidFill>
          <a:srgbClr val="ffffff"/>
        </a:solidFill>
      </p:bgPr>
    </p:bg>
    <p:spTree>
      <p:nvGrpSpPr>
        <p:cNvPr id="1" name=""/>
        <p:cNvGrpSpPr/>
        <p:nvPr/>
      </p:nvGrpSpPr>
      <p:grpSpPr>
        <a:xfrm>
          <a:off x="0" y="0"/>
          <a:ext cx="0" cy="0"/>
          <a:chOff x="0" y="0"/>
          <a:chExt cx="0" cy="0"/>
        </a:xfrm>
      </p:grpSpPr>
      <p:pic>
        <p:nvPicPr>
          <p:cNvPr id="59" name="Optum Logo" descr="Optum"/>
          <p:cNvPicPr/>
          <p:nvPr/>
        </p:nvPicPr>
        <p:blipFill>
          <a:blip r:embed="rId2">
            <a:extLst>
              <a:ext uri="{96DAC541-7B7A-43D3-8B79-37D633B846F1}">
                <asvg:svgBlip xmlns:asvg="http://schemas.microsoft.com/office/drawing/2016/SVG/main" r:embed="rId3"/>
              </a:ext>
            </a:extLst>
          </a:blip>
          <a:stretch/>
        </p:blipFill>
        <p:spPr>
          <a:xfrm>
            <a:off x="461880" y="6343560"/>
            <a:ext cx="772200" cy="223200"/>
          </a:xfrm>
          <a:prstGeom prst="rect">
            <a:avLst/>
          </a:prstGeom>
          <a:noFill/>
          <a:ln w="0">
            <a:noFill/>
          </a:ln>
        </p:spPr>
      </p:pic>
      <p:sp>
        <p:nvSpPr>
          <p:cNvPr id="60" name="Page Number"/>
          <p:cNvSpPr/>
          <p:nvPr/>
        </p:nvSpPr>
        <p:spPr>
          <a:xfrm>
            <a:off x="11576160" y="6394320"/>
            <a:ext cx="156240" cy="15300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E471D024-84D5-4E83-BA55-984896AD3A6E}" type="slidenum">
              <a:rPr b="1" lang="en-US" sz="1000" strike="noStrike" u="none">
                <a:solidFill>
                  <a:schemeClr val="dk1"/>
                </a:solidFill>
                <a:effectLst/>
                <a:uFillTx/>
                <a:latin typeface="Arial"/>
              </a:rPr>
              <a:t>&lt;number&gt;</a:t>
            </a:fld>
            <a:endParaRPr b="0" lang="en-US" sz="1000" strike="noStrike" u="none">
              <a:solidFill>
                <a:srgbClr val="000000"/>
              </a:solidFill>
              <a:effectLst/>
              <a:uFillTx/>
              <a:latin typeface="Arial"/>
            </a:endParaRPr>
          </a:p>
        </p:txBody>
      </p:sp>
      <p:sp>
        <p:nvSpPr>
          <p:cNvPr id="61" name="Copyright"/>
          <p:cNvSpPr/>
          <p:nvPr/>
        </p:nvSpPr>
        <p:spPr>
          <a:xfrm>
            <a:off x="4699080" y="6431760"/>
            <a:ext cx="2793240" cy="10656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000000"/>
              </a:solidFill>
              <a:effectLst/>
              <a:uFillTx/>
              <a:latin typeface="Arial"/>
            </a:endParaRPr>
          </a:p>
        </p:txBody>
      </p:sp>
      <p:cxnSp>
        <p:nvCxnSpPr>
          <p:cNvPr id="62" name="Stroke">
            <a:extLst>
              <a:ext uri="{C183D7F6-B498-43B3-948B-1728B52AA6E4}">
                <adec:decorative xmlns:adec="http://schemas.microsoft.com/office/drawing/2017/decorative" val="1"/>
              </a:ext>
            </a:extLst>
          </p:cNvPr>
          <p:cNvCxnSpPr/>
          <p:nvPr/>
        </p:nvCxnSpPr>
        <p:spPr>
          <a:xfrm>
            <a:off x="467640" y="410760"/>
            <a:ext cx="522720" cy="720"/>
          </a:xfrm>
          <a:prstGeom prst="straightConnector1">
            <a:avLst/>
          </a:prstGeom>
          <a:ln cap="rnd" w="38100">
            <a:solidFill>
              <a:srgbClr val="ff612b"/>
            </a:solidFill>
            <a:round/>
          </a:ln>
        </p:spPr>
      </p:cxnSp>
      <p:sp>
        <p:nvSpPr>
          <p:cNvPr id="63" name="PlaceHolder 1"/>
          <p:cNvSpPr>
            <a:spLocks noGrp="1"/>
          </p:cNvSpPr>
          <p:nvPr>
            <p:ph type="title"/>
          </p:nvPr>
        </p:nvSpPr>
        <p:spPr>
          <a:xfrm>
            <a:off x="468000" y="555480"/>
            <a:ext cx="9600480" cy="303840"/>
          </a:xfrm>
          <a:prstGeom prst="rect">
            <a:avLst/>
          </a:prstGeom>
          <a:noFill/>
          <a:ln w="0">
            <a:noFill/>
          </a:ln>
        </p:spPr>
        <p:txBody>
          <a:bodyPr lIns="0" rIns="0" tIns="0" bIns="0" anchor="t">
            <a:noAutofit/>
          </a:bodyPr>
          <a:p>
            <a:pPr indent="0" defTabSz="914400">
              <a:lnSpc>
                <a:spcPct val="90000"/>
              </a:lnSpc>
              <a:buNone/>
              <a:tabLst>
                <a:tab algn="l" pos="0"/>
              </a:tabLst>
            </a:pPr>
            <a:r>
              <a:rPr b="0" lang="en-US" sz="2200" strike="noStrike" u="none">
                <a:solidFill>
                  <a:schemeClr val="dk1"/>
                </a:solidFill>
                <a:effectLst/>
                <a:uFillTx/>
                <a:latin typeface="Georgia Pro"/>
              </a:rPr>
              <a:t>Slide title; Georgia Pro 22pt, sentence case (1 line)</a:t>
            </a:r>
            <a:endParaRPr b="0" lang="en-US" sz="2200" strike="noStrike" u="none">
              <a:solidFill>
                <a:srgbClr val="000000"/>
              </a:solidFill>
              <a:effectLst/>
              <a:uFillTx/>
              <a:latin typeface="Arial"/>
            </a:endParaRPr>
          </a:p>
        </p:txBody>
      </p:sp>
      <p:sp>
        <p:nvSpPr>
          <p:cNvPr id="64" name="PlaceHolder 2"/>
          <p:cNvSpPr>
            <a:spLocks noGrp="1"/>
          </p:cNvSpPr>
          <p:nvPr>
            <p:ph type="body"/>
          </p:nvPr>
        </p:nvSpPr>
        <p:spPr>
          <a:xfrm>
            <a:off x="468000" y="958680"/>
            <a:ext cx="9600480" cy="2352600"/>
          </a:xfrm>
          <a:prstGeom prst="rect">
            <a:avLst/>
          </a:prstGeom>
          <a:noFill/>
          <a:ln w="0">
            <a:noFill/>
          </a:ln>
        </p:spPr>
        <p:txBody>
          <a:bodyPr lIns="0" rIns="0" tIns="0" bIns="0" anchor="t">
            <a:spAutoFit/>
          </a:bodyPr>
          <a:p>
            <a:pPr indent="0" defTabSz="914400">
              <a:lnSpc>
                <a:spcPct val="100000"/>
              </a:lnSpc>
              <a:buNone/>
              <a:tabLst>
                <a:tab algn="l" pos="0"/>
              </a:tabLst>
            </a:pPr>
            <a:r>
              <a:rPr b="0" lang="en-US" sz="1600" strike="noStrike" u="none">
                <a:solidFill>
                  <a:schemeClr val="dk1"/>
                </a:solidFill>
                <a:effectLst/>
                <a:uFillTx/>
                <a:latin typeface="Arial"/>
              </a:rPr>
              <a:t>Slide subtitle; Arial 16pt, sentence case (multi-line)</a:t>
            </a:r>
            <a:endParaRPr b="0" lang="en-US" sz="1600" strike="noStrike" u="none">
              <a:solidFill>
                <a:srgbClr val="000000"/>
              </a:solidFill>
              <a:effectLst/>
              <a:uFillTx/>
              <a:latin typeface="Arial"/>
            </a:endParaRPr>
          </a:p>
        </p:txBody>
      </p:sp>
      <p:sp>
        <p:nvSpPr>
          <p:cNvPr id="65" name="PlaceHolder 3"/>
          <p:cNvSpPr>
            <a:spLocks noGrp="1"/>
          </p:cNvSpPr>
          <p:nvPr>
            <p:ph type="dt" idx="16"/>
          </p:nvPr>
        </p:nvSpPr>
        <p:spPr>
          <a:xfrm>
            <a:off x="0" y="7170840"/>
            <a:ext cx="9136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r>
              <a:rPr b="0" lang="en-US" sz="200" strike="noStrike" u="none">
                <a:solidFill>
                  <a:schemeClr val="dk1"/>
                </a:solidFill>
                <a:effectLst/>
                <a:uFillTx/>
                <a:latin typeface="Arial"/>
              </a:rPr>
              <a:t>&lt;date/time&gt;</a:t>
            </a:r>
            <a:endParaRPr b="0" lang="en-US" sz="200" strike="noStrike" u="none">
              <a:solidFill>
                <a:srgbClr val="000000"/>
              </a:solidFill>
              <a:effectLst/>
              <a:uFillTx/>
              <a:latin typeface="Times New Roman"/>
            </a:endParaRPr>
          </a:p>
        </p:txBody>
      </p:sp>
      <p:sp>
        <p:nvSpPr>
          <p:cNvPr id="66" name="PlaceHolder 4"/>
          <p:cNvSpPr>
            <a:spLocks noGrp="1"/>
          </p:cNvSpPr>
          <p:nvPr>
            <p:ph type="ftr" idx="17"/>
          </p:nvPr>
        </p:nvSpPr>
        <p:spPr>
          <a:xfrm>
            <a:off x="0" y="7120440"/>
            <a:ext cx="11548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r>
              <a:rPr b="0" lang="en-US" sz="200" strike="noStrike" u="none">
                <a:solidFill>
                  <a:schemeClr val="dk1"/>
                </a:solidFill>
                <a:effectLst/>
                <a:uFillTx/>
                <a:latin typeface="Arial"/>
              </a:rPr>
              <a:t>&lt;footer&gt;</a:t>
            </a:r>
            <a:endParaRPr b="0" lang="en-US" sz="200" strike="noStrike" u="none">
              <a:solidFill>
                <a:srgbClr val="000000"/>
              </a:solidFill>
              <a:effectLst/>
              <a:uFillTx/>
              <a:latin typeface="Times New Roman"/>
            </a:endParaRPr>
          </a:p>
        </p:txBody>
      </p:sp>
      <p:sp>
        <p:nvSpPr>
          <p:cNvPr id="67" name="PlaceHolder 5"/>
          <p:cNvSpPr>
            <a:spLocks noGrp="1"/>
          </p:cNvSpPr>
          <p:nvPr>
            <p:ph type="sldNum" idx="18"/>
          </p:nvPr>
        </p:nvSpPr>
        <p:spPr>
          <a:xfrm>
            <a:off x="0" y="7221600"/>
            <a:ext cx="9136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fld id="{6D008CAA-741F-47A8-B6CD-F313C0C17D56}" type="slidenum">
              <a:rPr b="0" lang="en-US" sz="200" strike="noStrike" u="none">
                <a:solidFill>
                  <a:schemeClr val="dk1"/>
                </a:solidFill>
                <a:effectLst/>
                <a:uFillTx/>
                <a:latin typeface="Arial"/>
              </a:rPr>
              <a:t>&lt;number&gt;</a:t>
            </a:fld>
            <a:endParaRPr b="0" lang="en-US" sz="200" strike="noStrike" u="non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Two Lines">
    <p:bg>
      <p:bgPr>
        <a:solidFill>
          <a:srgbClr val="ffffff"/>
        </a:solidFill>
      </p:bgPr>
    </p:bg>
    <p:spTree>
      <p:nvGrpSpPr>
        <p:cNvPr id="1" name=""/>
        <p:cNvGrpSpPr/>
        <p:nvPr/>
      </p:nvGrpSpPr>
      <p:grpSpPr>
        <a:xfrm>
          <a:off x="0" y="0"/>
          <a:ext cx="0" cy="0"/>
          <a:chOff x="0" y="0"/>
          <a:chExt cx="0" cy="0"/>
        </a:xfrm>
      </p:grpSpPr>
      <p:pic>
        <p:nvPicPr>
          <p:cNvPr id="68" name="Optum Logo" descr="Optum"/>
          <p:cNvPicPr/>
          <p:nvPr/>
        </p:nvPicPr>
        <p:blipFill>
          <a:blip r:embed="rId2">
            <a:extLst>
              <a:ext uri="{96DAC541-7B7A-43D3-8B79-37D633B846F1}">
                <asvg:svgBlip xmlns:asvg="http://schemas.microsoft.com/office/drawing/2016/SVG/main" r:embed="rId3"/>
              </a:ext>
            </a:extLst>
          </a:blip>
          <a:stretch/>
        </p:blipFill>
        <p:spPr>
          <a:xfrm>
            <a:off x="461880" y="6343560"/>
            <a:ext cx="772200" cy="223200"/>
          </a:xfrm>
          <a:prstGeom prst="rect">
            <a:avLst/>
          </a:prstGeom>
          <a:noFill/>
          <a:ln w="0">
            <a:noFill/>
          </a:ln>
        </p:spPr>
      </p:pic>
      <p:sp>
        <p:nvSpPr>
          <p:cNvPr id="69" name="Page Number"/>
          <p:cNvSpPr/>
          <p:nvPr/>
        </p:nvSpPr>
        <p:spPr>
          <a:xfrm>
            <a:off x="11576160" y="6394320"/>
            <a:ext cx="156240" cy="15300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F6B36180-C9C7-446E-9A3D-B3A70D424B7E}" type="slidenum">
              <a:rPr b="1" lang="en-US" sz="1000" strike="noStrike" u="none">
                <a:solidFill>
                  <a:schemeClr val="dk1"/>
                </a:solidFill>
                <a:effectLst/>
                <a:uFillTx/>
                <a:latin typeface="Arial"/>
              </a:rPr>
              <a:t>&lt;number&gt;</a:t>
            </a:fld>
            <a:endParaRPr b="0" lang="en-US" sz="1000" strike="noStrike" u="none">
              <a:solidFill>
                <a:srgbClr val="000000"/>
              </a:solidFill>
              <a:effectLst/>
              <a:uFillTx/>
              <a:latin typeface="Arial"/>
            </a:endParaRPr>
          </a:p>
        </p:txBody>
      </p:sp>
      <p:sp>
        <p:nvSpPr>
          <p:cNvPr id="70" name="Copyright"/>
          <p:cNvSpPr/>
          <p:nvPr/>
        </p:nvSpPr>
        <p:spPr>
          <a:xfrm>
            <a:off x="4699080" y="6431760"/>
            <a:ext cx="2793240" cy="10656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000000"/>
              </a:solidFill>
              <a:effectLst/>
              <a:uFillTx/>
              <a:latin typeface="Arial"/>
            </a:endParaRPr>
          </a:p>
        </p:txBody>
      </p:sp>
      <p:cxnSp>
        <p:nvCxnSpPr>
          <p:cNvPr id="71" name="Stroke">
            <a:extLst>
              <a:ext uri="{C183D7F6-B498-43B3-948B-1728B52AA6E4}">
                <adec:decorative xmlns:adec="http://schemas.microsoft.com/office/drawing/2017/decorative" val="1"/>
              </a:ext>
            </a:extLst>
          </p:cNvPr>
          <p:cNvCxnSpPr/>
          <p:nvPr/>
        </p:nvCxnSpPr>
        <p:spPr>
          <a:xfrm>
            <a:off x="467640" y="410760"/>
            <a:ext cx="522720" cy="720"/>
          </a:xfrm>
          <a:prstGeom prst="straightConnector1">
            <a:avLst/>
          </a:prstGeom>
          <a:ln cap="rnd" w="38100">
            <a:solidFill>
              <a:srgbClr val="ff612b"/>
            </a:solidFill>
            <a:round/>
          </a:ln>
        </p:spPr>
      </p:cxnSp>
      <p:sp>
        <p:nvSpPr>
          <p:cNvPr id="72" name="PlaceHolder 1"/>
          <p:cNvSpPr>
            <a:spLocks noGrp="1"/>
          </p:cNvSpPr>
          <p:nvPr>
            <p:ph type="title"/>
          </p:nvPr>
        </p:nvSpPr>
        <p:spPr>
          <a:xfrm>
            <a:off x="468000" y="555480"/>
            <a:ext cx="9600480" cy="608760"/>
          </a:xfrm>
          <a:prstGeom prst="rect">
            <a:avLst/>
          </a:prstGeom>
          <a:noFill/>
          <a:ln w="0">
            <a:noFill/>
          </a:ln>
        </p:spPr>
        <p:txBody>
          <a:bodyPr lIns="0" rIns="0" tIns="0" bIns="0" anchor="t">
            <a:noAutofit/>
          </a:bodyPr>
          <a:p>
            <a:pPr indent="0" defTabSz="914400">
              <a:lnSpc>
                <a:spcPct val="90000"/>
              </a:lnSpc>
              <a:buNone/>
              <a:tabLst>
                <a:tab algn="l" pos="0"/>
              </a:tabLst>
            </a:pPr>
            <a:r>
              <a:rPr b="0" lang="en-US" sz="2200" strike="noStrike" u="none">
                <a:solidFill>
                  <a:schemeClr val="dk1"/>
                </a:solidFill>
                <a:effectLst/>
                <a:uFillTx/>
                <a:latin typeface="Georgia Pro"/>
              </a:rPr>
              <a:t>Slide title; Georgia Pro 22pt, sentence case. This layout accommodates a slide title that extends downward to a second line (max. 2 lines).</a:t>
            </a:r>
            <a:endParaRPr b="0" lang="en-US" sz="2200" strike="noStrike" u="none">
              <a:solidFill>
                <a:srgbClr val="000000"/>
              </a:solidFill>
              <a:effectLst/>
              <a:uFillTx/>
              <a:latin typeface="Arial"/>
            </a:endParaRPr>
          </a:p>
        </p:txBody>
      </p:sp>
      <p:sp>
        <p:nvSpPr>
          <p:cNvPr id="73" name="PlaceHolder 2"/>
          <p:cNvSpPr>
            <a:spLocks noGrp="1"/>
          </p:cNvSpPr>
          <p:nvPr>
            <p:ph type="dt" idx="19"/>
          </p:nvPr>
        </p:nvSpPr>
        <p:spPr>
          <a:xfrm>
            <a:off x="0" y="7170840"/>
            <a:ext cx="9136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r>
              <a:rPr b="0" lang="en-US" sz="200" strike="noStrike" u="none">
                <a:solidFill>
                  <a:schemeClr val="dk1"/>
                </a:solidFill>
                <a:effectLst/>
                <a:uFillTx/>
                <a:latin typeface="Arial"/>
              </a:rPr>
              <a:t>&lt;date/time&gt;</a:t>
            </a:r>
            <a:endParaRPr b="0" lang="en-US" sz="200" strike="noStrike" u="none">
              <a:solidFill>
                <a:srgbClr val="000000"/>
              </a:solidFill>
              <a:effectLst/>
              <a:uFillTx/>
              <a:latin typeface="Times New Roman"/>
            </a:endParaRPr>
          </a:p>
        </p:txBody>
      </p:sp>
      <p:sp>
        <p:nvSpPr>
          <p:cNvPr id="74" name="PlaceHolder 3"/>
          <p:cNvSpPr>
            <a:spLocks noGrp="1"/>
          </p:cNvSpPr>
          <p:nvPr>
            <p:ph type="ftr" idx="20"/>
          </p:nvPr>
        </p:nvSpPr>
        <p:spPr>
          <a:xfrm>
            <a:off x="0" y="7120440"/>
            <a:ext cx="11548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r>
              <a:rPr b="0" lang="en-US" sz="200" strike="noStrike" u="none">
                <a:solidFill>
                  <a:schemeClr val="dk1"/>
                </a:solidFill>
                <a:effectLst/>
                <a:uFillTx/>
                <a:latin typeface="Arial"/>
              </a:rPr>
              <a:t>&lt;footer&gt;</a:t>
            </a:r>
            <a:endParaRPr b="0" lang="en-US" sz="200" strike="noStrike" u="none">
              <a:solidFill>
                <a:srgbClr val="000000"/>
              </a:solidFill>
              <a:effectLst/>
              <a:uFillTx/>
              <a:latin typeface="Times New Roman"/>
            </a:endParaRPr>
          </a:p>
        </p:txBody>
      </p:sp>
      <p:sp>
        <p:nvSpPr>
          <p:cNvPr id="75" name="PlaceHolder 4"/>
          <p:cNvSpPr>
            <a:spLocks noGrp="1"/>
          </p:cNvSpPr>
          <p:nvPr>
            <p:ph type="sldNum" idx="21"/>
          </p:nvPr>
        </p:nvSpPr>
        <p:spPr>
          <a:xfrm>
            <a:off x="0" y="7221600"/>
            <a:ext cx="9136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fld id="{E3D7DF7C-B44F-45B2-A983-F28828204A35}" type="slidenum">
              <a:rPr b="0" lang="en-US" sz="200" strike="noStrike" u="none">
                <a:solidFill>
                  <a:schemeClr val="dk1"/>
                </a:solidFill>
                <a:effectLst/>
                <a:uFillTx/>
                <a:latin typeface="Arial"/>
              </a:rPr>
              <a:t>&lt;number&gt;</a:t>
            </a:fld>
            <a:endParaRPr b="0" lang="en-US" sz="200" strike="noStrike" u="none">
              <a:solidFill>
                <a:srgbClr val="000000"/>
              </a:solidFill>
              <a:effectLst/>
              <a:uFillTx/>
              <a:latin typeface="Times New Roman"/>
            </a:endParaRPr>
          </a:p>
        </p:txBody>
      </p:sp>
      <p:sp>
        <p:nvSpPr>
          <p:cNvPr id="76" name="PlaceHolder 5"/>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600" strike="noStrike" u="none">
                <a:solidFill>
                  <a:schemeClr val="dk1"/>
                </a:solidFill>
                <a:effectLst/>
                <a:uFillTx/>
                <a:latin typeface="Arial"/>
              </a:rPr>
              <a:t>Click to edit the outline text format</a:t>
            </a:r>
            <a:endParaRPr b="0" lang="en-US" sz="16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600" strike="noStrike" u="none">
                <a:solidFill>
                  <a:schemeClr val="dk1"/>
                </a:solidFill>
                <a:effectLst/>
                <a:uFillTx/>
                <a:latin typeface="Arial"/>
              </a:rPr>
              <a:t>Second Outline Level</a:t>
            </a:r>
            <a:endParaRPr b="0" lang="en-US" sz="16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1600" strike="noStrike" u="none">
                <a:solidFill>
                  <a:schemeClr val="dk1"/>
                </a:solidFill>
                <a:effectLst/>
                <a:uFillTx/>
                <a:latin typeface="Arial"/>
              </a:rPr>
              <a:t>Third Outline Level</a:t>
            </a:r>
            <a:endParaRPr b="0" lang="en-US" sz="16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1400" strike="noStrike" u="none">
                <a:solidFill>
                  <a:schemeClr val="dk1"/>
                </a:solidFill>
                <a:effectLst/>
                <a:uFillTx/>
                <a:latin typeface="Arial"/>
              </a:rPr>
              <a:t>Fourth Outline Level</a:t>
            </a:r>
            <a:endParaRPr b="0" lang="en-US" sz="14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2000" strike="noStrike" u="none">
                <a:solidFill>
                  <a:schemeClr val="dk1"/>
                </a:solidFill>
                <a:effectLst/>
                <a:uFillTx/>
                <a:latin typeface="Arial"/>
              </a:rPr>
              <a:t>Fifth Outline Level</a:t>
            </a:r>
            <a:endParaRPr b="0" lang="en-US" sz="20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2000" strike="noStrike" u="none">
                <a:solidFill>
                  <a:schemeClr val="dk1"/>
                </a:solidFill>
                <a:effectLst/>
                <a:uFillTx/>
                <a:latin typeface="Arial"/>
              </a:rPr>
              <a:t>Sixth Outline Level</a:t>
            </a:r>
            <a:endParaRPr b="0" lang="en-US" sz="20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2000" strike="noStrike" u="none">
                <a:solidFill>
                  <a:schemeClr val="dk1"/>
                </a:solidFill>
                <a:effectLst/>
                <a:uFillTx/>
                <a:latin typeface="Arial"/>
              </a:rPr>
              <a:t>Seventh Outline Level</a:t>
            </a:r>
            <a:endParaRPr b="0" lang="en-US" sz="2000" strike="noStrike" u="none">
              <a:solidFill>
                <a:srgbClr val="000000"/>
              </a:solidFill>
              <a:effectLst/>
              <a:uFillTx/>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pic>
        <p:nvPicPr>
          <p:cNvPr id="77" name="Optum Logo" descr="Optum"/>
          <p:cNvPicPr/>
          <p:nvPr/>
        </p:nvPicPr>
        <p:blipFill>
          <a:blip r:embed="rId2">
            <a:extLst>
              <a:ext uri="{96DAC541-7B7A-43D3-8B79-37D633B846F1}">
                <asvg:svgBlip xmlns:asvg="http://schemas.microsoft.com/office/drawing/2016/SVG/main" r:embed="rId3"/>
              </a:ext>
            </a:extLst>
          </a:blip>
          <a:stretch/>
        </p:blipFill>
        <p:spPr>
          <a:xfrm>
            <a:off x="461880" y="6343560"/>
            <a:ext cx="772200" cy="223200"/>
          </a:xfrm>
          <a:prstGeom prst="rect">
            <a:avLst/>
          </a:prstGeom>
          <a:noFill/>
          <a:ln w="0">
            <a:noFill/>
          </a:ln>
        </p:spPr>
      </p:pic>
      <p:sp>
        <p:nvSpPr>
          <p:cNvPr id="78" name="Page Number"/>
          <p:cNvSpPr/>
          <p:nvPr/>
        </p:nvSpPr>
        <p:spPr>
          <a:xfrm>
            <a:off x="11576160" y="6394320"/>
            <a:ext cx="156240" cy="15300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ED240430-FDAB-478C-879B-EAF727E36F6F}" type="slidenum">
              <a:rPr b="1" lang="en-US" sz="1000" strike="noStrike" u="none">
                <a:solidFill>
                  <a:schemeClr val="dk1"/>
                </a:solidFill>
                <a:effectLst/>
                <a:uFillTx/>
                <a:latin typeface="Arial"/>
              </a:rPr>
              <a:t>&lt;number&gt;</a:t>
            </a:fld>
            <a:endParaRPr b="0" lang="en-US" sz="1000" strike="noStrike" u="none">
              <a:solidFill>
                <a:srgbClr val="000000"/>
              </a:solidFill>
              <a:effectLst/>
              <a:uFillTx/>
              <a:latin typeface="Arial"/>
            </a:endParaRPr>
          </a:p>
        </p:txBody>
      </p:sp>
      <p:sp>
        <p:nvSpPr>
          <p:cNvPr id="79" name="Copyright"/>
          <p:cNvSpPr/>
          <p:nvPr/>
        </p:nvSpPr>
        <p:spPr>
          <a:xfrm>
            <a:off x="4699080" y="6431760"/>
            <a:ext cx="2793240" cy="10656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000000"/>
              </a:solidFill>
              <a:effectLst/>
              <a:uFillTx/>
              <a:latin typeface="Arial"/>
            </a:endParaRPr>
          </a:p>
        </p:txBody>
      </p:sp>
      <p:cxnSp>
        <p:nvCxnSpPr>
          <p:cNvPr id="80" name="Stroke">
            <a:extLst>
              <a:ext uri="{C183D7F6-B498-43B3-948B-1728B52AA6E4}">
                <adec:decorative xmlns:adec="http://schemas.microsoft.com/office/drawing/2017/decorative" val="1"/>
              </a:ext>
            </a:extLst>
          </p:cNvPr>
          <p:cNvCxnSpPr/>
          <p:nvPr/>
        </p:nvCxnSpPr>
        <p:spPr>
          <a:xfrm>
            <a:off x="467640" y="410760"/>
            <a:ext cx="522720" cy="720"/>
          </a:xfrm>
          <a:prstGeom prst="straightConnector1">
            <a:avLst/>
          </a:prstGeom>
          <a:ln cap="rnd" w="38100">
            <a:solidFill>
              <a:srgbClr val="ff612b"/>
            </a:solidFill>
            <a:round/>
          </a:ln>
        </p:spPr>
      </p:cxnSp>
      <p:sp>
        <p:nvSpPr>
          <p:cNvPr id="81" name="PlaceHolder 1"/>
          <p:cNvSpPr>
            <a:spLocks noGrp="1"/>
          </p:cNvSpPr>
          <p:nvPr>
            <p:ph type="title"/>
          </p:nvPr>
        </p:nvSpPr>
        <p:spPr>
          <a:xfrm>
            <a:off x="468000" y="555480"/>
            <a:ext cx="9600480" cy="303840"/>
          </a:xfrm>
          <a:prstGeom prst="rect">
            <a:avLst/>
          </a:prstGeom>
          <a:noFill/>
          <a:ln w="0">
            <a:noFill/>
          </a:ln>
        </p:spPr>
        <p:txBody>
          <a:bodyPr lIns="0" rIns="0" tIns="0" bIns="0" anchor="t">
            <a:noAutofit/>
          </a:bodyPr>
          <a:p>
            <a:pPr indent="0" defTabSz="914400">
              <a:lnSpc>
                <a:spcPct val="90000"/>
              </a:lnSpc>
              <a:buNone/>
              <a:tabLst>
                <a:tab algn="l" pos="0"/>
              </a:tabLst>
            </a:pPr>
            <a:r>
              <a:rPr b="0" lang="en-US" sz="2200" strike="noStrike" u="none">
                <a:solidFill>
                  <a:schemeClr val="dk1"/>
                </a:solidFill>
                <a:effectLst/>
                <a:uFillTx/>
                <a:latin typeface="Georgia Pro"/>
              </a:rPr>
              <a:t>Slide title; Georgia Pro 22pt, sentence case (1 line)</a:t>
            </a:r>
            <a:endParaRPr b="0" lang="en-US" sz="2200" strike="noStrike" u="none">
              <a:solidFill>
                <a:srgbClr val="000000"/>
              </a:solidFill>
              <a:effectLst/>
              <a:uFillTx/>
              <a:latin typeface="Arial"/>
            </a:endParaRPr>
          </a:p>
        </p:txBody>
      </p:sp>
      <p:sp>
        <p:nvSpPr>
          <p:cNvPr id="82" name="PlaceHolder 2"/>
          <p:cNvSpPr>
            <a:spLocks noGrp="1"/>
          </p:cNvSpPr>
          <p:nvPr>
            <p:ph type="body"/>
          </p:nvPr>
        </p:nvSpPr>
        <p:spPr>
          <a:xfrm>
            <a:off x="1523880" y="1557360"/>
            <a:ext cx="9143280" cy="3929400"/>
          </a:xfrm>
          <a:prstGeom prst="rect">
            <a:avLst/>
          </a:prstGeom>
          <a:noFill/>
          <a:ln w="0">
            <a:noFill/>
          </a:ln>
        </p:spPr>
        <p:txBody>
          <a:bodyPr lIns="0" rIns="0" tIns="0" bIns="0" anchor="t">
            <a:noAutofit/>
          </a:bodyPr>
          <a:p>
            <a:pPr indent="0" defTabSz="914400">
              <a:lnSpc>
                <a:spcPct val="100000"/>
              </a:lnSpc>
              <a:spcBef>
                <a:spcPts val="601"/>
              </a:spcBef>
              <a:buNone/>
              <a:tabLst>
                <a:tab algn="l" pos="0"/>
              </a:tabLst>
            </a:pPr>
            <a:r>
              <a:rPr b="0" lang="en-US" sz="1600" strike="noStrike" u="none">
                <a:solidFill>
                  <a:schemeClr val="dk1"/>
                </a:solidFill>
                <a:effectLst/>
                <a:uFillTx/>
                <a:latin typeface="Arial"/>
              </a:rPr>
              <a:t>Click to type text. To activate sub-level formatting, place cursor at beginning of text/line and hit tab or shift tab. Click icon for chart or table.</a:t>
            </a:r>
            <a:endParaRPr b="0" lang="en-US" sz="1600" strike="noStrike" u="none">
              <a:solidFill>
                <a:srgbClr val="000000"/>
              </a:solidFill>
              <a:effectLst/>
              <a:uFillTx/>
              <a:latin typeface="Arial"/>
            </a:endParaRPr>
          </a:p>
          <a:p>
            <a:pPr lvl="1" marL="171360" indent="-171360" defTabSz="914400">
              <a:lnSpc>
                <a:spcPct val="100000"/>
              </a:lnSpc>
              <a:spcBef>
                <a:spcPts val="601"/>
              </a:spcBef>
              <a:buClr>
                <a:srgbClr val="3d3c38"/>
              </a:buClr>
              <a:buFont typeface="Arial"/>
              <a:buChar char="•"/>
              <a:tabLst>
                <a:tab algn="l" pos="0"/>
              </a:tabLst>
            </a:pPr>
            <a:r>
              <a:rPr b="0" lang="en-US" sz="1600" strike="noStrike" u="none">
                <a:solidFill>
                  <a:schemeClr val="dk1"/>
                </a:solidFill>
                <a:effectLst/>
                <a:uFillTx/>
                <a:latin typeface="Arial"/>
              </a:rPr>
              <a:t>Second level</a:t>
            </a:r>
            <a:endParaRPr b="0" lang="en-US" sz="1600" strike="noStrike" u="none">
              <a:solidFill>
                <a:srgbClr val="000000"/>
              </a:solidFill>
              <a:effectLst/>
              <a:uFillTx/>
              <a:latin typeface="Arial"/>
            </a:endParaRPr>
          </a:p>
          <a:p>
            <a:pPr marL="171360" indent="0" defTabSz="914400">
              <a:lnSpc>
                <a:spcPct val="100000"/>
              </a:lnSpc>
              <a:spcBef>
                <a:spcPts val="601"/>
              </a:spcBef>
              <a:buNone/>
              <a:tabLst>
                <a:tab algn="l" pos="0"/>
              </a:tabLst>
            </a:pPr>
            <a:r>
              <a:rPr b="0" lang="en-US" sz="1600" strike="noStrike" u="none">
                <a:solidFill>
                  <a:schemeClr val="dk1"/>
                </a:solidFill>
                <a:effectLst/>
                <a:uFillTx/>
                <a:latin typeface="Arial"/>
              </a:rPr>
              <a:t>Third level</a:t>
            </a:r>
            <a:endParaRPr b="0" lang="en-US" sz="1600" strike="noStrike" u="none">
              <a:solidFill>
                <a:srgbClr val="000000"/>
              </a:solidFill>
              <a:effectLst/>
              <a:uFillTx/>
              <a:latin typeface="Arial"/>
            </a:endParaRPr>
          </a:p>
          <a:p>
            <a:pPr lvl="3" marL="399960" indent="-228600" defTabSz="914400">
              <a:lnSpc>
                <a:spcPct val="100000"/>
              </a:lnSpc>
              <a:spcBef>
                <a:spcPts val="601"/>
              </a:spcBef>
              <a:buClr>
                <a:srgbClr val="3d3c38"/>
              </a:buClr>
              <a:buFont typeface="Arial"/>
              <a:buChar char="–"/>
              <a:tabLst>
                <a:tab algn="l" pos="0"/>
              </a:tabLst>
            </a:pPr>
            <a:r>
              <a:rPr b="0" lang="en-US" sz="1600" strike="noStrike" u="none">
                <a:solidFill>
                  <a:schemeClr val="dk1"/>
                </a:solidFill>
                <a:effectLst/>
                <a:uFillTx/>
                <a:latin typeface="Arial"/>
              </a:rPr>
              <a:t>Fourth level</a:t>
            </a:r>
            <a:endParaRPr b="0" lang="en-US" sz="1600" strike="noStrike" u="none">
              <a:solidFill>
                <a:srgbClr val="000000"/>
              </a:solidFill>
              <a:effectLst/>
              <a:uFillTx/>
              <a:latin typeface="Arial"/>
            </a:endParaRPr>
          </a:p>
          <a:p>
            <a:pPr lvl="4" marL="571680" indent="-171360" defTabSz="914400">
              <a:lnSpc>
                <a:spcPct val="100000"/>
              </a:lnSpc>
              <a:spcBef>
                <a:spcPts val="601"/>
              </a:spcBef>
              <a:buClr>
                <a:srgbClr val="3d3c38"/>
              </a:buClr>
              <a:buFont typeface="Arial"/>
              <a:buChar char="•"/>
              <a:tabLst>
                <a:tab algn="l" pos="0"/>
              </a:tabLst>
            </a:pPr>
            <a:r>
              <a:rPr b="0" lang="en-US" sz="1400" strike="noStrike" u="none">
                <a:solidFill>
                  <a:schemeClr val="dk1"/>
                </a:solidFill>
                <a:effectLst/>
                <a:uFillTx/>
                <a:latin typeface="Arial"/>
              </a:rPr>
              <a:t>Fifth level</a:t>
            </a:r>
            <a:endParaRPr b="0" lang="en-US" sz="1400" strike="noStrike" u="none">
              <a:solidFill>
                <a:srgbClr val="000000"/>
              </a:solidFill>
              <a:effectLst/>
              <a:uFillTx/>
              <a:latin typeface="Arial"/>
            </a:endParaRPr>
          </a:p>
        </p:txBody>
      </p:sp>
      <p:sp>
        <p:nvSpPr>
          <p:cNvPr id="83" name="PlaceHolder 3"/>
          <p:cNvSpPr>
            <a:spLocks noGrp="1"/>
          </p:cNvSpPr>
          <p:nvPr>
            <p:ph type="dt" idx="22"/>
          </p:nvPr>
        </p:nvSpPr>
        <p:spPr>
          <a:xfrm>
            <a:off x="0" y="7170840"/>
            <a:ext cx="9136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r>
              <a:rPr b="0" lang="en-US" sz="200" strike="noStrike" u="none">
                <a:solidFill>
                  <a:schemeClr val="dk1"/>
                </a:solidFill>
                <a:effectLst/>
                <a:uFillTx/>
                <a:latin typeface="Arial"/>
              </a:rPr>
              <a:t>&lt;date/time&gt;</a:t>
            </a:r>
            <a:endParaRPr b="0" lang="en-US" sz="200" strike="noStrike" u="none">
              <a:solidFill>
                <a:srgbClr val="000000"/>
              </a:solidFill>
              <a:effectLst/>
              <a:uFillTx/>
              <a:latin typeface="Times New Roman"/>
            </a:endParaRPr>
          </a:p>
        </p:txBody>
      </p:sp>
      <p:sp>
        <p:nvSpPr>
          <p:cNvPr id="84" name="PlaceHolder 4"/>
          <p:cNvSpPr>
            <a:spLocks noGrp="1"/>
          </p:cNvSpPr>
          <p:nvPr>
            <p:ph type="ftr" idx="23"/>
          </p:nvPr>
        </p:nvSpPr>
        <p:spPr>
          <a:xfrm>
            <a:off x="0" y="7120440"/>
            <a:ext cx="11548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r>
              <a:rPr b="0" lang="en-US" sz="200" strike="noStrike" u="none">
                <a:solidFill>
                  <a:schemeClr val="dk1"/>
                </a:solidFill>
                <a:effectLst/>
                <a:uFillTx/>
                <a:latin typeface="Arial"/>
              </a:rPr>
              <a:t>&lt;footer&gt;</a:t>
            </a:r>
            <a:endParaRPr b="0" lang="en-US" sz="200" strike="noStrike" u="none">
              <a:solidFill>
                <a:srgbClr val="000000"/>
              </a:solidFill>
              <a:effectLst/>
              <a:uFillTx/>
              <a:latin typeface="Times New Roman"/>
            </a:endParaRPr>
          </a:p>
        </p:txBody>
      </p:sp>
      <p:sp>
        <p:nvSpPr>
          <p:cNvPr id="85" name="PlaceHolder 5"/>
          <p:cNvSpPr>
            <a:spLocks noGrp="1"/>
          </p:cNvSpPr>
          <p:nvPr>
            <p:ph type="sldNum" idx="24"/>
          </p:nvPr>
        </p:nvSpPr>
        <p:spPr>
          <a:xfrm>
            <a:off x="0" y="7221600"/>
            <a:ext cx="9136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fld id="{EE2E29E1-C4FE-4B2C-AC1C-076239B0177F}" type="slidenum">
              <a:rPr b="0" lang="en-US" sz="200" strike="noStrike" u="none">
                <a:solidFill>
                  <a:schemeClr val="dk1"/>
                </a:solidFill>
                <a:effectLst/>
                <a:uFillTx/>
                <a:latin typeface="Arial"/>
              </a:rPr>
              <a:t>&lt;number&gt;</a:t>
            </a:fld>
            <a:endParaRPr b="0" lang="en-US" sz="200" strike="noStrike" u="non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Instructions">
    <p:bg>
      <p:bgPr>
        <a:solidFill>
          <a:srgbClr val="ffffff"/>
        </a:solidFill>
      </p:bgPr>
    </p:bg>
    <p:spTree>
      <p:nvGrpSpPr>
        <p:cNvPr id="1" name=""/>
        <p:cNvGrpSpPr/>
        <p:nvPr/>
      </p:nvGrpSpPr>
      <p:grpSpPr>
        <a:xfrm>
          <a:off x="0" y="0"/>
          <a:ext cx="0" cy="0"/>
          <a:chOff x="0" y="0"/>
          <a:chExt cx="0" cy="0"/>
        </a:xfrm>
      </p:grpSpPr>
      <p:pic>
        <p:nvPicPr>
          <p:cNvPr id="86" name="Optum Logo" descr="Optum"/>
          <p:cNvPicPr/>
          <p:nvPr/>
        </p:nvPicPr>
        <p:blipFill>
          <a:blip r:embed="rId2">
            <a:extLst>
              <a:ext uri="{96DAC541-7B7A-43D3-8B79-37D633B846F1}">
                <asvg:svgBlip xmlns:asvg="http://schemas.microsoft.com/office/drawing/2016/SVG/main" r:embed="rId3"/>
              </a:ext>
            </a:extLst>
          </a:blip>
          <a:stretch/>
        </p:blipFill>
        <p:spPr>
          <a:xfrm>
            <a:off x="461880" y="6343560"/>
            <a:ext cx="772200" cy="223200"/>
          </a:xfrm>
          <a:prstGeom prst="rect">
            <a:avLst/>
          </a:prstGeom>
          <a:noFill/>
          <a:ln w="0">
            <a:noFill/>
          </a:ln>
        </p:spPr>
      </p:pic>
      <p:sp>
        <p:nvSpPr>
          <p:cNvPr id="87" name="Page Number" hidden="1"/>
          <p:cNvSpPr/>
          <p:nvPr/>
        </p:nvSpPr>
        <p:spPr>
          <a:xfrm>
            <a:off x="11576160" y="6394320"/>
            <a:ext cx="156240" cy="15300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A2BC1D00-961E-4CB0-B84B-B2926871E6E3}" type="slidenum">
              <a:rPr b="1" lang="en-US" sz="1000" strike="noStrike" u="none">
                <a:solidFill>
                  <a:schemeClr val="dk1"/>
                </a:solidFill>
                <a:effectLst/>
                <a:uFillTx/>
                <a:latin typeface="Arial"/>
              </a:rPr>
              <a:t>&lt;number&gt;</a:t>
            </a:fld>
            <a:endParaRPr b="0" lang="en-US" sz="1000" strike="noStrike" u="none">
              <a:solidFill>
                <a:srgbClr val="000000"/>
              </a:solidFill>
              <a:effectLst/>
              <a:uFillTx/>
              <a:latin typeface="Arial"/>
            </a:endParaRPr>
          </a:p>
        </p:txBody>
      </p:sp>
      <p:sp>
        <p:nvSpPr>
          <p:cNvPr id="88" name="Copyright" hidden="1"/>
          <p:cNvSpPr/>
          <p:nvPr/>
        </p:nvSpPr>
        <p:spPr>
          <a:xfrm>
            <a:off x="4699080" y="6431760"/>
            <a:ext cx="2793240" cy="10656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000000"/>
              </a:solidFill>
              <a:effectLst/>
              <a:uFillTx/>
              <a:latin typeface="Arial"/>
            </a:endParaRPr>
          </a:p>
        </p:txBody>
      </p:sp>
      <p:sp>
        <p:nvSpPr>
          <p:cNvPr id="89" name="Rectangle 6">
            <a:extLst>
              <a:ext uri="{C183D7F6-B498-43B3-948B-1728B52AA6E4}">
                <adec:decorative xmlns:adec="http://schemas.microsoft.com/office/drawing/2017/decorative" val="1"/>
              </a:ext>
            </a:extLst>
          </p:cNvPr>
          <p:cNvSpPr/>
          <p:nvPr/>
        </p:nvSpPr>
        <p:spPr>
          <a:xfrm>
            <a:off x="0" y="0"/>
            <a:ext cx="4555440" cy="6857280"/>
          </a:xfrm>
          <a:prstGeom prst="rect">
            <a:avLst/>
          </a:prstGeom>
          <a:solidFill>
            <a:srgbClr val="fbf9f4"/>
          </a:solidFill>
          <a:ln w="19050">
            <a:noFill/>
          </a:ln>
        </p:spPr>
        <p:style>
          <a:lnRef idx="2">
            <a:schemeClr val="accent1">
              <a:shade val="50000"/>
            </a:schemeClr>
          </a:lnRef>
          <a:fillRef idx="1">
            <a:schemeClr val="accent1"/>
          </a:fillRef>
          <a:effectRef idx="0">
            <a:schemeClr val="accent1"/>
          </a:effectRef>
          <a:fontRef idx="minor"/>
        </p:style>
        <p:txBody>
          <a:bodyPr numCol="1" spcCol="0" lIns="130680" rIns="130680" tIns="65160" bIns="65160" anchor="t">
            <a:noAutofit/>
          </a:bodyPr>
          <a:p>
            <a:pPr algn="ctr" defTabSz="914400">
              <a:lnSpc>
                <a:spcPct val="100000"/>
              </a:lnSpc>
              <a:spcBef>
                <a:spcPts val="714"/>
              </a:spcBef>
            </a:pPr>
            <a:endParaRPr b="0" lang="en-US" sz="1430" strike="noStrike" u="none">
              <a:solidFill>
                <a:schemeClr val="lt1"/>
              </a:solidFill>
              <a:effectLst/>
              <a:uFillTx/>
              <a:latin typeface="Arial"/>
            </a:endParaRPr>
          </a:p>
        </p:txBody>
      </p:sp>
      <p:pic>
        <p:nvPicPr>
          <p:cNvPr id="90" name="Optum logo" descr="Optum"/>
          <p:cNvPicPr/>
          <p:nvPr/>
        </p:nvPicPr>
        <p:blipFill>
          <a:blip r:embed="rId4">
            <a:extLst>
              <a:ext uri="{96DAC541-7B7A-43D3-8B79-37D633B846F1}">
                <asvg:svgBlip xmlns:asvg="http://schemas.microsoft.com/office/drawing/2016/SVG/main" r:embed="rId5"/>
              </a:ext>
            </a:extLst>
          </a:blip>
          <a:stretch/>
        </p:blipFill>
        <p:spPr>
          <a:xfrm>
            <a:off x="824400" y="523800"/>
            <a:ext cx="2438280" cy="705600"/>
          </a:xfrm>
          <a:prstGeom prst="rect">
            <a:avLst/>
          </a:prstGeom>
          <a:noFill/>
          <a:ln w="0">
            <a:noFill/>
          </a:ln>
        </p:spPr>
      </p:pic>
      <p:sp>
        <p:nvSpPr>
          <p:cNvPr id="91" name="TextBox 7"/>
          <p:cNvSpPr/>
          <p:nvPr/>
        </p:nvSpPr>
        <p:spPr>
          <a:xfrm>
            <a:off x="824400" y="2388240"/>
            <a:ext cx="3210840" cy="1384200"/>
          </a:xfrm>
          <a:prstGeom prst="rect">
            <a:avLst/>
          </a:prstGeom>
          <a:noFill/>
          <a:ln w="0">
            <a:noFill/>
          </a:ln>
        </p:spPr>
        <p:style>
          <a:lnRef idx="0"/>
          <a:fillRef idx="0"/>
          <a:effectRef idx="0"/>
          <a:fontRef idx="minor"/>
        </p:style>
        <p:txBody>
          <a:bodyPr lIns="0" rIns="0" tIns="0" bIns="0" anchor="t">
            <a:spAutoFit/>
          </a:bodyPr>
          <a:p>
            <a:pPr defTabSz="914400">
              <a:lnSpc>
                <a:spcPct val="90000"/>
              </a:lnSpc>
            </a:pPr>
            <a:r>
              <a:rPr b="0" lang="en-US" sz="5000" strike="noStrike" u="none">
                <a:solidFill>
                  <a:schemeClr val="dk1"/>
                </a:solidFill>
                <a:effectLst/>
                <a:uFillTx/>
                <a:latin typeface="Georgia Pro"/>
              </a:rPr>
              <a:t>On-screen template</a:t>
            </a:r>
            <a:endParaRPr b="0" lang="en-US" sz="5000" strike="noStrike" u="none">
              <a:solidFill>
                <a:srgbClr val="000000"/>
              </a:solidFill>
              <a:effectLst/>
              <a:uFillTx/>
              <a:latin typeface="Arial"/>
            </a:endParaRPr>
          </a:p>
        </p:txBody>
      </p:sp>
      <p:sp>
        <p:nvSpPr>
          <p:cNvPr id="92" name="TextBox 9"/>
          <p:cNvSpPr/>
          <p:nvPr/>
        </p:nvSpPr>
        <p:spPr>
          <a:xfrm>
            <a:off x="822240" y="4177440"/>
            <a:ext cx="3583440" cy="199440"/>
          </a:xfrm>
          <a:prstGeom prst="rect">
            <a:avLst/>
          </a:prstGeom>
          <a:noFill/>
          <a:ln w="0">
            <a:noFill/>
          </a:ln>
        </p:spPr>
        <p:style>
          <a:lnRef idx="0"/>
          <a:fillRef idx="0"/>
          <a:effectRef idx="0"/>
          <a:fontRef idx="minor"/>
        </p:style>
        <p:txBody>
          <a:bodyPr lIns="0" rIns="0" tIns="0" bIns="0" anchor="t">
            <a:spAutoFit/>
          </a:bodyPr>
          <a:p>
            <a:pPr defTabSz="914400">
              <a:lnSpc>
                <a:spcPct val="100000"/>
              </a:lnSpc>
              <a:spcBef>
                <a:spcPts val="714"/>
              </a:spcBef>
            </a:pPr>
            <a:r>
              <a:rPr b="0" lang="en-US" sz="1300" strike="noStrike" u="none">
                <a:solidFill>
                  <a:schemeClr val="dk1"/>
                </a:solidFill>
                <a:effectLst/>
                <a:uFillTx/>
                <a:latin typeface="Arial"/>
              </a:rPr>
              <a:t>Released July 2026</a:t>
            </a:r>
            <a:endParaRPr b="0" lang="en-US" sz="1300" strike="noStrike" u="none">
              <a:solidFill>
                <a:srgbClr val="000000"/>
              </a:solidFill>
              <a:effectLst/>
              <a:uFillTx/>
              <a:latin typeface="Arial"/>
            </a:endParaRPr>
          </a:p>
        </p:txBody>
      </p:sp>
      <p:pic>
        <p:nvPicPr>
          <p:cNvPr id="93" name="Picture 15" descr="">
            <a:extLst>
              <a:ext uri="{C183D7F6-B498-43B3-948B-1728B52AA6E4}">
                <adec:decorative xmlns:adec="http://schemas.microsoft.com/office/drawing/2017/decorative" val="1"/>
              </a:ext>
            </a:extLst>
          </p:cNvPr>
          <p:cNvPicPr/>
          <p:nvPr/>
        </p:nvPicPr>
        <p:blipFill>
          <a:blip r:embed="rId6">
            <a:extLst>
              <a:ext uri="{96DAC541-7B7A-43D3-8B79-37D633B846F1}">
                <asvg:svgBlip xmlns:asvg="http://schemas.microsoft.com/office/drawing/2016/SVG/main" r:embed="rId7"/>
              </a:ext>
            </a:extLst>
          </a:blip>
          <a:srcRect l="1543" t="0" r="1543" b="0"/>
          <a:stretch/>
        </p:blipFill>
        <p:spPr>
          <a:xfrm>
            <a:off x="827280" y="4941720"/>
            <a:ext cx="584640" cy="603360"/>
          </a:xfrm>
          <a:prstGeom prst="rect">
            <a:avLst/>
          </a:prstGeom>
          <a:noFill/>
          <a:ln w="0">
            <a:noFill/>
          </a:ln>
        </p:spPr>
      </p:pic>
      <p:sp>
        <p:nvSpPr>
          <p:cNvPr id="94" name="TextBox 10"/>
          <p:cNvSpPr/>
          <p:nvPr/>
        </p:nvSpPr>
        <p:spPr>
          <a:xfrm>
            <a:off x="822240" y="5589000"/>
            <a:ext cx="2834280" cy="507240"/>
          </a:xfrm>
          <a:prstGeom prst="rect">
            <a:avLst/>
          </a:prstGeom>
          <a:noFill/>
          <a:ln w="0">
            <a:noFill/>
          </a:ln>
        </p:spPr>
        <p:style>
          <a:lnRef idx="0"/>
          <a:fillRef idx="0"/>
          <a:effectRef idx="0"/>
          <a:fontRef idx="minor"/>
        </p:style>
        <p:txBody>
          <a:bodyPr lIns="0" rIns="0" tIns="0" bIns="0" anchor="t">
            <a:spAutoFit/>
          </a:bodyPr>
          <a:p>
            <a:pPr defTabSz="914400">
              <a:lnSpc>
                <a:spcPct val="100000"/>
              </a:lnSpc>
              <a:spcBef>
                <a:spcPts val="601"/>
              </a:spcBef>
            </a:pPr>
            <a:r>
              <a:rPr b="1" lang="en-US" sz="1100" strike="noStrike" u="none">
                <a:solidFill>
                  <a:schemeClr val="dk1"/>
                </a:solidFill>
                <a:effectLst/>
                <a:uFillTx/>
                <a:latin typeface="Arial"/>
              </a:rPr>
              <a:t>Reminder: </a:t>
            </a:r>
            <a:r>
              <a:rPr b="0" lang="en-US" sz="1100" strike="noStrike" u="none">
                <a:solidFill>
                  <a:schemeClr val="dk1"/>
                </a:solidFill>
                <a:effectLst/>
                <a:uFillTx/>
                <a:latin typeface="Arial"/>
              </a:rPr>
              <a:t>Download a new template from</a:t>
            </a:r>
            <a:br>
              <a:rPr sz="1100"/>
            </a:br>
            <a:r>
              <a:rPr b="0" lang="en-US" sz="1100" strike="noStrike" u="none">
                <a:solidFill>
                  <a:schemeClr val="dk1"/>
                </a:solidFill>
                <a:effectLst/>
                <a:uFillTx/>
                <a:latin typeface="Arial"/>
              </a:rPr>
              <a:t>Optum Brand Center </a:t>
            </a:r>
            <a:r>
              <a:rPr b="1" lang="en-US" sz="1100" strike="noStrike" u="none">
                <a:solidFill>
                  <a:schemeClr val="dk1"/>
                </a:solidFill>
                <a:effectLst/>
                <a:uFillTx/>
                <a:latin typeface="Arial"/>
              </a:rPr>
              <a:t>each time</a:t>
            </a:r>
            <a:r>
              <a:rPr b="0" lang="en-US" sz="1100" strike="noStrike" u="none">
                <a:solidFill>
                  <a:schemeClr val="dk1"/>
                </a:solidFill>
                <a:effectLst/>
                <a:uFillTx/>
                <a:latin typeface="Arial"/>
              </a:rPr>
              <a:t> a document is started. Templates continuously evolve.</a:t>
            </a:r>
            <a:endParaRPr b="0" lang="en-US" sz="1100" strike="noStrike" u="none">
              <a:solidFill>
                <a:srgbClr val="000000"/>
              </a:solidFill>
              <a:effectLst/>
              <a:uFillTx/>
              <a:latin typeface="Arial"/>
            </a:endParaRPr>
          </a:p>
        </p:txBody>
      </p:sp>
      <p:pic>
        <p:nvPicPr>
          <p:cNvPr id="95" name="Picture 2" descr="">
            <a:extLst>
              <a:ext uri="{C183D7F6-B498-43B3-948B-1728B52AA6E4}">
                <adec:decorative xmlns:adec="http://schemas.microsoft.com/office/drawing/2017/decorative" val="1"/>
              </a:ext>
            </a:extLst>
          </p:cNvPr>
          <p:cNvPicPr/>
          <p:nvPr/>
        </p:nvPicPr>
        <p:blipFill>
          <a:blip r:embed="rId8"/>
          <a:srcRect l="29" t="0" r="29" b="0"/>
          <a:stretch/>
        </p:blipFill>
        <p:spPr>
          <a:xfrm>
            <a:off x="5122080" y="525600"/>
            <a:ext cx="6608880" cy="3719520"/>
          </a:xfrm>
          <a:prstGeom prst="rect">
            <a:avLst/>
          </a:prstGeom>
          <a:noFill/>
          <a:ln w="6350">
            <a:solidFill>
              <a:srgbClr val="3d3c38"/>
            </a:solidFill>
            <a:round/>
          </a:ln>
        </p:spPr>
      </p:pic>
      <p:pic>
        <p:nvPicPr>
          <p:cNvPr id="96" name="Picture 17" descr="">
            <a:extLst>
              <a:ext uri="{C183D7F6-B498-43B3-948B-1728B52AA6E4}">
                <adec:decorative xmlns:adec="http://schemas.microsoft.com/office/drawing/2017/decorative" val="1"/>
              </a:ext>
            </a:extLst>
          </p:cNvPr>
          <p:cNvPicPr/>
          <p:nvPr/>
        </p:nvPicPr>
        <p:blipFill>
          <a:blip r:embed="rId9"/>
          <a:srcRect l="136" t="0" r="136" b="0"/>
          <a:stretch/>
        </p:blipFill>
        <p:spPr>
          <a:xfrm>
            <a:off x="5122800" y="4248000"/>
            <a:ext cx="3297600" cy="1856520"/>
          </a:xfrm>
          <a:prstGeom prst="rect">
            <a:avLst/>
          </a:prstGeom>
          <a:noFill/>
          <a:ln w="6350">
            <a:solidFill>
              <a:srgbClr val="3d3c38"/>
            </a:solidFill>
            <a:round/>
          </a:ln>
        </p:spPr>
      </p:pic>
      <p:pic>
        <p:nvPicPr>
          <p:cNvPr id="97" name="Picture 3" descr="">
            <a:extLst>
              <a:ext uri="{C183D7F6-B498-43B3-948B-1728B52AA6E4}">
                <adec:decorative xmlns:adec="http://schemas.microsoft.com/office/drawing/2017/decorative" val="1"/>
              </a:ext>
            </a:extLst>
          </p:cNvPr>
          <p:cNvPicPr/>
          <p:nvPr/>
        </p:nvPicPr>
        <p:blipFill>
          <a:blip r:embed="rId10"/>
          <a:srcRect l="26" t="0" r="26" b="0"/>
          <a:stretch/>
        </p:blipFill>
        <p:spPr>
          <a:xfrm>
            <a:off x="8421480" y="4245480"/>
            <a:ext cx="3309120" cy="1859040"/>
          </a:xfrm>
          <a:prstGeom prst="rect">
            <a:avLst/>
          </a:prstGeom>
          <a:noFill/>
          <a:ln w="6350">
            <a:solidFill>
              <a:srgbClr val="3d3c38"/>
            </a:solidFill>
            <a:round/>
          </a:ln>
        </p:spPr>
      </p:pic>
      <p:sp>
        <p:nvSpPr>
          <p:cNvPr id="98"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lnSpc>
                <a:spcPct val="100000"/>
              </a:lnSpc>
              <a:buNone/>
              <a:tabLst>
                <a:tab algn="l" pos="0"/>
              </a:tabLst>
            </a:pPr>
            <a:r>
              <a:rPr b="0" lang="en-US" sz="1800" strike="noStrike" u="none">
                <a:solidFill>
                  <a:schemeClr val="dk1"/>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99" name="PlaceHolder 2"/>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600" strike="noStrike" u="none">
                <a:solidFill>
                  <a:schemeClr val="dk1"/>
                </a:solidFill>
                <a:effectLst/>
                <a:uFillTx/>
                <a:latin typeface="Arial"/>
              </a:rPr>
              <a:t>Click to edit the outline text format</a:t>
            </a:r>
            <a:endParaRPr b="0" lang="en-US" sz="16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600" strike="noStrike" u="none">
                <a:solidFill>
                  <a:schemeClr val="dk1"/>
                </a:solidFill>
                <a:effectLst/>
                <a:uFillTx/>
                <a:latin typeface="Arial"/>
              </a:rPr>
              <a:t>Second Outline Level</a:t>
            </a:r>
            <a:endParaRPr b="0" lang="en-US" sz="16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1600" strike="noStrike" u="none">
                <a:solidFill>
                  <a:schemeClr val="dk1"/>
                </a:solidFill>
                <a:effectLst/>
                <a:uFillTx/>
                <a:latin typeface="Arial"/>
              </a:rPr>
              <a:t>Third Outline Level</a:t>
            </a:r>
            <a:endParaRPr b="0" lang="en-US" sz="16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1400" strike="noStrike" u="none">
                <a:solidFill>
                  <a:schemeClr val="dk1"/>
                </a:solidFill>
                <a:effectLst/>
                <a:uFillTx/>
                <a:latin typeface="Arial"/>
              </a:rPr>
              <a:t>Fourth Outline Level</a:t>
            </a:r>
            <a:endParaRPr b="0" lang="en-US" sz="14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2000" strike="noStrike" u="none">
                <a:solidFill>
                  <a:schemeClr val="dk1"/>
                </a:solidFill>
                <a:effectLst/>
                <a:uFillTx/>
                <a:latin typeface="Arial"/>
              </a:rPr>
              <a:t>Fifth Outline Level</a:t>
            </a:r>
            <a:endParaRPr b="0" lang="en-US" sz="20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2000" strike="noStrike" u="none">
                <a:solidFill>
                  <a:schemeClr val="dk1"/>
                </a:solidFill>
                <a:effectLst/>
                <a:uFillTx/>
                <a:latin typeface="Arial"/>
              </a:rPr>
              <a:t>Sixth Outline Level</a:t>
            </a:r>
            <a:endParaRPr b="0" lang="en-US" sz="20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2000" strike="noStrike" u="none">
                <a:solidFill>
                  <a:schemeClr val="dk1"/>
                </a:solidFill>
                <a:effectLst/>
                <a:uFillTx/>
                <a:latin typeface="Arial"/>
              </a:rPr>
              <a:t>Seventh Outline Level</a:t>
            </a:r>
            <a:endParaRPr b="0" lang="en-US" sz="2000" strike="noStrike" u="none">
              <a:solidFill>
                <a:srgbClr val="000000"/>
              </a:solidFill>
              <a:effectLst/>
              <a:uFillTx/>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pic>
        <p:nvPicPr>
          <p:cNvPr id="100" name="Optum Logo" descr="Optum"/>
          <p:cNvPicPr/>
          <p:nvPr/>
        </p:nvPicPr>
        <p:blipFill>
          <a:blip r:embed="rId2">
            <a:extLst>
              <a:ext uri="{96DAC541-7B7A-43D3-8B79-37D633B846F1}">
                <asvg:svgBlip xmlns:asvg="http://schemas.microsoft.com/office/drawing/2016/SVG/main" r:embed="rId3"/>
              </a:ext>
            </a:extLst>
          </a:blip>
          <a:stretch/>
        </p:blipFill>
        <p:spPr>
          <a:xfrm>
            <a:off x="461880" y="6343560"/>
            <a:ext cx="772200" cy="223200"/>
          </a:xfrm>
          <a:prstGeom prst="rect">
            <a:avLst/>
          </a:prstGeom>
          <a:noFill/>
          <a:ln w="0">
            <a:noFill/>
          </a:ln>
        </p:spPr>
      </p:pic>
      <p:sp>
        <p:nvSpPr>
          <p:cNvPr id="101" name="Page Number"/>
          <p:cNvSpPr/>
          <p:nvPr/>
        </p:nvSpPr>
        <p:spPr>
          <a:xfrm>
            <a:off x="11576160" y="6394320"/>
            <a:ext cx="156240" cy="15300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BE43C180-C3C5-4990-926B-553852F55434}" type="slidenum">
              <a:rPr b="1" lang="en-US" sz="1000" strike="noStrike" u="none">
                <a:solidFill>
                  <a:schemeClr val="dk1"/>
                </a:solidFill>
                <a:effectLst/>
                <a:uFillTx/>
                <a:latin typeface="Arial"/>
              </a:rPr>
              <a:t>&lt;number&gt;</a:t>
            </a:fld>
            <a:endParaRPr b="0" lang="en-US" sz="1000" strike="noStrike" u="none">
              <a:solidFill>
                <a:srgbClr val="000000"/>
              </a:solidFill>
              <a:effectLst/>
              <a:uFillTx/>
              <a:latin typeface="Arial"/>
            </a:endParaRPr>
          </a:p>
        </p:txBody>
      </p:sp>
      <p:sp>
        <p:nvSpPr>
          <p:cNvPr id="102" name="Copyright"/>
          <p:cNvSpPr/>
          <p:nvPr/>
        </p:nvSpPr>
        <p:spPr>
          <a:xfrm>
            <a:off x="4699080" y="6431760"/>
            <a:ext cx="2793240" cy="10656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000000"/>
              </a:solidFill>
              <a:effectLst/>
              <a:uFillTx/>
              <a:latin typeface="Arial"/>
            </a:endParaRPr>
          </a:p>
        </p:txBody>
      </p:sp>
      <p:sp>
        <p:nvSpPr>
          <p:cNvPr id="103" name="PlaceHolder 1"/>
          <p:cNvSpPr>
            <a:spLocks noGrp="1"/>
          </p:cNvSpPr>
          <p:nvPr>
            <p:ph type="dt" idx="25"/>
          </p:nvPr>
        </p:nvSpPr>
        <p:spPr>
          <a:xfrm>
            <a:off x="0" y="7170840"/>
            <a:ext cx="9136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r>
              <a:rPr b="0" lang="en-US" sz="200" strike="noStrike" u="none">
                <a:solidFill>
                  <a:schemeClr val="dk1"/>
                </a:solidFill>
                <a:effectLst/>
                <a:uFillTx/>
                <a:latin typeface="Arial"/>
              </a:rPr>
              <a:t>&lt;date/time&gt;</a:t>
            </a:r>
            <a:endParaRPr b="0" lang="en-US" sz="200" strike="noStrike" u="none">
              <a:solidFill>
                <a:srgbClr val="000000"/>
              </a:solidFill>
              <a:effectLst/>
              <a:uFillTx/>
              <a:latin typeface="Times New Roman"/>
            </a:endParaRPr>
          </a:p>
        </p:txBody>
      </p:sp>
      <p:sp>
        <p:nvSpPr>
          <p:cNvPr id="104" name="PlaceHolder 2"/>
          <p:cNvSpPr>
            <a:spLocks noGrp="1"/>
          </p:cNvSpPr>
          <p:nvPr>
            <p:ph type="ftr" idx="26"/>
          </p:nvPr>
        </p:nvSpPr>
        <p:spPr>
          <a:xfrm>
            <a:off x="0" y="7120440"/>
            <a:ext cx="11548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r>
              <a:rPr b="0" lang="en-US" sz="200" strike="noStrike" u="none">
                <a:solidFill>
                  <a:schemeClr val="dk1"/>
                </a:solidFill>
                <a:effectLst/>
                <a:uFillTx/>
                <a:latin typeface="Arial"/>
              </a:rPr>
              <a:t>&lt;footer&gt;</a:t>
            </a:r>
            <a:endParaRPr b="0" lang="en-US" sz="200" strike="noStrike" u="none">
              <a:solidFill>
                <a:srgbClr val="000000"/>
              </a:solidFill>
              <a:effectLst/>
              <a:uFillTx/>
              <a:latin typeface="Times New Roman"/>
            </a:endParaRPr>
          </a:p>
        </p:txBody>
      </p:sp>
      <p:sp>
        <p:nvSpPr>
          <p:cNvPr id="105" name="PlaceHolder 3"/>
          <p:cNvSpPr>
            <a:spLocks noGrp="1"/>
          </p:cNvSpPr>
          <p:nvPr>
            <p:ph type="sldNum" idx="27"/>
          </p:nvPr>
        </p:nvSpPr>
        <p:spPr>
          <a:xfrm>
            <a:off x="0" y="7221600"/>
            <a:ext cx="9136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fld id="{9340F5E2-852D-4154-8FD6-53FFEE7CCE2F}" type="slidenum">
              <a:rPr b="0" lang="en-US" sz="200" strike="noStrike" u="none">
                <a:solidFill>
                  <a:schemeClr val="dk1"/>
                </a:solidFill>
                <a:effectLst/>
                <a:uFillTx/>
                <a:latin typeface="Arial"/>
              </a:rPr>
              <a:t>&lt;number&gt;</a:t>
            </a:fld>
            <a:endParaRPr b="0" lang="en-US" sz="200" strike="noStrike" u="none">
              <a:solidFill>
                <a:srgbClr val="000000"/>
              </a:solidFill>
              <a:effectLst/>
              <a:uFillTx/>
              <a:latin typeface="Times New Roman"/>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
    <p:bg>
      <p:bgPr>
        <a:solidFill>
          <a:srgbClr val="ffffff"/>
        </a:solidFill>
      </p:bgPr>
    </p:bg>
    <p:spTree>
      <p:nvGrpSpPr>
        <p:cNvPr id="1" name=""/>
        <p:cNvGrpSpPr/>
        <p:nvPr/>
      </p:nvGrpSpPr>
      <p:grpSpPr>
        <a:xfrm>
          <a:off x="0" y="0"/>
          <a:ext cx="0" cy="0"/>
          <a:chOff x="0" y="0"/>
          <a:chExt cx="0" cy="0"/>
        </a:xfrm>
      </p:grpSpPr>
      <p:pic>
        <p:nvPicPr>
          <p:cNvPr id="106" name="Optum Logo" descr="Optum"/>
          <p:cNvPicPr/>
          <p:nvPr/>
        </p:nvPicPr>
        <p:blipFill>
          <a:blip r:embed="rId2">
            <a:extLst>
              <a:ext uri="{96DAC541-7B7A-43D3-8B79-37D633B846F1}">
                <asvg:svgBlip xmlns:asvg="http://schemas.microsoft.com/office/drawing/2016/SVG/main" r:embed="rId3"/>
              </a:ext>
            </a:extLst>
          </a:blip>
          <a:stretch/>
        </p:blipFill>
        <p:spPr>
          <a:xfrm>
            <a:off x="461880" y="6343560"/>
            <a:ext cx="772200" cy="223200"/>
          </a:xfrm>
          <a:prstGeom prst="rect">
            <a:avLst/>
          </a:prstGeom>
          <a:noFill/>
          <a:ln w="0">
            <a:noFill/>
          </a:ln>
        </p:spPr>
      </p:pic>
      <p:sp>
        <p:nvSpPr>
          <p:cNvPr id="107" name="Page Number" hidden="1"/>
          <p:cNvSpPr/>
          <p:nvPr/>
        </p:nvSpPr>
        <p:spPr>
          <a:xfrm>
            <a:off x="11576160" y="6394320"/>
            <a:ext cx="156240" cy="15300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1C0D217B-A90A-4CE0-AD4E-6E65CC853ECA}" type="slidenum">
              <a:rPr b="1" lang="en-US" sz="1000" strike="noStrike" u="none">
                <a:solidFill>
                  <a:schemeClr val="dk1"/>
                </a:solidFill>
                <a:effectLst/>
                <a:uFillTx/>
                <a:latin typeface="Arial"/>
              </a:rPr>
              <a:t>&lt;number&gt;</a:t>
            </a:fld>
            <a:endParaRPr b="0" lang="en-US" sz="1000" strike="noStrike" u="none">
              <a:solidFill>
                <a:srgbClr val="000000"/>
              </a:solidFill>
              <a:effectLst/>
              <a:uFillTx/>
              <a:latin typeface="Arial"/>
            </a:endParaRPr>
          </a:p>
        </p:txBody>
      </p:sp>
      <p:sp>
        <p:nvSpPr>
          <p:cNvPr id="108" name="Copyright" hidden="1"/>
          <p:cNvSpPr/>
          <p:nvPr/>
        </p:nvSpPr>
        <p:spPr>
          <a:xfrm>
            <a:off x="4699080" y="6431760"/>
            <a:ext cx="2793240" cy="10656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000000"/>
              </a:solidFill>
              <a:effectLst/>
              <a:uFillTx/>
              <a:latin typeface="Arial"/>
            </a:endParaRPr>
          </a:p>
        </p:txBody>
      </p:sp>
      <p:cxnSp>
        <p:nvCxnSpPr>
          <p:cNvPr id="109" name="Straight Connector 2">
            <a:extLst>
              <a:ext uri="{C183D7F6-B498-43B3-948B-1728B52AA6E4}">
                <adec:decorative xmlns:adec="http://schemas.microsoft.com/office/drawing/2017/decorative" val="1"/>
              </a:ext>
            </a:extLst>
          </p:cNvPr>
          <p:cNvCxnSpPr/>
          <p:nvPr/>
        </p:nvCxnSpPr>
        <p:spPr>
          <a:xfrm>
            <a:off x="6095880" y="682560"/>
            <a:ext cx="720" cy="5493240"/>
          </a:xfrm>
          <a:prstGeom prst="straightConnector1">
            <a:avLst/>
          </a:prstGeom>
          <a:ln cap="rnd" w="381000">
            <a:solidFill>
              <a:srgbClr val="7030a0"/>
            </a:solidFill>
            <a:round/>
          </a:ln>
        </p:spPr>
      </p:cxn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 Pattern">
    <p:bg>
      <p:bgPr>
        <a:blipFill rotWithShape="0">
          <a:blip r:embed="rId2">
            <a:extLst>
              <a:ext uri="{96DAC541-7B7A-43D3-8B79-37D633B846F1}">
                <asvg:svgBlip xmlns:asvg="http://schemas.microsoft.com/office/drawing/2016/SVG/main" r:embed="rId3"/>
              </a:ext>
            </a:extLst>
          </a:blip>
          <a:stretch/>
        </a:blipFill>
      </p:bgPr>
    </p:bg>
    <p:spTree>
      <p:nvGrpSpPr>
        <p:cNvPr id="1" name=""/>
        <p:cNvGrpSpPr/>
        <p:nvPr/>
      </p:nvGrpSpPr>
      <p:grpSpPr>
        <a:xfrm>
          <a:off x="0" y="0"/>
          <a:ext cx="0" cy="0"/>
          <a:chOff x="0" y="0"/>
          <a:chExt cx="0" cy="0"/>
        </a:xfrm>
      </p:grpSpPr>
      <p:pic>
        <p:nvPicPr>
          <p:cNvPr id="110" name="Optum Logo" descr="Optum"/>
          <p:cNvPicPr/>
          <p:nvPr/>
        </p:nvPicPr>
        <p:blipFill>
          <a:blip r:embed="rId4">
            <a:extLst>
              <a:ext uri="{96DAC541-7B7A-43D3-8B79-37D633B846F1}">
                <asvg:svgBlip xmlns:asvg="http://schemas.microsoft.com/office/drawing/2016/SVG/main" r:embed="rId5"/>
              </a:ext>
            </a:extLst>
          </a:blip>
          <a:stretch/>
        </p:blipFill>
        <p:spPr>
          <a:xfrm>
            <a:off x="461880" y="6343560"/>
            <a:ext cx="772200" cy="223200"/>
          </a:xfrm>
          <a:prstGeom prst="rect">
            <a:avLst/>
          </a:prstGeom>
          <a:noFill/>
          <a:ln w="0">
            <a:noFill/>
          </a:ln>
        </p:spPr>
      </p:pic>
      <p:sp>
        <p:nvSpPr>
          <p:cNvPr id="111" name="Page Number"/>
          <p:cNvSpPr/>
          <p:nvPr/>
        </p:nvSpPr>
        <p:spPr>
          <a:xfrm>
            <a:off x="11576160" y="6394320"/>
            <a:ext cx="156240" cy="15300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27D3E612-38AC-405D-AF00-4802510CDFCE}" type="slidenum">
              <a:rPr b="1" lang="en-US" sz="1000" strike="noStrike" u="none">
                <a:solidFill>
                  <a:schemeClr val="dk1"/>
                </a:solidFill>
                <a:effectLst/>
                <a:uFillTx/>
                <a:latin typeface="Arial"/>
              </a:rPr>
              <a:t>&lt;number&gt;</a:t>
            </a:fld>
            <a:endParaRPr b="0" lang="en-US" sz="1000" strike="noStrike" u="none">
              <a:solidFill>
                <a:srgbClr val="ffffff"/>
              </a:solidFill>
              <a:effectLst/>
              <a:uFillTx/>
              <a:latin typeface="Arial"/>
            </a:endParaRPr>
          </a:p>
        </p:txBody>
      </p:sp>
      <p:sp>
        <p:nvSpPr>
          <p:cNvPr id="112" name="Copyright"/>
          <p:cNvSpPr/>
          <p:nvPr/>
        </p:nvSpPr>
        <p:spPr>
          <a:xfrm>
            <a:off x="4699080" y="6431760"/>
            <a:ext cx="2793240" cy="10656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ffffff"/>
              </a:solidFill>
              <a:effectLst/>
              <a:uFillTx/>
              <a:latin typeface="Arial"/>
            </a:endParaRPr>
          </a:p>
        </p:txBody>
      </p:sp>
      <p:cxnSp>
        <p:nvCxnSpPr>
          <p:cNvPr id="113" name="Stroke">
            <a:extLst>
              <a:ext uri="{C183D7F6-B498-43B3-948B-1728B52AA6E4}">
                <adec:decorative xmlns:adec="http://schemas.microsoft.com/office/drawing/2017/decorative" val="1"/>
              </a:ext>
            </a:extLst>
          </p:cNvPr>
          <p:cNvCxnSpPr/>
          <p:nvPr/>
        </p:nvCxnSpPr>
        <p:spPr>
          <a:xfrm>
            <a:off x="467640" y="410760"/>
            <a:ext cx="522720" cy="720"/>
          </a:xfrm>
          <a:prstGeom prst="straightConnector1">
            <a:avLst/>
          </a:prstGeom>
          <a:ln cap="rnd" w="38100">
            <a:solidFill>
              <a:srgbClr val="ff612b"/>
            </a:solidFill>
            <a:round/>
          </a:ln>
        </p:spPr>
      </p:cxnSp>
      <p:sp>
        <p:nvSpPr>
          <p:cNvPr id="114" name="PlaceHolder 1"/>
          <p:cNvSpPr>
            <a:spLocks noGrp="1"/>
          </p:cNvSpPr>
          <p:nvPr>
            <p:ph type="title"/>
          </p:nvPr>
        </p:nvSpPr>
        <p:spPr>
          <a:xfrm>
            <a:off x="468000" y="555480"/>
            <a:ext cx="9600480" cy="303840"/>
          </a:xfrm>
          <a:prstGeom prst="rect">
            <a:avLst/>
          </a:prstGeom>
          <a:noFill/>
          <a:ln w="0">
            <a:noFill/>
          </a:ln>
        </p:spPr>
        <p:txBody>
          <a:bodyPr lIns="0" rIns="0" tIns="0" bIns="0" anchor="t">
            <a:noAutofit/>
          </a:bodyPr>
          <a:p>
            <a:pPr indent="0" defTabSz="914400">
              <a:lnSpc>
                <a:spcPct val="90000"/>
              </a:lnSpc>
              <a:buNone/>
              <a:tabLst>
                <a:tab algn="l" pos="0"/>
              </a:tabLst>
            </a:pPr>
            <a:r>
              <a:rPr b="0" lang="en-US" sz="2200" strike="noStrike" u="none">
                <a:solidFill>
                  <a:schemeClr val="dk1"/>
                </a:solidFill>
                <a:effectLst/>
                <a:uFillTx/>
                <a:latin typeface="Georgia Pro"/>
              </a:rPr>
              <a:t>Slide title; Georgia Pro 22pt, sentence case (1 line)</a:t>
            </a:r>
            <a:endParaRPr b="0" lang="en-US" sz="2200" strike="noStrike" u="none">
              <a:solidFill>
                <a:srgbClr val="ffffff"/>
              </a:solidFill>
              <a:effectLst/>
              <a:uFillTx/>
              <a:latin typeface="Arial"/>
            </a:endParaRPr>
          </a:p>
        </p:txBody>
      </p:sp>
      <p:sp>
        <p:nvSpPr>
          <p:cNvPr id="115" name="PlaceHolder 2"/>
          <p:cNvSpPr>
            <a:spLocks noGrp="1"/>
          </p:cNvSpPr>
          <p:nvPr>
            <p:ph type="dt" idx="28"/>
          </p:nvPr>
        </p:nvSpPr>
        <p:spPr>
          <a:xfrm>
            <a:off x="0" y="7170840"/>
            <a:ext cx="9136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r>
              <a:rPr b="0" lang="en-US" sz="200" strike="noStrike" u="none">
                <a:solidFill>
                  <a:schemeClr val="dk1"/>
                </a:solidFill>
                <a:effectLst/>
                <a:uFillTx/>
                <a:latin typeface="Arial"/>
              </a:rPr>
              <a:t>&lt;date/time&gt;</a:t>
            </a:r>
            <a:endParaRPr b="0" lang="en-US" sz="200" strike="noStrike" u="none">
              <a:solidFill>
                <a:srgbClr val="ffffff"/>
              </a:solidFill>
              <a:effectLst/>
              <a:uFillTx/>
              <a:latin typeface="Times New Roman"/>
            </a:endParaRPr>
          </a:p>
        </p:txBody>
      </p:sp>
      <p:sp>
        <p:nvSpPr>
          <p:cNvPr id="116" name="PlaceHolder 3"/>
          <p:cNvSpPr>
            <a:spLocks noGrp="1"/>
          </p:cNvSpPr>
          <p:nvPr>
            <p:ph type="ftr" idx="29"/>
          </p:nvPr>
        </p:nvSpPr>
        <p:spPr>
          <a:xfrm>
            <a:off x="0" y="7120440"/>
            <a:ext cx="11548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r>
              <a:rPr b="0" lang="en-US" sz="200" strike="noStrike" u="none">
                <a:solidFill>
                  <a:schemeClr val="dk1"/>
                </a:solidFill>
                <a:effectLst/>
                <a:uFillTx/>
                <a:latin typeface="Arial"/>
              </a:rPr>
              <a:t>&lt;footer&gt;</a:t>
            </a:r>
            <a:endParaRPr b="0" lang="en-US" sz="200" strike="noStrike" u="none">
              <a:solidFill>
                <a:srgbClr val="ffffff"/>
              </a:solidFill>
              <a:effectLst/>
              <a:uFillTx/>
              <a:latin typeface="Times New Roman"/>
            </a:endParaRPr>
          </a:p>
        </p:txBody>
      </p:sp>
      <p:sp>
        <p:nvSpPr>
          <p:cNvPr id="117" name="PlaceHolder 4"/>
          <p:cNvSpPr>
            <a:spLocks noGrp="1"/>
          </p:cNvSpPr>
          <p:nvPr>
            <p:ph type="sldNum" idx="30"/>
          </p:nvPr>
        </p:nvSpPr>
        <p:spPr>
          <a:xfrm>
            <a:off x="0" y="7221600"/>
            <a:ext cx="9136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fld id="{FC924B33-FC75-4545-A1A2-D545344A8A99}" type="slidenum">
              <a:rPr b="0" lang="en-US" sz="200" strike="noStrike" u="none">
                <a:solidFill>
                  <a:schemeClr val="dk1"/>
                </a:solidFill>
                <a:effectLst/>
                <a:uFillTx/>
                <a:latin typeface="Arial"/>
              </a:rPr>
              <a:t>&lt;number&gt;</a:t>
            </a:fld>
            <a:endParaRPr b="0" lang="en-US" sz="200" strike="noStrike" u="none">
              <a:solidFill>
                <a:srgbClr val="ffffff"/>
              </a:solidFill>
              <a:effectLst/>
              <a:uFillTx/>
              <a:latin typeface="Times New Roman"/>
            </a:endParaRPr>
          </a:p>
        </p:txBody>
      </p:sp>
      <p:sp>
        <p:nvSpPr>
          <p:cNvPr id="118" name="PlaceHolder 5"/>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lnSpc>
                <a:spcPct val="100000"/>
              </a:lnSpc>
              <a:spcBef>
                <a:spcPts val="1417"/>
              </a:spcBef>
              <a:buClr>
                <a:srgbClr val="ffffff"/>
              </a:buClr>
              <a:buSzPct val="45000"/>
              <a:buFont typeface="Wingdings" charset="2"/>
              <a:buChar char=""/>
            </a:pPr>
            <a:r>
              <a:rPr b="0" lang="en-US" sz="1600" strike="noStrike" u="none">
                <a:solidFill>
                  <a:schemeClr val="dk1"/>
                </a:solidFill>
                <a:effectLst/>
                <a:uFillTx/>
                <a:latin typeface="Arial"/>
              </a:rPr>
              <a:t>Click to edit the outline text format</a:t>
            </a:r>
            <a:endParaRPr b="0" lang="en-US" sz="1600" strike="noStrike" u="none">
              <a:solidFill>
                <a:srgbClr val="ffffff"/>
              </a:solidFill>
              <a:effectLst/>
              <a:uFillTx/>
              <a:latin typeface="Arial"/>
            </a:endParaRPr>
          </a:p>
          <a:p>
            <a:pPr lvl="1" marL="864000" indent="-324000">
              <a:lnSpc>
                <a:spcPct val="100000"/>
              </a:lnSpc>
              <a:spcBef>
                <a:spcPts val="1134"/>
              </a:spcBef>
              <a:buClr>
                <a:srgbClr val="ffffff"/>
              </a:buClr>
              <a:buSzPct val="75000"/>
              <a:buFont typeface="Symbol" charset="2"/>
              <a:buChar char=""/>
            </a:pPr>
            <a:r>
              <a:rPr b="0" lang="en-US" sz="1600" strike="noStrike" u="none">
                <a:solidFill>
                  <a:schemeClr val="dk1"/>
                </a:solidFill>
                <a:effectLst/>
                <a:uFillTx/>
                <a:latin typeface="Arial"/>
              </a:rPr>
              <a:t>Second Outline Level</a:t>
            </a:r>
            <a:endParaRPr b="0" lang="en-US" sz="1600" strike="noStrike" u="none">
              <a:solidFill>
                <a:srgbClr val="ffffff"/>
              </a:solidFill>
              <a:effectLst/>
              <a:uFillTx/>
              <a:latin typeface="Arial"/>
            </a:endParaRPr>
          </a:p>
          <a:p>
            <a:pPr lvl="2" marL="1296000" indent="-288000">
              <a:lnSpc>
                <a:spcPct val="100000"/>
              </a:lnSpc>
              <a:spcBef>
                <a:spcPts val="850"/>
              </a:spcBef>
              <a:buClr>
                <a:srgbClr val="ffffff"/>
              </a:buClr>
              <a:buSzPct val="45000"/>
              <a:buFont typeface="Wingdings" charset="2"/>
              <a:buChar char=""/>
            </a:pPr>
            <a:r>
              <a:rPr b="0" lang="en-US" sz="1600" strike="noStrike" u="none">
                <a:solidFill>
                  <a:schemeClr val="dk1"/>
                </a:solidFill>
                <a:effectLst/>
                <a:uFillTx/>
                <a:latin typeface="Arial"/>
              </a:rPr>
              <a:t>Third Outline Level</a:t>
            </a:r>
            <a:endParaRPr b="0" lang="en-US" sz="1600" strike="noStrike" u="none">
              <a:solidFill>
                <a:srgbClr val="ffffff"/>
              </a:solidFill>
              <a:effectLst/>
              <a:uFillTx/>
              <a:latin typeface="Arial"/>
            </a:endParaRPr>
          </a:p>
          <a:p>
            <a:pPr lvl="3" marL="1728000" indent="-216000">
              <a:lnSpc>
                <a:spcPct val="100000"/>
              </a:lnSpc>
              <a:spcBef>
                <a:spcPts val="567"/>
              </a:spcBef>
              <a:buClr>
                <a:srgbClr val="ffffff"/>
              </a:buClr>
              <a:buSzPct val="75000"/>
              <a:buFont typeface="Symbol" charset="2"/>
              <a:buChar char=""/>
            </a:pPr>
            <a:r>
              <a:rPr b="0" lang="en-US" sz="1400" strike="noStrike" u="none">
                <a:solidFill>
                  <a:schemeClr val="dk1"/>
                </a:solidFill>
                <a:effectLst/>
                <a:uFillTx/>
                <a:latin typeface="Arial"/>
              </a:rPr>
              <a:t>Fourth Outline Level</a:t>
            </a:r>
            <a:endParaRPr b="0" lang="en-US" sz="1400" strike="noStrike" u="none">
              <a:solidFill>
                <a:srgbClr val="ffffff"/>
              </a:solidFill>
              <a:effectLst/>
              <a:uFillTx/>
              <a:latin typeface="Arial"/>
            </a:endParaRPr>
          </a:p>
          <a:p>
            <a:pPr lvl="4" marL="2160000" indent="-216000">
              <a:lnSpc>
                <a:spcPct val="100000"/>
              </a:lnSpc>
              <a:spcBef>
                <a:spcPts val="283"/>
              </a:spcBef>
              <a:buClr>
                <a:srgbClr val="ffffff"/>
              </a:buClr>
              <a:buSzPct val="45000"/>
              <a:buFont typeface="Wingdings" charset="2"/>
              <a:buChar char=""/>
            </a:pPr>
            <a:r>
              <a:rPr b="0" lang="en-US" sz="2000" strike="noStrike" u="none">
                <a:solidFill>
                  <a:schemeClr val="dk1"/>
                </a:solidFill>
                <a:effectLst/>
                <a:uFillTx/>
                <a:latin typeface="Arial"/>
              </a:rPr>
              <a:t>Fifth Outline Level</a:t>
            </a:r>
            <a:endParaRPr b="0" lang="en-US" sz="2000" strike="noStrike" u="none">
              <a:solidFill>
                <a:srgbClr val="ffffff"/>
              </a:solidFill>
              <a:effectLst/>
              <a:uFillTx/>
              <a:latin typeface="Arial"/>
            </a:endParaRPr>
          </a:p>
          <a:p>
            <a:pPr lvl="5" marL="2592000" indent="-216000">
              <a:lnSpc>
                <a:spcPct val="100000"/>
              </a:lnSpc>
              <a:spcBef>
                <a:spcPts val="283"/>
              </a:spcBef>
              <a:buClr>
                <a:srgbClr val="ffffff"/>
              </a:buClr>
              <a:buSzPct val="45000"/>
              <a:buFont typeface="Wingdings" charset="2"/>
              <a:buChar char=""/>
            </a:pPr>
            <a:r>
              <a:rPr b="0" lang="en-US" sz="2000" strike="noStrike" u="none">
                <a:solidFill>
                  <a:schemeClr val="dk1"/>
                </a:solidFill>
                <a:effectLst/>
                <a:uFillTx/>
                <a:latin typeface="Arial"/>
              </a:rPr>
              <a:t>Sixth Outline Level</a:t>
            </a:r>
            <a:endParaRPr b="0" lang="en-US" sz="2000" strike="noStrike" u="none">
              <a:solidFill>
                <a:srgbClr val="ffffff"/>
              </a:solidFill>
              <a:effectLst/>
              <a:uFillTx/>
              <a:latin typeface="Arial"/>
            </a:endParaRPr>
          </a:p>
          <a:p>
            <a:pPr lvl="6" marL="3024000" indent="-216000">
              <a:lnSpc>
                <a:spcPct val="100000"/>
              </a:lnSpc>
              <a:spcBef>
                <a:spcPts val="283"/>
              </a:spcBef>
              <a:buClr>
                <a:srgbClr val="ffffff"/>
              </a:buClr>
              <a:buSzPct val="45000"/>
              <a:buFont typeface="Wingdings" charset="2"/>
              <a:buChar char=""/>
            </a:pPr>
            <a:r>
              <a:rPr b="0" lang="en-US" sz="2000" strike="noStrike" u="none">
                <a:solidFill>
                  <a:schemeClr val="dk1"/>
                </a:solidFill>
                <a:effectLst/>
                <a:uFillTx/>
                <a:latin typeface="Arial"/>
              </a:rPr>
              <a:t>Seventh Outline Level</a:t>
            </a:r>
            <a:endParaRPr b="0" lang="en-US" sz="2000" strike="noStrike" u="none">
              <a:solidFill>
                <a:srgbClr val="ffffff"/>
              </a:solidFill>
              <a:effectLst/>
              <a:uFillTx/>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Subhead - Pattern">
    <p:bg>
      <p:bgPr>
        <a:blipFill rotWithShape="0">
          <a:blip r:embed="rId2">
            <a:extLst>
              <a:ext uri="{96DAC541-7B7A-43D3-8B79-37D633B846F1}">
                <asvg:svgBlip xmlns:asvg="http://schemas.microsoft.com/office/drawing/2016/SVG/main" r:embed="rId3"/>
              </a:ext>
            </a:extLst>
          </a:blip>
          <a:stretch/>
        </a:blipFill>
      </p:bgPr>
    </p:bg>
    <p:spTree>
      <p:nvGrpSpPr>
        <p:cNvPr id="1" name=""/>
        <p:cNvGrpSpPr/>
        <p:nvPr/>
      </p:nvGrpSpPr>
      <p:grpSpPr>
        <a:xfrm>
          <a:off x="0" y="0"/>
          <a:ext cx="0" cy="0"/>
          <a:chOff x="0" y="0"/>
          <a:chExt cx="0" cy="0"/>
        </a:xfrm>
      </p:grpSpPr>
      <p:pic>
        <p:nvPicPr>
          <p:cNvPr id="119" name="Optum Logo" descr="Optum"/>
          <p:cNvPicPr/>
          <p:nvPr/>
        </p:nvPicPr>
        <p:blipFill>
          <a:blip r:embed="rId4">
            <a:extLst>
              <a:ext uri="{96DAC541-7B7A-43D3-8B79-37D633B846F1}">
                <asvg:svgBlip xmlns:asvg="http://schemas.microsoft.com/office/drawing/2016/SVG/main" r:embed="rId5"/>
              </a:ext>
            </a:extLst>
          </a:blip>
          <a:stretch/>
        </p:blipFill>
        <p:spPr>
          <a:xfrm>
            <a:off x="461880" y="6343560"/>
            <a:ext cx="772200" cy="223200"/>
          </a:xfrm>
          <a:prstGeom prst="rect">
            <a:avLst/>
          </a:prstGeom>
          <a:noFill/>
          <a:ln w="0">
            <a:noFill/>
          </a:ln>
        </p:spPr>
      </p:pic>
      <p:sp>
        <p:nvSpPr>
          <p:cNvPr id="120" name="Page Number"/>
          <p:cNvSpPr/>
          <p:nvPr/>
        </p:nvSpPr>
        <p:spPr>
          <a:xfrm>
            <a:off x="11576160" y="6394320"/>
            <a:ext cx="156240" cy="15300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ACB9313F-78BF-42DF-AA9A-93DD52806735}" type="slidenum">
              <a:rPr b="1" lang="en-US" sz="1000" strike="noStrike" u="none">
                <a:solidFill>
                  <a:schemeClr val="dk1"/>
                </a:solidFill>
                <a:effectLst/>
                <a:uFillTx/>
                <a:latin typeface="Arial"/>
              </a:rPr>
              <a:t>&lt;number&gt;</a:t>
            </a:fld>
            <a:endParaRPr b="0" lang="en-US" sz="1000" strike="noStrike" u="none">
              <a:solidFill>
                <a:srgbClr val="ffffff"/>
              </a:solidFill>
              <a:effectLst/>
              <a:uFillTx/>
              <a:latin typeface="Arial"/>
            </a:endParaRPr>
          </a:p>
        </p:txBody>
      </p:sp>
      <p:sp>
        <p:nvSpPr>
          <p:cNvPr id="121" name="Copyright"/>
          <p:cNvSpPr/>
          <p:nvPr/>
        </p:nvSpPr>
        <p:spPr>
          <a:xfrm>
            <a:off x="4699080" y="6431760"/>
            <a:ext cx="2793240" cy="10656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ffffff"/>
              </a:solidFill>
              <a:effectLst/>
              <a:uFillTx/>
              <a:latin typeface="Arial"/>
            </a:endParaRPr>
          </a:p>
        </p:txBody>
      </p:sp>
      <p:cxnSp>
        <p:nvCxnSpPr>
          <p:cNvPr id="122" name="Stroke">
            <a:extLst>
              <a:ext uri="{C183D7F6-B498-43B3-948B-1728B52AA6E4}">
                <adec:decorative xmlns:adec="http://schemas.microsoft.com/office/drawing/2017/decorative" val="1"/>
              </a:ext>
            </a:extLst>
          </p:cNvPr>
          <p:cNvCxnSpPr/>
          <p:nvPr/>
        </p:nvCxnSpPr>
        <p:spPr>
          <a:xfrm>
            <a:off x="467640" y="410760"/>
            <a:ext cx="522720" cy="720"/>
          </a:xfrm>
          <a:prstGeom prst="straightConnector1">
            <a:avLst/>
          </a:prstGeom>
          <a:ln cap="rnd" w="38100">
            <a:solidFill>
              <a:srgbClr val="ff612b"/>
            </a:solidFill>
            <a:round/>
          </a:ln>
        </p:spPr>
      </p:cxnSp>
      <p:sp>
        <p:nvSpPr>
          <p:cNvPr id="123" name="PlaceHolder 1"/>
          <p:cNvSpPr>
            <a:spLocks noGrp="1"/>
          </p:cNvSpPr>
          <p:nvPr>
            <p:ph type="title"/>
          </p:nvPr>
        </p:nvSpPr>
        <p:spPr>
          <a:xfrm>
            <a:off x="468000" y="555480"/>
            <a:ext cx="9600480" cy="303840"/>
          </a:xfrm>
          <a:prstGeom prst="rect">
            <a:avLst/>
          </a:prstGeom>
          <a:noFill/>
          <a:ln w="0">
            <a:noFill/>
          </a:ln>
        </p:spPr>
        <p:txBody>
          <a:bodyPr lIns="0" rIns="0" tIns="0" bIns="0" anchor="t">
            <a:noAutofit/>
          </a:bodyPr>
          <a:p>
            <a:pPr indent="0" defTabSz="914400">
              <a:lnSpc>
                <a:spcPct val="90000"/>
              </a:lnSpc>
              <a:buNone/>
              <a:tabLst>
                <a:tab algn="l" pos="0"/>
              </a:tabLst>
            </a:pPr>
            <a:r>
              <a:rPr b="0" lang="en-US" sz="2200" strike="noStrike" u="none">
                <a:solidFill>
                  <a:schemeClr val="dk1"/>
                </a:solidFill>
                <a:effectLst/>
                <a:uFillTx/>
                <a:latin typeface="Georgia Pro"/>
              </a:rPr>
              <a:t>Slide title; Georgia Pro 22pt, sentence case (1 line)</a:t>
            </a:r>
            <a:endParaRPr b="0" lang="en-US" sz="2200" strike="noStrike" u="none">
              <a:solidFill>
                <a:srgbClr val="ffffff"/>
              </a:solidFill>
              <a:effectLst/>
              <a:uFillTx/>
              <a:latin typeface="Arial"/>
            </a:endParaRPr>
          </a:p>
        </p:txBody>
      </p:sp>
      <p:sp>
        <p:nvSpPr>
          <p:cNvPr id="124" name="PlaceHolder 2"/>
          <p:cNvSpPr>
            <a:spLocks noGrp="1"/>
          </p:cNvSpPr>
          <p:nvPr>
            <p:ph type="body"/>
          </p:nvPr>
        </p:nvSpPr>
        <p:spPr>
          <a:xfrm>
            <a:off x="468000" y="958680"/>
            <a:ext cx="9600480" cy="2352600"/>
          </a:xfrm>
          <a:prstGeom prst="rect">
            <a:avLst/>
          </a:prstGeom>
          <a:noFill/>
          <a:ln w="0">
            <a:noFill/>
          </a:ln>
        </p:spPr>
        <p:txBody>
          <a:bodyPr lIns="0" rIns="0" tIns="0" bIns="0" anchor="t">
            <a:spAutoFit/>
          </a:bodyPr>
          <a:p>
            <a:pPr indent="0" defTabSz="914400">
              <a:lnSpc>
                <a:spcPct val="100000"/>
              </a:lnSpc>
              <a:buNone/>
              <a:tabLst>
                <a:tab algn="l" pos="0"/>
              </a:tabLst>
            </a:pPr>
            <a:r>
              <a:rPr b="0" lang="en-US" sz="1600" strike="noStrike" u="none">
                <a:solidFill>
                  <a:schemeClr val="dk1"/>
                </a:solidFill>
                <a:effectLst/>
                <a:uFillTx/>
                <a:latin typeface="Arial"/>
              </a:rPr>
              <a:t>Slide subtitle; Arial 16pt, sentence case (multi-line)</a:t>
            </a:r>
            <a:endParaRPr b="0" lang="en-US" sz="1600" strike="noStrike" u="none">
              <a:solidFill>
                <a:srgbClr val="ffffff"/>
              </a:solidFill>
              <a:effectLst/>
              <a:uFillTx/>
              <a:latin typeface="Arial"/>
            </a:endParaRPr>
          </a:p>
        </p:txBody>
      </p:sp>
      <p:sp>
        <p:nvSpPr>
          <p:cNvPr id="125" name="PlaceHolder 3"/>
          <p:cNvSpPr>
            <a:spLocks noGrp="1"/>
          </p:cNvSpPr>
          <p:nvPr>
            <p:ph type="dt" idx="31"/>
          </p:nvPr>
        </p:nvSpPr>
        <p:spPr>
          <a:xfrm>
            <a:off x="0" y="7170840"/>
            <a:ext cx="9136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r>
              <a:rPr b="0" lang="en-US" sz="200" strike="noStrike" u="none">
                <a:solidFill>
                  <a:schemeClr val="dk1"/>
                </a:solidFill>
                <a:effectLst/>
                <a:uFillTx/>
                <a:latin typeface="Arial"/>
              </a:rPr>
              <a:t>&lt;date/time&gt;</a:t>
            </a:r>
            <a:endParaRPr b="0" lang="en-US" sz="200" strike="noStrike" u="none">
              <a:solidFill>
                <a:srgbClr val="ffffff"/>
              </a:solidFill>
              <a:effectLst/>
              <a:uFillTx/>
              <a:latin typeface="Times New Roman"/>
            </a:endParaRPr>
          </a:p>
        </p:txBody>
      </p:sp>
      <p:sp>
        <p:nvSpPr>
          <p:cNvPr id="126" name="PlaceHolder 4"/>
          <p:cNvSpPr>
            <a:spLocks noGrp="1"/>
          </p:cNvSpPr>
          <p:nvPr>
            <p:ph type="ftr" idx="32"/>
          </p:nvPr>
        </p:nvSpPr>
        <p:spPr>
          <a:xfrm>
            <a:off x="0" y="7120440"/>
            <a:ext cx="11548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r>
              <a:rPr b="0" lang="en-US" sz="200" strike="noStrike" u="none">
                <a:solidFill>
                  <a:schemeClr val="dk1"/>
                </a:solidFill>
                <a:effectLst/>
                <a:uFillTx/>
                <a:latin typeface="Arial"/>
              </a:rPr>
              <a:t>&lt;footer&gt;</a:t>
            </a:r>
            <a:endParaRPr b="0" lang="en-US" sz="200" strike="noStrike" u="none">
              <a:solidFill>
                <a:srgbClr val="ffffff"/>
              </a:solidFill>
              <a:effectLst/>
              <a:uFillTx/>
              <a:latin typeface="Times New Roman"/>
            </a:endParaRPr>
          </a:p>
        </p:txBody>
      </p:sp>
      <p:sp>
        <p:nvSpPr>
          <p:cNvPr id="127" name="PlaceHolder 5"/>
          <p:cNvSpPr>
            <a:spLocks noGrp="1"/>
          </p:cNvSpPr>
          <p:nvPr>
            <p:ph type="sldNum" idx="33"/>
          </p:nvPr>
        </p:nvSpPr>
        <p:spPr>
          <a:xfrm>
            <a:off x="0" y="7221600"/>
            <a:ext cx="9136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fld id="{E4852FF5-9631-4E9F-9653-ED7AAFEF4BF2}" type="slidenum">
              <a:rPr b="0" lang="en-US" sz="200" strike="noStrike" u="none">
                <a:solidFill>
                  <a:schemeClr val="dk1"/>
                </a:solidFill>
                <a:effectLst/>
                <a:uFillTx/>
                <a:latin typeface="Arial"/>
              </a:rPr>
              <a:t>&lt;number&gt;</a:t>
            </a:fld>
            <a:endParaRPr b="0" lang="en-US" sz="200" strike="noStrike" u="none">
              <a:solidFill>
                <a:srgbClr val="ffffff"/>
              </a:solidFill>
              <a:effectLst/>
              <a:uFillTx/>
              <a:latin typeface="Times New Roman"/>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ver">
    <p:bg>
      <p:bgPr>
        <a:solidFill>
          <a:schemeClr val="lt2"/>
        </a:solidFill>
      </p:bgPr>
    </p:bg>
    <p:spTree>
      <p:nvGrpSpPr>
        <p:cNvPr id="1" name=""/>
        <p:cNvGrpSpPr/>
        <p:nvPr/>
      </p:nvGrpSpPr>
      <p:grpSpPr>
        <a:xfrm>
          <a:off x="0" y="0"/>
          <a:ext cx="0" cy="0"/>
          <a:chOff x="0" y="0"/>
          <a:chExt cx="0" cy="0"/>
        </a:xfrm>
      </p:grpSpPr>
      <p:pic>
        <p:nvPicPr>
          <p:cNvPr id="128" name="Optum Logo" descr="Optum"/>
          <p:cNvPicPr/>
          <p:nvPr/>
        </p:nvPicPr>
        <p:blipFill>
          <a:blip r:embed="rId2">
            <a:extLst>
              <a:ext uri="{96DAC541-7B7A-43D3-8B79-37D633B846F1}">
                <asvg:svgBlip xmlns:asvg="http://schemas.microsoft.com/office/drawing/2016/SVG/main" r:embed="rId3"/>
              </a:ext>
            </a:extLst>
          </a:blip>
          <a:stretch/>
        </p:blipFill>
        <p:spPr>
          <a:xfrm>
            <a:off x="461880" y="6343560"/>
            <a:ext cx="772200" cy="223200"/>
          </a:xfrm>
          <a:prstGeom prst="rect">
            <a:avLst/>
          </a:prstGeom>
          <a:noFill/>
          <a:ln w="0">
            <a:noFill/>
          </a:ln>
        </p:spPr>
      </p:pic>
      <p:sp>
        <p:nvSpPr>
          <p:cNvPr id="129" name="Page Number" hidden="1"/>
          <p:cNvSpPr/>
          <p:nvPr/>
        </p:nvSpPr>
        <p:spPr>
          <a:xfrm>
            <a:off x="11576160" y="6394320"/>
            <a:ext cx="156240" cy="15300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F13ADA66-7BC4-461B-B39B-F264B0820542}" type="slidenum">
              <a:rPr b="1" lang="en-US" sz="1000" strike="noStrike" u="none">
                <a:solidFill>
                  <a:schemeClr val="dk1"/>
                </a:solidFill>
                <a:effectLst/>
                <a:uFillTx/>
                <a:latin typeface="Arial"/>
              </a:rPr>
              <a:t>&lt;number&gt;</a:t>
            </a:fld>
            <a:endParaRPr b="0" lang="en-US" sz="1000" strike="noStrike" u="none">
              <a:solidFill>
                <a:srgbClr val="000000"/>
              </a:solidFill>
              <a:effectLst/>
              <a:uFillTx/>
              <a:latin typeface="Arial"/>
            </a:endParaRPr>
          </a:p>
        </p:txBody>
      </p:sp>
      <p:sp>
        <p:nvSpPr>
          <p:cNvPr id="130" name="Copyright" hidden="1"/>
          <p:cNvSpPr/>
          <p:nvPr/>
        </p:nvSpPr>
        <p:spPr>
          <a:xfrm>
            <a:off x="4699080" y="6431760"/>
            <a:ext cx="2793240" cy="10656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000000"/>
              </a:solidFill>
              <a:effectLst/>
              <a:uFillTx/>
              <a:latin typeface="Arial"/>
            </a:endParaRPr>
          </a:p>
        </p:txBody>
      </p:sp>
      <p:grpSp>
        <p:nvGrpSpPr>
          <p:cNvPr id="131" name="Stadium and circles">
            <a:extLst>
              <a:ext uri="{C183D7F6-B498-43B3-948B-1728B52AA6E4}">
                <adec:decorative xmlns:adec="http://schemas.microsoft.com/office/drawing/2017/decorative" val="1"/>
              </a:ext>
            </a:extLst>
          </p:cNvPr>
          <p:cNvGrpSpPr/>
          <p:nvPr/>
        </p:nvGrpSpPr>
        <p:grpSpPr>
          <a:xfrm>
            <a:off x="6377760" y="552240"/>
            <a:ext cx="5813640" cy="5797440"/>
            <a:chOff x="6377760" y="552240"/>
            <a:chExt cx="5813640" cy="5797440"/>
          </a:xfrm>
        </p:grpSpPr>
        <p:sp>
          <p:nvSpPr>
            <p:cNvPr id="132" name="Oval 35"/>
            <p:cNvSpPr/>
            <p:nvPr/>
          </p:nvSpPr>
          <p:spPr>
            <a:xfrm>
              <a:off x="9869040" y="5189040"/>
              <a:ext cx="1158840" cy="1158840"/>
            </a:xfrm>
            <a:prstGeom prst="ellipse">
              <a:avLst/>
            </a:prstGeom>
            <a:solidFill>
              <a:srgbClr val="ede8e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lIns="90000" rIns="90000" tIns="45000" bIns="45000"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133" name="Rectangle: Rounded Corners 36"/>
            <p:cNvSpPr/>
            <p:nvPr/>
          </p:nvSpPr>
          <p:spPr>
            <a:xfrm>
              <a:off x="6377760" y="5189040"/>
              <a:ext cx="3493080" cy="1160640"/>
            </a:xfrm>
            <a:prstGeom prst="roundRect">
              <a:avLst>
                <a:gd name="adj" fmla="val 50000"/>
              </a:avLst>
            </a:prstGeom>
            <a:solidFill>
              <a:srgbClr val="ede8e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lIns="90000" rIns="90000" tIns="45000" bIns="45000"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134" name="Oval 13"/>
            <p:cNvSpPr/>
            <p:nvPr/>
          </p:nvSpPr>
          <p:spPr>
            <a:xfrm>
              <a:off x="11032560" y="5189040"/>
              <a:ext cx="1158840" cy="115884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lIns="90000" rIns="90000" tIns="45000" bIns="45000"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135" name="Oval 14"/>
            <p:cNvSpPr/>
            <p:nvPr/>
          </p:nvSpPr>
          <p:spPr>
            <a:xfrm>
              <a:off x="11032560" y="4030920"/>
              <a:ext cx="1158840" cy="1158840"/>
            </a:xfrm>
            <a:prstGeom prst="ellipse">
              <a:avLst/>
            </a:prstGeom>
            <a:solidFill>
              <a:srgbClr val="ede8e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lIns="90000" rIns="90000" tIns="45000" bIns="45000"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136" name="Oval 39"/>
            <p:cNvSpPr/>
            <p:nvPr/>
          </p:nvSpPr>
          <p:spPr>
            <a:xfrm>
              <a:off x="11032560" y="2872440"/>
              <a:ext cx="1158840" cy="1158840"/>
            </a:xfrm>
            <a:prstGeom prst="ellipse">
              <a:avLst/>
            </a:prstGeom>
            <a:solidFill>
              <a:srgbClr val="ede8e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lIns="90000" rIns="90000" tIns="45000" bIns="45000"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137" name="Oval 40"/>
            <p:cNvSpPr/>
            <p:nvPr/>
          </p:nvSpPr>
          <p:spPr>
            <a:xfrm>
              <a:off x="11032560" y="1711080"/>
              <a:ext cx="1158840" cy="1158840"/>
            </a:xfrm>
            <a:prstGeom prst="ellipse">
              <a:avLst/>
            </a:prstGeom>
            <a:solidFill>
              <a:srgbClr val="ede8e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lIns="90000" rIns="90000" tIns="45000" bIns="45000"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138" name="Oval 41"/>
            <p:cNvSpPr/>
            <p:nvPr/>
          </p:nvSpPr>
          <p:spPr>
            <a:xfrm>
              <a:off x="11032560" y="552240"/>
              <a:ext cx="1158840" cy="1158840"/>
            </a:xfrm>
            <a:prstGeom prst="ellipse">
              <a:avLst/>
            </a:prstGeom>
            <a:solidFill>
              <a:srgbClr val="ede8e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lIns="90000" rIns="90000" tIns="45000" bIns="45000"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139" name="Oval 45"/>
            <p:cNvSpPr/>
            <p:nvPr/>
          </p:nvSpPr>
          <p:spPr>
            <a:xfrm>
              <a:off x="9869040" y="2872440"/>
              <a:ext cx="1158840" cy="1158840"/>
            </a:xfrm>
            <a:prstGeom prst="ellipse">
              <a:avLst/>
            </a:prstGeom>
            <a:solidFill>
              <a:srgbClr val="ede8e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lIns="90000" rIns="90000" tIns="45000" bIns="45000"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140" name="Oval 46"/>
            <p:cNvSpPr/>
            <p:nvPr/>
          </p:nvSpPr>
          <p:spPr>
            <a:xfrm>
              <a:off x="9869040" y="1711080"/>
              <a:ext cx="1158840" cy="1158840"/>
            </a:xfrm>
            <a:prstGeom prst="ellipse">
              <a:avLst/>
            </a:prstGeom>
            <a:solidFill>
              <a:srgbClr val="ede8e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lIns="90000" rIns="90000" tIns="45000" bIns="45000"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141" name="Oval 47"/>
            <p:cNvSpPr/>
            <p:nvPr/>
          </p:nvSpPr>
          <p:spPr>
            <a:xfrm>
              <a:off x="9869040" y="552240"/>
              <a:ext cx="1158840" cy="1158840"/>
            </a:xfrm>
            <a:prstGeom prst="ellipse">
              <a:avLst/>
            </a:prstGeom>
            <a:solidFill>
              <a:srgbClr val="ede8e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lIns="90000" rIns="90000" tIns="45000" bIns="45000"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142" name="Oval 48"/>
            <p:cNvSpPr/>
            <p:nvPr/>
          </p:nvSpPr>
          <p:spPr>
            <a:xfrm>
              <a:off x="8713800" y="1711080"/>
              <a:ext cx="1158840" cy="1158840"/>
            </a:xfrm>
            <a:prstGeom prst="ellipse">
              <a:avLst/>
            </a:prstGeom>
            <a:solidFill>
              <a:srgbClr val="ede8e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lIns="90000" rIns="90000" tIns="45000" bIns="45000"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143" name="Oval 17"/>
            <p:cNvSpPr/>
            <p:nvPr/>
          </p:nvSpPr>
          <p:spPr>
            <a:xfrm>
              <a:off x="7718400" y="4030920"/>
              <a:ext cx="1158840" cy="1158840"/>
            </a:xfrm>
            <a:prstGeom prst="ellipse">
              <a:avLst/>
            </a:prstGeom>
            <a:solidFill>
              <a:srgbClr val="ede8e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lIns="90000" rIns="90000" tIns="45000" bIns="45000"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144" name="Rectangle: Rounded Corners 50"/>
            <p:cNvSpPr/>
            <p:nvPr/>
          </p:nvSpPr>
          <p:spPr>
            <a:xfrm>
              <a:off x="7720920" y="2872440"/>
              <a:ext cx="2148120" cy="1160640"/>
            </a:xfrm>
            <a:prstGeom prst="roundRect">
              <a:avLst>
                <a:gd name="adj" fmla="val 50000"/>
              </a:avLst>
            </a:prstGeom>
            <a:solidFill>
              <a:srgbClr val="ede8e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lIns="90000" rIns="90000" tIns="45000" bIns="45000"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145" name="Rectangle: Rounded Corners 51"/>
            <p:cNvSpPr/>
            <p:nvPr/>
          </p:nvSpPr>
          <p:spPr>
            <a:xfrm>
              <a:off x="8876880" y="4030920"/>
              <a:ext cx="2151000" cy="1160640"/>
            </a:xfrm>
            <a:prstGeom prst="roundRect">
              <a:avLst>
                <a:gd name="adj" fmla="val 50000"/>
              </a:avLst>
            </a:prstGeom>
            <a:solidFill>
              <a:srgbClr val="ede8e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lIns="90000" rIns="90000" tIns="45000" bIns="45000"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grpSp>
      <p:pic>
        <p:nvPicPr>
          <p:cNvPr id="146" name="Optum Logo" descr="Optum"/>
          <p:cNvPicPr/>
          <p:nvPr/>
        </p:nvPicPr>
        <p:blipFill>
          <a:blip r:embed="rId4">
            <a:extLst>
              <a:ext uri="{96DAC541-7B7A-43D3-8B79-37D633B846F1}">
                <asvg:svgBlip xmlns:asvg="http://schemas.microsoft.com/office/drawing/2016/SVG/main" r:embed="rId5"/>
              </a:ext>
            </a:extLst>
          </a:blip>
          <a:stretch/>
        </p:blipFill>
        <p:spPr>
          <a:xfrm>
            <a:off x="590400" y="596160"/>
            <a:ext cx="1816920" cy="525600"/>
          </a:xfrm>
          <a:prstGeom prst="rect">
            <a:avLst/>
          </a:prstGeom>
          <a:noFill/>
          <a:ln w="0">
            <a:noFill/>
          </a:ln>
        </p:spPr>
      </p:pic>
      <p:sp>
        <p:nvSpPr>
          <p:cNvPr id="147" name="PlaceHolder 1"/>
          <p:cNvSpPr>
            <a:spLocks noGrp="1"/>
          </p:cNvSpPr>
          <p:nvPr>
            <p:ph type="title"/>
          </p:nvPr>
        </p:nvSpPr>
        <p:spPr>
          <a:xfrm>
            <a:off x="604080" y="1847880"/>
            <a:ext cx="7158960" cy="1692000"/>
          </a:xfrm>
          <a:prstGeom prst="rect">
            <a:avLst/>
          </a:prstGeom>
          <a:noFill/>
          <a:ln w="0">
            <a:noFill/>
          </a:ln>
        </p:spPr>
        <p:txBody>
          <a:bodyPr lIns="0" rIns="0" tIns="0" bIns="0" anchor="b">
            <a:noAutofit/>
          </a:bodyPr>
          <a:p>
            <a:pPr indent="0" defTabSz="914400">
              <a:lnSpc>
                <a:spcPct val="100000"/>
              </a:lnSpc>
              <a:buNone/>
              <a:tabLst>
                <a:tab algn="l" pos="0"/>
              </a:tabLst>
            </a:pPr>
            <a:r>
              <a:rPr b="0" lang="en-US" sz="5500" strike="noStrike" u="none">
                <a:solidFill>
                  <a:schemeClr val="dk1"/>
                </a:solidFill>
                <a:effectLst/>
                <a:uFillTx/>
                <a:latin typeface="Georgia Pro"/>
              </a:rPr>
              <a:t>Insightful presentation title (max. 2 lines)</a:t>
            </a:r>
            <a:endParaRPr b="0" lang="en-US" sz="5500" strike="noStrike" u="none">
              <a:solidFill>
                <a:srgbClr val="000000"/>
              </a:solidFill>
              <a:effectLst/>
              <a:uFillTx/>
              <a:latin typeface="Arial"/>
            </a:endParaRPr>
          </a:p>
        </p:txBody>
      </p:sp>
      <p:sp>
        <p:nvSpPr>
          <p:cNvPr id="148" name="PlaceHolder 2"/>
          <p:cNvSpPr>
            <a:spLocks noGrp="1"/>
          </p:cNvSpPr>
          <p:nvPr>
            <p:ph type="body"/>
          </p:nvPr>
        </p:nvSpPr>
        <p:spPr>
          <a:xfrm>
            <a:off x="604080" y="3907080"/>
            <a:ext cx="5028480" cy="2626920"/>
          </a:xfrm>
          <a:prstGeom prst="rect">
            <a:avLst/>
          </a:prstGeom>
          <a:noFill/>
          <a:ln w="0">
            <a:noFill/>
          </a:ln>
        </p:spPr>
        <p:txBody>
          <a:bodyPr lIns="0" rIns="0" tIns="0" bIns="0" anchor="t">
            <a:spAutoFit/>
          </a:bodyPr>
          <a:p>
            <a:pPr indent="0" defTabSz="914400">
              <a:lnSpc>
                <a:spcPct val="100000"/>
              </a:lnSpc>
              <a:buNone/>
              <a:tabLst>
                <a:tab algn="l" pos="0"/>
              </a:tabLst>
            </a:pPr>
            <a:r>
              <a:rPr b="0" lang="en-US" sz="1800" strike="noStrike" u="none">
                <a:solidFill>
                  <a:schemeClr val="dk1"/>
                </a:solidFill>
                <a:effectLst/>
                <a:uFillTx/>
                <a:latin typeface="Arial"/>
              </a:rPr>
              <a:t>Presentation subtitle (optional); Arial 18pt, sentence case, max. 3 lines</a:t>
            </a:r>
            <a:endParaRPr b="0" lang="en-US" sz="1800" strike="noStrike" u="none">
              <a:solidFill>
                <a:srgbClr val="000000"/>
              </a:solidFill>
              <a:effectLst/>
              <a:uFillTx/>
              <a:latin typeface="Arial"/>
            </a:endParaRPr>
          </a:p>
        </p:txBody>
      </p:sp>
      <p:cxnSp>
        <p:nvCxnSpPr>
          <p:cNvPr id="149" name="Stoke">
            <a:extLst>
              <a:ext uri="{C183D7F6-B498-43B3-948B-1728B52AA6E4}">
                <adec:decorative xmlns:adec="http://schemas.microsoft.com/office/drawing/2017/decorative" val="1"/>
              </a:ext>
            </a:extLst>
          </p:cNvPr>
          <p:cNvCxnSpPr/>
          <p:nvPr/>
        </p:nvCxnSpPr>
        <p:spPr>
          <a:xfrm>
            <a:off x="603720" y="5627520"/>
            <a:ext cx="522720" cy="720"/>
          </a:xfrm>
          <a:prstGeom prst="straightConnector1">
            <a:avLst/>
          </a:prstGeom>
          <a:ln cap="rnd" w="38100">
            <a:solidFill>
              <a:srgbClr val="ff612b"/>
            </a:solidFill>
            <a:round/>
          </a:ln>
        </p:spPr>
      </p:cxnSp>
      <p:sp>
        <p:nvSpPr>
          <p:cNvPr id="150" name="PlaceHolder 3"/>
          <p:cNvSpPr>
            <a:spLocks noGrp="1"/>
          </p:cNvSpPr>
          <p:nvPr>
            <p:ph type="body"/>
          </p:nvPr>
        </p:nvSpPr>
        <p:spPr>
          <a:xfrm>
            <a:off x="604080" y="3620520"/>
            <a:ext cx="5028480" cy="2626920"/>
          </a:xfrm>
          <a:prstGeom prst="rect">
            <a:avLst/>
          </a:prstGeom>
          <a:noFill/>
          <a:ln w="0">
            <a:noFill/>
          </a:ln>
        </p:spPr>
        <p:txBody>
          <a:bodyPr lIns="0" rIns="0" tIns="0" bIns="0" anchor="b">
            <a:spAutoFit/>
          </a:bodyPr>
          <a:p>
            <a:pPr indent="0" defTabSz="914400">
              <a:lnSpc>
                <a:spcPct val="100000"/>
              </a:lnSpc>
              <a:buNone/>
              <a:tabLst>
                <a:tab algn="l" pos="0"/>
              </a:tabLst>
            </a:pPr>
            <a:r>
              <a:rPr b="0" lang="en-US" sz="1400" strike="noStrike" u="none">
                <a:solidFill>
                  <a:schemeClr val="dk1"/>
                </a:solidFill>
                <a:effectLst/>
                <a:uFillTx/>
                <a:latin typeface="Arial"/>
              </a:rPr>
              <a:t>Month DD, YYYY (May also be location or speaker)</a:t>
            </a:r>
            <a:endParaRPr b="0" lang="en-US" sz="1400" strike="noStrike" u="none">
              <a:solidFill>
                <a:srgbClr val="000000"/>
              </a:solidFill>
              <a:effectLst/>
              <a:uFillTx/>
              <a:latin typeface="Arial"/>
            </a:endParaRPr>
          </a:p>
        </p:txBody>
      </p:sp>
      <p:sp>
        <p:nvSpPr>
          <p:cNvPr id="151" name="PlaceHolder 4"/>
          <p:cNvSpPr>
            <a:spLocks noGrp="1"/>
          </p:cNvSpPr>
          <p:nvPr>
            <p:ph type="dt" idx="34"/>
          </p:nvPr>
        </p:nvSpPr>
        <p:spPr>
          <a:xfrm>
            <a:off x="0" y="7170840"/>
            <a:ext cx="9136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r>
              <a:rPr b="0" lang="en-US" sz="200" strike="noStrike" u="none">
                <a:solidFill>
                  <a:schemeClr val="dk1"/>
                </a:solidFill>
                <a:effectLst/>
                <a:uFillTx/>
                <a:latin typeface="Arial"/>
              </a:rPr>
              <a:t>&lt;date/time&gt;</a:t>
            </a:r>
            <a:endParaRPr b="0" lang="en-US" sz="200" strike="noStrike" u="none">
              <a:solidFill>
                <a:srgbClr val="000000"/>
              </a:solidFill>
              <a:effectLst/>
              <a:uFillTx/>
              <a:latin typeface="Times New Roman"/>
            </a:endParaRPr>
          </a:p>
        </p:txBody>
      </p:sp>
      <p:sp>
        <p:nvSpPr>
          <p:cNvPr id="152" name="PlaceHolder 5"/>
          <p:cNvSpPr>
            <a:spLocks noGrp="1"/>
          </p:cNvSpPr>
          <p:nvPr>
            <p:ph type="ftr" idx="35"/>
          </p:nvPr>
        </p:nvSpPr>
        <p:spPr>
          <a:xfrm>
            <a:off x="0" y="7120440"/>
            <a:ext cx="11548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r>
              <a:rPr b="0" lang="en-US" sz="200" strike="noStrike" u="none">
                <a:solidFill>
                  <a:schemeClr val="dk1"/>
                </a:solidFill>
                <a:effectLst/>
                <a:uFillTx/>
                <a:latin typeface="Arial"/>
              </a:rPr>
              <a:t>&lt;footer&gt;</a:t>
            </a:r>
            <a:endParaRPr b="0" lang="en-US" sz="200" strike="noStrike" u="none">
              <a:solidFill>
                <a:srgbClr val="000000"/>
              </a:solidFill>
              <a:effectLst/>
              <a:uFillTx/>
              <a:latin typeface="Times New Roman"/>
            </a:endParaRPr>
          </a:p>
        </p:txBody>
      </p:sp>
      <p:sp>
        <p:nvSpPr>
          <p:cNvPr id="153" name="PlaceHolder 6"/>
          <p:cNvSpPr>
            <a:spLocks noGrp="1"/>
          </p:cNvSpPr>
          <p:nvPr>
            <p:ph type="sldNum" idx="36"/>
          </p:nvPr>
        </p:nvSpPr>
        <p:spPr>
          <a:xfrm>
            <a:off x="0" y="7221600"/>
            <a:ext cx="9136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fld id="{A79F672C-C774-4C82-B02D-97E0D4F6A656}" type="slidenum">
              <a:rPr b="0" lang="en-US" sz="200" strike="noStrike" u="none">
                <a:solidFill>
                  <a:schemeClr val="dk1"/>
                </a:solidFill>
                <a:effectLst/>
                <a:uFillTx/>
                <a:latin typeface="Arial"/>
              </a:rPr>
              <a:t>&lt;number&gt;</a:t>
            </a:fld>
            <a:endParaRPr b="0" lang="en-US" sz="200" strike="noStrike" u="none">
              <a:solidFill>
                <a:srgbClr val="000000"/>
              </a:solidFill>
              <a:effectLst/>
              <a:uFillTx/>
              <a:latin typeface="Times New Roman"/>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Two Lines - Pattern">
    <p:bg>
      <p:bgPr>
        <a:blipFill rotWithShape="0">
          <a:blip r:embed="rId2">
            <a:extLst>
              <a:ext uri="{96DAC541-7B7A-43D3-8B79-37D633B846F1}">
                <asvg:svgBlip xmlns:asvg="http://schemas.microsoft.com/office/drawing/2016/SVG/main" r:embed="rId3"/>
              </a:ext>
            </a:extLst>
          </a:blip>
          <a:stretch/>
        </a:blipFill>
      </p:bgPr>
    </p:bg>
    <p:spTree>
      <p:nvGrpSpPr>
        <p:cNvPr id="1" name=""/>
        <p:cNvGrpSpPr/>
        <p:nvPr/>
      </p:nvGrpSpPr>
      <p:grpSpPr>
        <a:xfrm>
          <a:off x="0" y="0"/>
          <a:ext cx="0" cy="0"/>
          <a:chOff x="0" y="0"/>
          <a:chExt cx="0" cy="0"/>
        </a:xfrm>
      </p:grpSpPr>
      <p:pic>
        <p:nvPicPr>
          <p:cNvPr id="154" name="Optum Logo" descr="Optum"/>
          <p:cNvPicPr/>
          <p:nvPr/>
        </p:nvPicPr>
        <p:blipFill>
          <a:blip r:embed="rId4">
            <a:extLst>
              <a:ext uri="{96DAC541-7B7A-43D3-8B79-37D633B846F1}">
                <asvg:svgBlip xmlns:asvg="http://schemas.microsoft.com/office/drawing/2016/SVG/main" r:embed="rId5"/>
              </a:ext>
            </a:extLst>
          </a:blip>
          <a:stretch/>
        </p:blipFill>
        <p:spPr>
          <a:xfrm>
            <a:off x="461880" y="6343560"/>
            <a:ext cx="772200" cy="223200"/>
          </a:xfrm>
          <a:prstGeom prst="rect">
            <a:avLst/>
          </a:prstGeom>
          <a:noFill/>
          <a:ln w="0">
            <a:noFill/>
          </a:ln>
        </p:spPr>
      </p:pic>
      <p:sp>
        <p:nvSpPr>
          <p:cNvPr id="155" name="Page Number"/>
          <p:cNvSpPr/>
          <p:nvPr/>
        </p:nvSpPr>
        <p:spPr>
          <a:xfrm>
            <a:off x="11576160" y="6394320"/>
            <a:ext cx="156240" cy="15300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3AF47C90-8611-449F-A93B-31FB48C688DF}" type="slidenum">
              <a:rPr b="1" lang="en-US" sz="1000" strike="noStrike" u="none">
                <a:solidFill>
                  <a:schemeClr val="dk1"/>
                </a:solidFill>
                <a:effectLst/>
                <a:uFillTx/>
                <a:latin typeface="Arial"/>
              </a:rPr>
              <a:t>&lt;number&gt;</a:t>
            </a:fld>
            <a:endParaRPr b="0" lang="en-US" sz="1000" strike="noStrike" u="none">
              <a:solidFill>
                <a:srgbClr val="ffffff"/>
              </a:solidFill>
              <a:effectLst/>
              <a:uFillTx/>
              <a:latin typeface="Arial"/>
            </a:endParaRPr>
          </a:p>
        </p:txBody>
      </p:sp>
      <p:sp>
        <p:nvSpPr>
          <p:cNvPr id="156" name="Copyright"/>
          <p:cNvSpPr/>
          <p:nvPr/>
        </p:nvSpPr>
        <p:spPr>
          <a:xfrm>
            <a:off x="4699080" y="6431760"/>
            <a:ext cx="2793240" cy="10656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ffffff"/>
              </a:solidFill>
              <a:effectLst/>
              <a:uFillTx/>
              <a:latin typeface="Arial"/>
            </a:endParaRPr>
          </a:p>
        </p:txBody>
      </p:sp>
      <p:cxnSp>
        <p:nvCxnSpPr>
          <p:cNvPr id="157" name="Stroke">
            <a:extLst>
              <a:ext uri="{C183D7F6-B498-43B3-948B-1728B52AA6E4}">
                <adec:decorative xmlns:adec="http://schemas.microsoft.com/office/drawing/2017/decorative" val="1"/>
              </a:ext>
            </a:extLst>
          </p:cNvPr>
          <p:cNvCxnSpPr/>
          <p:nvPr/>
        </p:nvCxnSpPr>
        <p:spPr>
          <a:xfrm>
            <a:off x="467640" y="410760"/>
            <a:ext cx="522720" cy="720"/>
          </a:xfrm>
          <a:prstGeom prst="straightConnector1">
            <a:avLst/>
          </a:prstGeom>
          <a:ln cap="rnd" w="38100">
            <a:solidFill>
              <a:srgbClr val="ff612b"/>
            </a:solidFill>
            <a:round/>
          </a:ln>
        </p:spPr>
      </p:cxnSp>
      <p:sp>
        <p:nvSpPr>
          <p:cNvPr id="158" name="PlaceHolder 1"/>
          <p:cNvSpPr>
            <a:spLocks noGrp="1"/>
          </p:cNvSpPr>
          <p:nvPr>
            <p:ph type="title"/>
          </p:nvPr>
        </p:nvSpPr>
        <p:spPr>
          <a:xfrm>
            <a:off x="468000" y="555480"/>
            <a:ext cx="9600480" cy="608760"/>
          </a:xfrm>
          <a:prstGeom prst="rect">
            <a:avLst/>
          </a:prstGeom>
          <a:noFill/>
          <a:ln w="0">
            <a:noFill/>
          </a:ln>
        </p:spPr>
        <p:txBody>
          <a:bodyPr lIns="0" rIns="0" tIns="0" bIns="0" anchor="t">
            <a:noAutofit/>
          </a:bodyPr>
          <a:p>
            <a:pPr indent="0" defTabSz="914400">
              <a:lnSpc>
                <a:spcPct val="90000"/>
              </a:lnSpc>
              <a:buNone/>
              <a:tabLst>
                <a:tab algn="l" pos="0"/>
              </a:tabLst>
            </a:pPr>
            <a:r>
              <a:rPr b="0" lang="en-US" sz="2200" strike="noStrike" u="none">
                <a:solidFill>
                  <a:schemeClr val="dk1"/>
                </a:solidFill>
                <a:effectLst/>
                <a:uFillTx/>
                <a:latin typeface="Georgia Pro"/>
              </a:rPr>
              <a:t>Slide title; Georgia Pro 22pt, sentence case. This layout accommodates a slide title that is a maximum of 2 lines.</a:t>
            </a:r>
            <a:endParaRPr b="0" lang="en-US" sz="2200" strike="noStrike" u="none">
              <a:solidFill>
                <a:srgbClr val="ffffff"/>
              </a:solidFill>
              <a:effectLst/>
              <a:uFillTx/>
              <a:latin typeface="Arial"/>
            </a:endParaRPr>
          </a:p>
        </p:txBody>
      </p:sp>
      <p:sp>
        <p:nvSpPr>
          <p:cNvPr id="159" name="PlaceHolder 2"/>
          <p:cNvSpPr>
            <a:spLocks noGrp="1"/>
          </p:cNvSpPr>
          <p:nvPr>
            <p:ph type="dt" idx="37"/>
          </p:nvPr>
        </p:nvSpPr>
        <p:spPr>
          <a:xfrm>
            <a:off x="0" y="7177320"/>
            <a:ext cx="9136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r>
              <a:rPr b="0" lang="en-US" sz="200" strike="noStrike" u="none">
                <a:solidFill>
                  <a:schemeClr val="dk1"/>
                </a:solidFill>
                <a:effectLst/>
                <a:uFillTx/>
                <a:latin typeface="Arial"/>
              </a:rPr>
              <a:t>&lt;date/time&gt;</a:t>
            </a:r>
            <a:endParaRPr b="0" lang="en-US" sz="200" strike="noStrike" u="none">
              <a:solidFill>
                <a:srgbClr val="ffffff"/>
              </a:solidFill>
              <a:effectLst/>
              <a:uFillTx/>
              <a:latin typeface="Times New Roman"/>
            </a:endParaRPr>
          </a:p>
        </p:txBody>
      </p:sp>
      <p:sp>
        <p:nvSpPr>
          <p:cNvPr id="160" name="PlaceHolder 3"/>
          <p:cNvSpPr>
            <a:spLocks noGrp="1"/>
          </p:cNvSpPr>
          <p:nvPr>
            <p:ph type="ftr" idx="38"/>
          </p:nvPr>
        </p:nvSpPr>
        <p:spPr>
          <a:xfrm>
            <a:off x="0" y="7120440"/>
            <a:ext cx="11548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r>
              <a:rPr b="0" lang="en-US" sz="200" strike="noStrike" u="none">
                <a:solidFill>
                  <a:schemeClr val="dk1"/>
                </a:solidFill>
                <a:effectLst/>
                <a:uFillTx/>
                <a:latin typeface="Arial"/>
              </a:rPr>
              <a:t>&lt;footer&gt;</a:t>
            </a:r>
            <a:endParaRPr b="0" lang="en-US" sz="200" strike="noStrike" u="none">
              <a:solidFill>
                <a:srgbClr val="ffffff"/>
              </a:solidFill>
              <a:effectLst/>
              <a:uFillTx/>
              <a:latin typeface="Times New Roman"/>
            </a:endParaRPr>
          </a:p>
        </p:txBody>
      </p:sp>
      <p:sp>
        <p:nvSpPr>
          <p:cNvPr id="161" name="PlaceHolder 4"/>
          <p:cNvSpPr>
            <a:spLocks noGrp="1"/>
          </p:cNvSpPr>
          <p:nvPr>
            <p:ph type="sldNum" idx="39"/>
          </p:nvPr>
        </p:nvSpPr>
        <p:spPr>
          <a:xfrm>
            <a:off x="0" y="7221600"/>
            <a:ext cx="9136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fld id="{FD91BC0C-06E2-43B6-B1D8-2F5391C2CEE8}" type="slidenum">
              <a:rPr b="0" lang="en-US" sz="200" strike="noStrike" u="none">
                <a:solidFill>
                  <a:schemeClr val="dk1"/>
                </a:solidFill>
                <a:effectLst/>
                <a:uFillTx/>
                <a:latin typeface="Arial"/>
              </a:rPr>
              <a:t>&lt;number&gt;</a:t>
            </a:fld>
            <a:endParaRPr b="0" lang="en-US" sz="200" strike="noStrike" u="none">
              <a:solidFill>
                <a:srgbClr val="ffffff"/>
              </a:solidFill>
              <a:effectLst/>
              <a:uFillTx/>
              <a:latin typeface="Times New Roman"/>
            </a:endParaRPr>
          </a:p>
        </p:txBody>
      </p:sp>
      <p:sp>
        <p:nvSpPr>
          <p:cNvPr id="162" name="PlaceHolder 5"/>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lnSpc>
                <a:spcPct val="100000"/>
              </a:lnSpc>
              <a:spcBef>
                <a:spcPts val="1417"/>
              </a:spcBef>
              <a:buClr>
                <a:srgbClr val="ffffff"/>
              </a:buClr>
              <a:buSzPct val="45000"/>
              <a:buFont typeface="Wingdings" charset="2"/>
              <a:buChar char=""/>
            </a:pPr>
            <a:r>
              <a:rPr b="0" lang="en-US" sz="1600" strike="noStrike" u="none">
                <a:solidFill>
                  <a:schemeClr val="dk1"/>
                </a:solidFill>
                <a:effectLst/>
                <a:uFillTx/>
                <a:latin typeface="Arial"/>
              </a:rPr>
              <a:t>Click to edit the outline text format</a:t>
            </a:r>
            <a:endParaRPr b="0" lang="en-US" sz="1600" strike="noStrike" u="none">
              <a:solidFill>
                <a:srgbClr val="ffffff"/>
              </a:solidFill>
              <a:effectLst/>
              <a:uFillTx/>
              <a:latin typeface="Arial"/>
            </a:endParaRPr>
          </a:p>
          <a:p>
            <a:pPr lvl="1" marL="864000" indent="-324000">
              <a:lnSpc>
                <a:spcPct val="100000"/>
              </a:lnSpc>
              <a:spcBef>
                <a:spcPts val="1134"/>
              </a:spcBef>
              <a:buClr>
                <a:srgbClr val="ffffff"/>
              </a:buClr>
              <a:buSzPct val="75000"/>
              <a:buFont typeface="Symbol" charset="2"/>
              <a:buChar char=""/>
            </a:pPr>
            <a:r>
              <a:rPr b="0" lang="en-US" sz="1600" strike="noStrike" u="none">
                <a:solidFill>
                  <a:schemeClr val="dk1"/>
                </a:solidFill>
                <a:effectLst/>
                <a:uFillTx/>
                <a:latin typeface="Arial"/>
              </a:rPr>
              <a:t>Second Outline Level</a:t>
            </a:r>
            <a:endParaRPr b="0" lang="en-US" sz="1600" strike="noStrike" u="none">
              <a:solidFill>
                <a:srgbClr val="ffffff"/>
              </a:solidFill>
              <a:effectLst/>
              <a:uFillTx/>
              <a:latin typeface="Arial"/>
            </a:endParaRPr>
          </a:p>
          <a:p>
            <a:pPr lvl="2" marL="1296000" indent="-288000">
              <a:lnSpc>
                <a:spcPct val="100000"/>
              </a:lnSpc>
              <a:spcBef>
                <a:spcPts val="850"/>
              </a:spcBef>
              <a:buClr>
                <a:srgbClr val="ffffff"/>
              </a:buClr>
              <a:buSzPct val="45000"/>
              <a:buFont typeface="Wingdings" charset="2"/>
              <a:buChar char=""/>
            </a:pPr>
            <a:r>
              <a:rPr b="0" lang="en-US" sz="1600" strike="noStrike" u="none">
                <a:solidFill>
                  <a:schemeClr val="dk1"/>
                </a:solidFill>
                <a:effectLst/>
                <a:uFillTx/>
                <a:latin typeface="Arial"/>
              </a:rPr>
              <a:t>Third Outline Level</a:t>
            </a:r>
            <a:endParaRPr b="0" lang="en-US" sz="1600" strike="noStrike" u="none">
              <a:solidFill>
                <a:srgbClr val="ffffff"/>
              </a:solidFill>
              <a:effectLst/>
              <a:uFillTx/>
              <a:latin typeface="Arial"/>
            </a:endParaRPr>
          </a:p>
          <a:p>
            <a:pPr lvl="3" marL="1728000" indent="-216000">
              <a:lnSpc>
                <a:spcPct val="100000"/>
              </a:lnSpc>
              <a:spcBef>
                <a:spcPts val="567"/>
              </a:spcBef>
              <a:buClr>
                <a:srgbClr val="ffffff"/>
              </a:buClr>
              <a:buSzPct val="75000"/>
              <a:buFont typeface="Symbol" charset="2"/>
              <a:buChar char=""/>
            </a:pPr>
            <a:r>
              <a:rPr b="0" lang="en-US" sz="1400" strike="noStrike" u="none">
                <a:solidFill>
                  <a:schemeClr val="dk1"/>
                </a:solidFill>
                <a:effectLst/>
                <a:uFillTx/>
                <a:latin typeface="Arial"/>
              </a:rPr>
              <a:t>Fourth Outline Level</a:t>
            </a:r>
            <a:endParaRPr b="0" lang="en-US" sz="1400" strike="noStrike" u="none">
              <a:solidFill>
                <a:srgbClr val="ffffff"/>
              </a:solidFill>
              <a:effectLst/>
              <a:uFillTx/>
              <a:latin typeface="Arial"/>
            </a:endParaRPr>
          </a:p>
          <a:p>
            <a:pPr lvl="4" marL="2160000" indent="-216000">
              <a:lnSpc>
                <a:spcPct val="100000"/>
              </a:lnSpc>
              <a:spcBef>
                <a:spcPts val="283"/>
              </a:spcBef>
              <a:buClr>
                <a:srgbClr val="ffffff"/>
              </a:buClr>
              <a:buSzPct val="45000"/>
              <a:buFont typeface="Wingdings" charset="2"/>
              <a:buChar char=""/>
            </a:pPr>
            <a:r>
              <a:rPr b="0" lang="en-US" sz="2000" strike="noStrike" u="none">
                <a:solidFill>
                  <a:schemeClr val="dk1"/>
                </a:solidFill>
                <a:effectLst/>
                <a:uFillTx/>
                <a:latin typeface="Arial"/>
              </a:rPr>
              <a:t>Fifth Outline Level</a:t>
            </a:r>
            <a:endParaRPr b="0" lang="en-US" sz="2000" strike="noStrike" u="none">
              <a:solidFill>
                <a:srgbClr val="ffffff"/>
              </a:solidFill>
              <a:effectLst/>
              <a:uFillTx/>
              <a:latin typeface="Arial"/>
            </a:endParaRPr>
          </a:p>
          <a:p>
            <a:pPr lvl="5" marL="2592000" indent="-216000">
              <a:lnSpc>
                <a:spcPct val="100000"/>
              </a:lnSpc>
              <a:spcBef>
                <a:spcPts val="283"/>
              </a:spcBef>
              <a:buClr>
                <a:srgbClr val="ffffff"/>
              </a:buClr>
              <a:buSzPct val="45000"/>
              <a:buFont typeface="Wingdings" charset="2"/>
              <a:buChar char=""/>
            </a:pPr>
            <a:r>
              <a:rPr b="0" lang="en-US" sz="2000" strike="noStrike" u="none">
                <a:solidFill>
                  <a:schemeClr val="dk1"/>
                </a:solidFill>
                <a:effectLst/>
                <a:uFillTx/>
                <a:latin typeface="Arial"/>
              </a:rPr>
              <a:t>Sixth Outline Level</a:t>
            </a:r>
            <a:endParaRPr b="0" lang="en-US" sz="2000" strike="noStrike" u="none">
              <a:solidFill>
                <a:srgbClr val="ffffff"/>
              </a:solidFill>
              <a:effectLst/>
              <a:uFillTx/>
              <a:latin typeface="Arial"/>
            </a:endParaRPr>
          </a:p>
          <a:p>
            <a:pPr lvl="6" marL="3024000" indent="-216000">
              <a:lnSpc>
                <a:spcPct val="100000"/>
              </a:lnSpc>
              <a:spcBef>
                <a:spcPts val="283"/>
              </a:spcBef>
              <a:buClr>
                <a:srgbClr val="ffffff"/>
              </a:buClr>
              <a:buSzPct val="45000"/>
              <a:buFont typeface="Wingdings" charset="2"/>
              <a:buChar char=""/>
            </a:pPr>
            <a:r>
              <a:rPr b="0" lang="en-US" sz="2000" strike="noStrike" u="none">
                <a:solidFill>
                  <a:schemeClr val="dk1"/>
                </a:solidFill>
                <a:effectLst/>
                <a:uFillTx/>
                <a:latin typeface="Arial"/>
              </a:rPr>
              <a:t>Seventh Outline Level</a:t>
            </a:r>
            <a:endParaRPr b="0" lang="en-US" sz="2000" strike="noStrike" u="none">
              <a:solidFill>
                <a:srgbClr val="ffffff"/>
              </a:solidFill>
              <a:effectLst/>
              <a:uFillTx/>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 Pattern">
    <p:bg>
      <p:bgPr>
        <a:blipFill rotWithShape="0">
          <a:blip r:embed="rId2">
            <a:extLst>
              <a:ext uri="{96DAC541-7B7A-43D3-8B79-37D633B846F1}">
                <asvg:svgBlip xmlns:asvg="http://schemas.microsoft.com/office/drawing/2016/SVG/main" r:embed="rId3"/>
              </a:ext>
            </a:extLst>
          </a:blip>
          <a:stretch/>
        </a:blipFill>
      </p:bgPr>
    </p:bg>
    <p:spTree>
      <p:nvGrpSpPr>
        <p:cNvPr id="1" name=""/>
        <p:cNvGrpSpPr/>
        <p:nvPr/>
      </p:nvGrpSpPr>
      <p:grpSpPr>
        <a:xfrm>
          <a:off x="0" y="0"/>
          <a:ext cx="0" cy="0"/>
          <a:chOff x="0" y="0"/>
          <a:chExt cx="0" cy="0"/>
        </a:xfrm>
      </p:grpSpPr>
      <p:pic>
        <p:nvPicPr>
          <p:cNvPr id="163" name="Optum Logo" descr="Optum"/>
          <p:cNvPicPr/>
          <p:nvPr/>
        </p:nvPicPr>
        <p:blipFill>
          <a:blip r:embed="rId4">
            <a:extLst>
              <a:ext uri="{96DAC541-7B7A-43D3-8B79-37D633B846F1}">
                <asvg:svgBlip xmlns:asvg="http://schemas.microsoft.com/office/drawing/2016/SVG/main" r:embed="rId5"/>
              </a:ext>
            </a:extLst>
          </a:blip>
          <a:stretch/>
        </p:blipFill>
        <p:spPr>
          <a:xfrm>
            <a:off x="461880" y="6343560"/>
            <a:ext cx="772200" cy="223200"/>
          </a:xfrm>
          <a:prstGeom prst="rect">
            <a:avLst/>
          </a:prstGeom>
          <a:noFill/>
          <a:ln w="0">
            <a:noFill/>
          </a:ln>
        </p:spPr>
      </p:pic>
      <p:sp>
        <p:nvSpPr>
          <p:cNvPr id="164" name="Page Number"/>
          <p:cNvSpPr/>
          <p:nvPr/>
        </p:nvSpPr>
        <p:spPr>
          <a:xfrm>
            <a:off x="11576160" y="6394320"/>
            <a:ext cx="156240" cy="15300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E22B7D56-5D6B-4987-90C3-DA0C3901507B}" type="slidenum">
              <a:rPr b="1" lang="en-US" sz="1000" strike="noStrike" u="none">
                <a:solidFill>
                  <a:schemeClr val="dk1"/>
                </a:solidFill>
                <a:effectLst/>
                <a:uFillTx/>
                <a:latin typeface="Arial"/>
              </a:rPr>
              <a:t>&lt;number&gt;</a:t>
            </a:fld>
            <a:endParaRPr b="0" lang="en-US" sz="1000" strike="noStrike" u="none">
              <a:solidFill>
                <a:srgbClr val="ffffff"/>
              </a:solidFill>
              <a:effectLst/>
              <a:uFillTx/>
              <a:latin typeface="Arial"/>
            </a:endParaRPr>
          </a:p>
        </p:txBody>
      </p:sp>
      <p:sp>
        <p:nvSpPr>
          <p:cNvPr id="165" name="Copyright"/>
          <p:cNvSpPr/>
          <p:nvPr/>
        </p:nvSpPr>
        <p:spPr>
          <a:xfrm>
            <a:off x="4699080" y="6431760"/>
            <a:ext cx="2793240" cy="10656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ffffff"/>
              </a:solidFill>
              <a:effectLst/>
              <a:uFillTx/>
              <a:latin typeface="Arial"/>
            </a:endParaRPr>
          </a:p>
        </p:txBody>
      </p:sp>
      <p:cxnSp>
        <p:nvCxnSpPr>
          <p:cNvPr id="166" name="Stroke">
            <a:extLst>
              <a:ext uri="{C183D7F6-B498-43B3-948B-1728B52AA6E4}">
                <adec:decorative xmlns:adec="http://schemas.microsoft.com/office/drawing/2017/decorative" val="1"/>
              </a:ext>
            </a:extLst>
          </p:cNvPr>
          <p:cNvCxnSpPr/>
          <p:nvPr/>
        </p:nvCxnSpPr>
        <p:spPr>
          <a:xfrm>
            <a:off x="467640" y="410760"/>
            <a:ext cx="522720" cy="720"/>
          </a:xfrm>
          <a:prstGeom prst="straightConnector1">
            <a:avLst/>
          </a:prstGeom>
          <a:ln cap="rnd" w="38100">
            <a:solidFill>
              <a:srgbClr val="ff612b"/>
            </a:solidFill>
            <a:round/>
          </a:ln>
        </p:spPr>
      </p:cxnSp>
      <p:sp>
        <p:nvSpPr>
          <p:cNvPr id="167" name="PlaceHolder 1"/>
          <p:cNvSpPr>
            <a:spLocks noGrp="1"/>
          </p:cNvSpPr>
          <p:nvPr>
            <p:ph type="title"/>
          </p:nvPr>
        </p:nvSpPr>
        <p:spPr>
          <a:xfrm>
            <a:off x="468000" y="555480"/>
            <a:ext cx="9600480" cy="303840"/>
          </a:xfrm>
          <a:prstGeom prst="rect">
            <a:avLst/>
          </a:prstGeom>
          <a:noFill/>
          <a:ln w="0">
            <a:noFill/>
          </a:ln>
        </p:spPr>
        <p:txBody>
          <a:bodyPr lIns="0" rIns="0" tIns="0" bIns="0" anchor="t">
            <a:noAutofit/>
          </a:bodyPr>
          <a:p>
            <a:pPr indent="0" defTabSz="914400">
              <a:lnSpc>
                <a:spcPct val="90000"/>
              </a:lnSpc>
              <a:buNone/>
              <a:tabLst>
                <a:tab algn="l" pos="0"/>
              </a:tabLst>
            </a:pPr>
            <a:r>
              <a:rPr b="0" lang="en-US" sz="2200" strike="noStrike" u="none">
                <a:solidFill>
                  <a:schemeClr val="dk1"/>
                </a:solidFill>
                <a:effectLst/>
                <a:uFillTx/>
                <a:latin typeface="Georgia Pro"/>
              </a:rPr>
              <a:t>Slide title; Georgia Pro 22pt, sentence case (1 line)</a:t>
            </a:r>
            <a:endParaRPr b="0" lang="en-US" sz="2200" strike="noStrike" u="none">
              <a:solidFill>
                <a:srgbClr val="ffffff"/>
              </a:solidFill>
              <a:effectLst/>
              <a:uFillTx/>
              <a:latin typeface="Arial"/>
            </a:endParaRPr>
          </a:p>
        </p:txBody>
      </p:sp>
      <p:sp>
        <p:nvSpPr>
          <p:cNvPr id="168" name="PlaceHolder 2"/>
          <p:cNvSpPr>
            <a:spLocks noGrp="1"/>
          </p:cNvSpPr>
          <p:nvPr>
            <p:ph type="body"/>
          </p:nvPr>
        </p:nvSpPr>
        <p:spPr>
          <a:xfrm>
            <a:off x="1523880" y="1257480"/>
            <a:ext cx="9143280" cy="3963960"/>
          </a:xfrm>
          <a:prstGeom prst="rect">
            <a:avLst/>
          </a:prstGeom>
          <a:noFill/>
          <a:ln w="0">
            <a:noFill/>
          </a:ln>
        </p:spPr>
        <p:txBody>
          <a:bodyPr lIns="0" rIns="0" tIns="0" bIns="0" anchor="t">
            <a:noAutofit/>
          </a:bodyPr>
          <a:p>
            <a:pPr indent="0" defTabSz="914400">
              <a:lnSpc>
                <a:spcPct val="100000"/>
              </a:lnSpc>
              <a:spcBef>
                <a:spcPts val="601"/>
              </a:spcBef>
              <a:buNone/>
              <a:tabLst>
                <a:tab algn="l" pos="0"/>
              </a:tabLst>
            </a:pPr>
            <a:r>
              <a:rPr b="0" lang="en-US" sz="1600" strike="noStrike" u="none">
                <a:solidFill>
                  <a:schemeClr val="dk1"/>
                </a:solidFill>
                <a:effectLst/>
                <a:uFillTx/>
                <a:latin typeface="Arial"/>
              </a:rPr>
              <a:t>Click to type text. To activate sub-level formatting, place cursor at beginning of text/line and hit tab or shift tab. Click icon for chart or table.</a:t>
            </a:r>
            <a:endParaRPr b="0" lang="en-US" sz="1600" strike="noStrike" u="none">
              <a:solidFill>
                <a:srgbClr val="ffffff"/>
              </a:solidFill>
              <a:effectLst/>
              <a:uFillTx/>
              <a:latin typeface="Arial"/>
            </a:endParaRPr>
          </a:p>
          <a:p>
            <a:pPr lvl="1" marL="171360" indent="-171360" defTabSz="914400">
              <a:lnSpc>
                <a:spcPct val="100000"/>
              </a:lnSpc>
              <a:spcBef>
                <a:spcPts val="601"/>
              </a:spcBef>
              <a:buClr>
                <a:srgbClr val="3d3c38"/>
              </a:buClr>
              <a:buFont typeface="Arial"/>
              <a:buChar char="•"/>
              <a:tabLst>
                <a:tab algn="l" pos="0"/>
              </a:tabLst>
            </a:pPr>
            <a:r>
              <a:rPr b="0" lang="en-US" sz="1600" strike="noStrike" u="none">
                <a:solidFill>
                  <a:schemeClr val="dk1"/>
                </a:solidFill>
                <a:effectLst/>
                <a:uFillTx/>
                <a:latin typeface="Arial"/>
              </a:rPr>
              <a:t>Second level</a:t>
            </a:r>
            <a:endParaRPr b="0" lang="en-US" sz="1600" strike="noStrike" u="none">
              <a:solidFill>
                <a:srgbClr val="ffffff"/>
              </a:solidFill>
              <a:effectLst/>
              <a:uFillTx/>
              <a:latin typeface="Arial"/>
            </a:endParaRPr>
          </a:p>
          <a:p>
            <a:pPr marL="171360" indent="0" defTabSz="914400">
              <a:lnSpc>
                <a:spcPct val="100000"/>
              </a:lnSpc>
              <a:spcBef>
                <a:spcPts val="601"/>
              </a:spcBef>
              <a:buNone/>
              <a:tabLst>
                <a:tab algn="l" pos="0"/>
              </a:tabLst>
            </a:pPr>
            <a:r>
              <a:rPr b="0" lang="en-US" sz="1600" strike="noStrike" u="none">
                <a:solidFill>
                  <a:schemeClr val="dk1"/>
                </a:solidFill>
                <a:effectLst/>
                <a:uFillTx/>
                <a:latin typeface="Arial"/>
              </a:rPr>
              <a:t>Third level</a:t>
            </a:r>
            <a:endParaRPr b="0" lang="en-US" sz="1600" strike="noStrike" u="none">
              <a:solidFill>
                <a:srgbClr val="ffffff"/>
              </a:solidFill>
              <a:effectLst/>
              <a:uFillTx/>
              <a:latin typeface="Arial"/>
            </a:endParaRPr>
          </a:p>
          <a:p>
            <a:pPr lvl="3" marL="399960" indent="-228600" defTabSz="914400">
              <a:lnSpc>
                <a:spcPct val="100000"/>
              </a:lnSpc>
              <a:spcBef>
                <a:spcPts val="601"/>
              </a:spcBef>
              <a:buClr>
                <a:srgbClr val="3d3c38"/>
              </a:buClr>
              <a:buFont typeface="Arial"/>
              <a:buChar char="–"/>
              <a:tabLst>
                <a:tab algn="l" pos="0"/>
              </a:tabLst>
            </a:pPr>
            <a:r>
              <a:rPr b="0" lang="en-US" sz="1600" strike="noStrike" u="none">
                <a:solidFill>
                  <a:schemeClr val="dk1"/>
                </a:solidFill>
                <a:effectLst/>
                <a:uFillTx/>
                <a:latin typeface="Arial"/>
              </a:rPr>
              <a:t>Fourth level</a:t>
            </a:r>
            <a:endParaRPr b="0" lang="en-US" sz="1600" strike="noStrike" u="none">
              <a:solidFill>
                <a:srgbClr val="ffffff"/>
              </a:solidFill>
              <a:effectLst/>
              <a:uFillTx/>
              <a:latin typeface="Arial"/>
            </a:endParaRPr>
          </a:p>
          <a:p>
            <a:pPr lvl="4" marL="571680" indent="-171360" defTabSz="914400">
              <a:lnSpc>
                <a:spcPct val="100000"/>
              </a:lnSpc>
              <a:spcBef>
                <a:spcPts val="601"/>
              </a:spcBef>
              <a:buClr>
                <a:srgbClr val="3d3c38"/>
              </a:buClr>
              <a:buFont typeface="Arial"/>
              <a:buChar char="•"/>
              <a:tabLst>
                <a:tab algn="l" pos="0"/>
              </a:tabLst>
            </a:pPr>
            <a:r>
              <a:rPr b="0" lang="en-US" sz="1400" strike="noStrike" u="none">
                <a:solidFill>
                  <a:schemeClr val="dk1"/>
                </a:solidFill>
                <a:effectLst/>
                <a:uFillTx/>
                <a:latin typeface="Arial"/>
              </a:rPr>
              <a:t>Fifth level</a:t>
            </a:r>
            <a:endParaRPr b="0" lang="en-US" sz="1400" strike="noStrike" u="none">
              <a:solidFill>
                <a:srgbClr val="ffffff"/>
              </a:solidFill>
              <a:effectLst/>
              <a:uFillTx/>
              <a:latin typeface="Arial"/>
            </a:endParaRPr>
          </a:p>
        </p:txBody>
      </p:sp>
      <p:sp>
        <p:nvSpPr>
          <p:cNvPr id="169" name="PlaceHolder 3"/>
          <p:cNvSpPr>
            <a:spLocks noGrp="1"/>
          </p:cNvSpPr>
          <p:nvPr>
            <p:ph type="dt" idx="40"/>
          </p:nvPr>
        </p:nvSpPr>
        <p:spPr>
          <a:xfrm>
            <a:off x="0" y="7170840"/>
            <a:ext cx="9136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r>
              <a:rPr b="0" lang="en-US" sz="200" strike="noStrike" u="none">
                <a:solidFill>
                  <a:schemeClr val="dk1"/>
                </a:solidFill>
                <a:effectLst/>
                <a:uFillTx/>
                <a:latin typeface="Arial"/>
              </a:rPr>
              <a:t>&lt;date/time&gt;</a:t>
            </a:r>
            <a:endParaRPr b="0" lang="en-US" sz="200" strike="noStrike" u="none">
              <a:solidFill>
                <a:srgbClr val="ffffff"/>
              </a:solidFill>
              <a:effectLst/>
              <a:uFillTx/>
              <a:latin typeface="Times New Roman"/>
            </a:endParaRPr>
          </a:p>
        </p:txBody>
      </p:sp>
      <p:sp>
        <p:nvSpPr>
          <p:cNvPr id="170" name="PlaceHolder 4"/>
          <p:cNvSpPr>
            <a:spLocks noGrp="1"/>
          </p:cNvSpPr>
          <p:nvPr>
            <p:ph type="ftr" idx="41"/>
          </p:nvPr>
        </p:nvSpPr>
        <p:spPr>
          <a:xfrm>
            <a:off x="0" y="7120440"/>
            <a:ext cx="11548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r>
              <a:rPr b="0" lang="en-US" sz="200" strike="noStrike" u="none">
                <a:solidFill>
                  <a:schemeClr val="dk1"/>
                </a:solidFill>
                <a:effectLst/>
                <a:uFillTx/>
                <a:latin typeface="Arial"/>
              </a:rPr>
              <a:t>&lt;footer&gt;</a:t>
            </a:r>
            <a:endParaRPr b="0" lang="en-US" sz="200" strike="noStrike" u="none">
              <a:solidFill>
                <a:srgbClr val="ffffff"/>
              </a:solidFill>
              <a:effectLst/>
              <a:uFillTx/>
              <a:latin typeface="Times New Roman"/>
            </a:endParaRPr>
          </a:p>
        </p:txBody>
      </p:sp>
      <p:sp>
        <p:nvSpPr>
          <p:cNvPr id="171" name="PlaceHolder 5"/>
          <p:cNvSpPr>
            <a:spLocks noGrp="1"/>
          </p:cNvSpPr>
          <p:nvPr>
            <p:ph type="sldNum" idx="42"/>
          </p:nvPr>
        </p:nvSpPr>
        <p:spPr>
          <a:xfrm>
            <a:off x="0" y="7221600"/>
            <a:ext cx="9136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fld id="{572329BC-7F7D-404D-B81C-E53EB38EFC24}" type="slidenum">
              <a:rPr b="0" lang="en-US" sz="200" strike="noStrike" u="none">
                <a:solidFill>
                  <a:schemeClr val="dk1"/>
                </a:solidFill>
                <a:effectLst/>
                <a:uFillTx/>
                <a:latin typeface="Arial"/>
              </a:rPr>
              <a:t>&lt;number&gt;</a:t>
            </a:fld>
            <a:endParaRPr b="0" lang="en-US" sz="200" strike="noStrike" u="none">
              <a:solidFill>
                <a:srgbClr val="ffffff"/>
              </a:solidFill>
              <a:effectLst/>
              <a:uFillTx/>
              <a:latin typeface="Times New Roman"/>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 Pattern">
    <p:bg>
      <p:bgPr>
        <a:blipFill rotWithShape="0">
          <a:blip r:embed="rId2">
            <a:extLst>
              <a:ext uri="{96DAC541-7B7A-43D3-8B79-37D633B846F1}">
                <asvg:svgBlip xmlns:asvg="http://schemas.microsoft.com/office/drawing/2016/SVG/main" r:embed="rId3"/>
              </a:ext>
            </a:extLst>
          </a:blip>
          <a:stretch/>
        </a:blipFill>
      </p:bgPr>
    </p:bg>
    <p:spTree>
      <p:nvGrpSpPr>
        <p:cNvPr id="1" name=""/>
        <p:cNvGrpSpPr/>
        <p:nvPr/>
      </p:nvGrpSpPr>
      <p:grpSpPr>
        <a:xfrm>
          <a:off x="0" y="0"/>
          <a:ext cx="0" cy="0"/>
          <a:chOff x="0" y="0"/>
          <a:chExt cx="0" cy="0"/>
        </a:xfrm>
      </p:grpSpPr>
      <p:pic>
        <p:nvPicPr>
          <p:cNvPr id="172" name="Optum Logo" descr="Optum"/>
          <p:cNvPicPr/>
          <p:nvPr/>
        </p:nvPicPr>
        <p:blipFill>
          <a:blip r:embed="rId4">
            <a:extLst>
              <a:ext uri="{96DAC541-7B7A-43D3-8B79-37D633B846F1}">
                <asvg:svgBlip xmlns:asvg="http://schemas.microsoft.com/office/drawing/2016/SVG/main" r:embed="rId5"/>
              </a:ext>
            </a:extLst>
          </a:blip>
          <a:stretch/>
        </p:blipFill>
        <p:spPr>
          <a:xfrm>
            <a:off x="461880" y="6343560"/>
            <a:ext cx="772200" cy="223200"/>
          </a:xfrm>
          <a:prstGeom prst="rect">
            <a:avLst/>
          </a:prstGeom>
          <a:noFill/>
          <a:ln w="0">
            <a:noFill/>
          </a:ln>
        </p:spPr>
      </p:pic>
      <p:sp>
        <p:nvSpPr>
          <p:cNvPr id="173" name="Page Number"/>
          <p:cNvSpPr/>
          <p:nvPr/>
        </p:nvSpPr>
        <p:spPr>
          <a:xfrm>
            <a:off x="11576160" y="6394320"/>
            <a:ext cx="156240" cy="15300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D443C112-3B0B-4F42-B810-740776373114}" type="slidenum">
              <a:rPr b="1" lang="en-US" sz="1000" strike="noStrike" u="none">
                <a:solidFill>
                  <a:schemeClr val="dk1"/>
                </a:solidFill>
                <a:effectLst/>
                <a:uFillTx/>
                <a:latin typeface="Arial"/>
              </a:rPr>
              <a:t>&lt;number&gt;</a:t>
            </a:fld>
            <a:endParaRPr b="0" lang="en-US" sz="1000" strike="noStrike" u="none">
              <a:solidFill>
                <a:srgbClr val="ffffff"/>
              </a:solidFill>
              <a:effectLst/>
              <a:uFillTx/>
              <a:latin typeface="Arial"/>
            </a:endParaRPr>
          </a:p>
        </p:txBody>
      </p:sp>
      <p:sp>
        <p:nvSpPr>
          <p:cNvPr id="174" name="Copyright"/>
          <p:cNvSpPr/>
          <p:nvPr/>
        </p:nvSpPr>
        <p:spPr>
          <a:xfrm>
            <a:off x="4699080" y="6431760"/>
            <a:ext cx="2793240" cy="10656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ffffff"/>
              </a:solidFill>
              <a:effectLst/>
              <a:uFillTx/>
              <a:latin typeface="Arial"/>
            </a:endParaRPr>
          </a:p>
        </p:txBody>
      </p:sp>
      <p:sp>
        <p:nvSpPr>
          <p:cNvPr id="175" name="PlaceHolder 1"/>
          <p:cNvSpPr>
            <a:spLocks noGrp="1"/>
          </p:cNvSpPr>
          <p:nvPr>
            <p:ph type="dt" idx="43"/>
          </p:nvPr>
        </p:nvSpPr>
        <p:spPr>
          <a:xfrm>
            <a:off x="0" y="7170840"/>
            <a:ext cx="9136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r>
              <a:rPr b="0" lang="en-US" sz="200" strike="noStrike" u="none">
                <a:solidFill>
                  <a:schemeClr val="dk1"/>
                </a:solidFill>
                <a:effectLst/>
                <a:uFillTx/>
                <a:latin typeface="Arial"/>
              </a:rPr>
              <a:t>&lt;date/time&gt;</a:t>
            </a:r>
            <a:endParaRPr b="0" lang="en-US" sz="200" strike="noStrike" u="none">
              <a:solidFill>
                <a:srgbClr val="ffffff"/>
              </a:solidFill>
              <a:effectLst/>
              <a:uFillTx/>
              <a:latin typeface="Times New Roman"/>
            </a:endParaRPr>
          </a:p>
        </p:txBody>
      </p:sp>
      <p:sp>
        <p:nvSpPr>
          <p:cNvPr id="176" name="PlaceHolder 2"/>
          <p:cNvSpPr>
            <a:spLocks noGrp="1"/>
          </p:cNvSpPr>
          <p:nvPr>
            <p:ph type="ftr" idx="44"/>
          </p:nvPr>
        </p:nvSpPr>
        <p:spPr>
          <a:xfrm>
            <a:off x="0" y="7120440"/>
            <a:ext cx="11548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r>
              <a:rPr b="0" lang="en-US" sz="200" strike="noStrike" u="none">
                <a:solidFill>
                  <a:schemeClr val="dk1"/>
                </a:solidFill>
                <a:effectLst/>
                <a:uFillTx/>
                <a:latin typeface="Arial"/>
              </a:rPr>
              <a:t>&lt;footer&gt;</a:t>
            </a:r>
            <a:endParaRPr b="0" lang="en-US" sz="200" strike="noStrike" u="none">
              <a:solidFill>
                <a:srgbClr val="ffffff"/>
              </a:solidFill>
              <a:effectLst/>
              <a:uFillTx/>
              <a:latin typeface="Times New Roman"/>
            </a:endParaRPr>
          </a:p>
        </p:txBody>
      </p:sp>
      <p:sp>
        <p:nvSpPr>
          <p:cNvPr id="177" name="PlaceHolder 3"/>
          <p:cNvSpPr>
            <a:spLocks noGrp="1"/>
          </p:cNvSpPr>
          <p:nvPr>
            <p:ph type="sldNum" idx="45"/>
          </p:nvPr>
        </p:nvSpPr>
        <p:spPr>
          <a:xfrm>
            <a:off x="0" y="7221600"/>
            <a:ext cx="9136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fld id="{B3BBAF83-7F28-403C-AF1F-9330E2D45A46}" type="slidenum">
              <a:rPr b="0" lang="en-US" sz="200" strike="noStrike" u="none">
                <a:solidFill>
                  <a:schemeClr val="dk1"/>
                </a:solidFill>
                <a:effectLst/>
                <a:uFillTx/>
                <a:latin typeface="Arial"/>
              </a:rPr>
              <a:t>&lt;number&gt;</a:t>
            </a:fld>
            <a:endParaRPr b="0" lang="en-US" sz="200" strike="noStrike" u="none">
              <a:solidFill>
                <a:srgbClr val="ffffff"/>
              </a:solidFill>
              <a:effectLst/>
              <a:uFillTx/>
              <a:latin typeface="Times New Roman"/>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  *  ">
    <p:bg>
      <p:bgPr>
        <a:solidFill>
          <a:srgbClr val="ffffff"/>
        </a:solidFill>
      </p:bgPr>
    </p:bg>
    <p:spTree>
      <p:nvGrpSpPr>
        <p:cNvPr id="1" name=""/>
        <p:cNvGrpSpPr/>
        <p:nvPr/>
      </p:nvGrpSpPr>
      <p:grpSpPr>
        <a:xfrm>
          <a:off x="0" y="0"/>
          <a:ext cx="0" cy="0"/>
          <a:chOff x="0" y="0"/>
          <a:chExt cx="0" cy="0"/>
        </a:xfrm>
      </p:grpSpPr>
      <p:pic>
        <p:nvPicPr>
          <p:cNvPr id="178" name="Optum Logo" descr="Optum"/>
          <p:cNvPicPr/>
          <p:nvPr/>
        </p:nvPicPr>
        <p:blipFill>
          <a:blip r:embed="rId2">
            <a:extLst>
              <a:ext uri="{96DAC541-7B7A-43D3-8B79-37D633B846F1}">
                <asvg:svgBlip xmlns:asvg="http://schemas.microsoft.com/office/drawing/2016/SVG/main" r:embed="rId3"/>
              </a:ext>
            </a:extLst>
          </a:blip>
          <a:stretch/>
        </p:blipFill>
        <p:spPr>
          <a:xfrm>
            <a:off x="461880" y="6343560"/>
            <a:ext cx="772200" cy="223200"/>
          </a:xfrm>
          <a:prstGeom prst="rect">
            <a:avLst/>
          </a:prstGeom>
          <a:noFill/>
          <a:ln w="0">
            <a:noFill/>
          </a:ln>
        </p:spPr>
      </p:pic>
      <p:sp>
        <p:nvSpPr>
          <p:cNvPr id="179" name="Page Number" hidden="1"/>
          <p:cNvSpPr/>
          <p:nvPr/>
        </p:nvSpPr>
        <p:spPr>
          <a:xfrm>
            <a:off x="11576160" y="6394320"/>
            <a:ext cx="156240" cy="15300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F922EEDB-351A-4B4C-9BA4-D3DBD985426C}" type="slidenum">
              <a:rPr b="1" lang="en-US" sz="1000" strike="noStrike" u="none">
                <a:solidFill>
                  <a:schemeClr val="dk1"/>
                </a:solidFill>
                <a:effectLst/>
                <a:uFillTx/>
                <a:latin typeface="Arial"/>
              </a:rPr>
              <a:t>&lt;number&gt;</a:t>
            </a:fld>
            <a:endParaRPr b="0" lang="en-US" sz="1000" strike="noStrike" u="none">
              <a:solidFill>
                <a:srgbClr val="000000"/>
              </a:solidFill>
              <a:effectLst/>
              <a:uFillTx/>
              <a:latin typeface="Arial"/>
            </a:endParaRPr>
          </a:p>
        </p:txBody>
      </p:sp>
      <p:sp>
        <p:nvSpPr>
          <p:cNvPr id="180" name="Copyright" hidden="1"/>
          <p:cNvSpPr/>
          <p:nvPr/>
        </p:nvSpPr>
        <p:spPr>
          <a:xfrm>
            <a:off x="4699080" y="6431760"/>
            <a:ext cx="2793240" cy="10656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000000"/>
              </a:solidFill>
              <a:effectLst/>
              <a:uFillTx/>
              <a:latin typeface="Arial"/>
            </a:endParaRPr>
          </a:p>
        </p:txBody>
      </p:sp>
      <p:cxnSp>
        <p:nvCxnSpPr>
          <p:cNvPr id="181" name="Straight Connector 2">
            <a:extLst>
              <a:ext uri="{C183D7F6-B498-43B3-948B-1728B52AA6E4}">
                <adec:decorative xmlns:adec="http://schemas.microsoft.com/office/drawing/2017/decorative" val="1"/>
              </a:ext>
            </a:extLst>
          </p:cNvPr>
          <p:cNvCxnSpPr/>
          <p:nvPr/>
        </p:nvCxnSpPr>
        <p:spPr>
          <a:xfrm>
            <a:off x="6095880" y="682560"/>
            <a:ext cx="720" cy="5493240"/>
          </a:xfrm>
          <a:prstGeom prst="straightConnector1">
            <a:avLst/>
          </a:prstGeom>
          <a:ln cap="rnd" w="381000">
            <a:solidFill>
              <a:srgbClr val="7030a0"/>
            </a:solidFill>
            <a:round/>
          </a:ln>
        </p:spPr>
      </p:cxn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 Left Rail">
    <p:bg>
      <p:bgPr>
        <a:solidFill>
          <a:srgbClr val="faf8f2"/>
        </a:solidFill>
      </p:bgPr>
    </p:bg>
    <p:spTree>
      <p:nvGrpSpPr>
        <p:cNvPr id="1" name=""/>
        <p:cNvGrpSpPr/>
        <p:nvPr/>
      </p:nvGrpSpPr>
      <p:grpSpPr>
        <a:xfrm>
          <a:off x="0" y="0"/>
          <a:ext cx="0" cy="0"/>
          <a:chOff x="0" y="0"/>
          <a:chExt cx="0" cy="0"/>
        </a:xfrm>
      </p:grpSpPr>
      <p:pic>
        <p:nvPicPr>
          <p:cNvPr id="182" name="Optum Logo" descr="Optum"/>
          <p:cNvPicPr/>
          <p:nvPr/>
        </p:nvPicPr>
        <p:blipFill>
          <a:blip r:embed="rId2">
            <a:extLst>
              <a:ext uri="{96DAC541-7B7A-43D3-8B79-37D633B846F1}">
                <asvg:svgBlip xmlns:asvg="http://schemas.microsoft.com/office/drawing/2016/SVG/main" r:embed="rId3"/>
              </a:ext>
            </a:extLst>
          </a:blip>
          <a:stretch/>
        </p:blipFill>
        <p:spPr>
          <a:xfrm>
            <a:off x="461880" y="6343560"/>
            <a:ext cx="772200" cy="223200"/>
          </a:xfrm>
          <a:prstGeom prst="rect">
            <a:avLst/>
          </a:prstGeom>
          <a:noFill/>
          <a:ln w="0">
            <a:noFill/>
          </a:ln>
        </p:spPr>
      </p:pic>
      <p:sp>
        <p:nvSpPr>
          <p:cNvPr id="183" name="Page Number"/>
          <p:cNvSpPr/>
          <p:nvPr/>
        </p:nvSpPr>
        <p:spPr>
          <a:xfrm>
            <a:off x="11576160" y="6394320"/>
            <a:ext cx="156240" cy="15300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60A7B064-922F-455E-9FA1-C774B1CCE342}" type="slidenum">
              <a:rPr b="1" lang="en-US" sz="1000" strike="noStrike" u="none">
                <a:solidFill>
                  <a:schemeClr val="dk1"/>
                </a:solidFill>
                <a:effectLst/>
                <a:uFillTx/>
                <a:latin typeface="Arial"/>
              </a:rPr>
              <a:t>&lt;number&gt;</a:t>
            </a:fld>
            <a:endParaRPr b="0" lang="en-US" sz="1000" strike="noStrike" u="none">
              <a:solidFill>
                <a:srgbClr val="000000"/>
              </a:solidFill>
              <a:effectLst/>
              <a:uFillTx/>
              <a:latin typeface="Arial"/>
            </a:endParaRPr>
          </a:p>
        </p:txBody>
      </p:sp>
      <p:sp>
        <p:nvSpPr>
          <p:cNvPr id="184" name="Copyright"/>
          <p:cNvSpPr/>
          <p:nvPr/>
        </p:nvSpPr>
        <p:spPr>
          <a:xfrm>
            <a:off x="4699080" y="6431760"/>
            <a:ext cx="2793240" cy="10656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000000"/>
              </a:solidFill>
              <a:effectLst/>
              <a:uFillTx/>
              <a:latin typeface="Arial"/>
            </a:endParaRPr>
          </a:p>
        </p:txBody>
      </p:sp>
      <p:sp>
        <p:nvSpPr>
          <p:cNvPr id="185" name="White Background">
            <a:extLst>
              <a:ext uri="{C183D7F6-B498-43B3-948B-1728B52AA6E4}">
                <adec:decorative xmlns:adec="http://schemas.microsoft.com/office/drawing/2017/decorative" val="1"/>
              </a:ext>
            </a:extLst>
          </p:cNvPr>
          <p:cNvSpPr/>
          <p:nvPr/>
        </p:nvSpPr>
        <p:spPr>
          <a:xfrm flipH="1">
            <a:off x="-720" y="0"/>
            <a:ext cx="4640760" cy="6857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lIns="90000" rIns="90000" tIns="45000" bIns="45000"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cxnSp>
        <p:nvCxnSpPr>
          <p:cNvPr id="186" name="Stroke">
            <a:extLst>
              <a:ext uri="{C183D7F6-B498-43B3-948B-1728B52AA6E4}">
                <adec:decorative xmlns:adec="http://schemas.microsoft.com/office/drawing/2017/decorative" val="1"/>
              </a:ext>
            </a:extLst>
          </p:cNvPr>
          <p:cNvCxnSpPr/>
          <p:nvPr/>
        </p:nvCxnSpPr>
        <p:spPr>
          <a:xfrm>
            <a:off x="467640" y="410760"/>
            <a:ext cx="522720" cy="720"/>
          </a:xfrm>
          <a:prstGeom prst="straightConnector1">
            <a:avLst/>
          </a:prstGeom>
          <a:ln cap="rnd" w="38100">
            <a:solidFill>
              <a:srgbClr val="ff612b"/>
            </a:solidFill>
            <a:round/>
          </a:ln>
        </p:spPr>
      </p:cxnSp>
      <p:sp>
        <p:nvSpPr>
          <p:cNvPr id="187" name="PlaceHolder 1"/>
          <p:cNvSpPr>
            <a:spLocks noGrp="1"/>
          </p:cNvSpPr>
          <p:nvPr>
            <p:ph type="title"/>
          </p:nvPr>
        </p:nvSpPr>
        <p:spPr>
          <a:xfrm>
            <a:off x="468000" y="555480"/>
            <a:ext cx="3839760" cy="1827360"/>
          </a:xfrm>
          <a:prstGeom prst="rect">
            <a:avLst/>
          </a:prstGeom>
          <a:noFill/>
          <a:ln w="0">
            <a:noFill/>
          </a:ln>
        </p:spPr>
        <p:txBody>
          <a:bodyPr lIns="0" rIns="0" tIns="0" bIns="0" anchor="t">
            <a:noAutofit/>
          </a:bodyPr>
          <a:p>
            <a:pPr indent="0" defTabSz="914400">
              <a:lnSpc>
                <a:spcPct val="90000"/>
              </a:lnSpc>
              <a:buNone/>
              <a:tabLst>
                <a:tab algn="l" pos="0"/>
              </a:tabLst>
            </a:pPr>
            <a:r>
              <a:rPr b="0" lang="en-US" sz="2200" strike="noStrike" u="none">
                <a:solidFill>
                  <a:schemeClr val="dk1"/>
                </a:solidFill>
                <a:effectLst/>
                <a:uFillTx/>
                <a:latin typeface="Georgia Pro"/>
              </a:rPr>
              <a:t>Slide title; Georgia Pro 22pt, sentence case. This layout accommodates a slide title that extends downward.</a:t>
            </a:r>
            <a:br>
              <a:rPr sz="2200"/>
            </a:br>
            <a:br>
              <a:rPr sz="2200"/>
            </a:br>
            <a:r>
              <a:rPr b="0" lang="en-US" sz="2200" strike="noStrike" u="none">
                <a:solidFill>
                  <a:schemeClr val="dk1"/>
                </a:solidFill>
                <a:effectLst/>
                <a:uFillTx/>
                <a:latin typeface="Georgia Pro"/>
              </a:rPr>
              <a:t>(No max lines)</a:t>
            </a:r>
            <a:endParaRPr b="0" lang="en-US" sz="2200" strike="noStrike" u="none">
              <a:solidFill>
                <a:srgbClr val="000000"/>
              </a:solidFill>
              <a:effectLst/>
              <a:uFillTx/>
              <a:latin typeface="Arial"/>
            </a:endParaRPr>
          </a:p>
        </p:txBody>
      </p:sp>
      <p:pic>
        <p:nvPicPr>
          <p:cNvPr id="188" name="Optum Logo" descr="Optum"/>
          <p:cNvPicPr/>
          <p:nvPr/>
        </p:nvPicPr>
        <p:blipFill>
          <a:blip r:embed="rId4">
            <a:extLst>
              <a:ext uri="{96DAC541-7B7A-43D3-8B79-37D633B846F1}">
                <asvg:svgBlip xmlns:asvg="http://schemas.microsoft.com/office/drawing/2016/SVG/main" r:embed="rId5"/>
              </a:ext>
            </a:extLst>
          </a:blip>
          <a:stretch/>
        </p:blipFill>
        <p:spPr>
          <a:xfrm>
            <a:off x="461880" y="6343560"/>
            <a:ext cx="772200" cy="223200"/>
          </a:xfrm>
          <a:prstGeom prst="rect">
            <a:avLst/>
          </a:prstGeom>
          <a:noFill/>
          <a:ln w="0">
            <a:noFill/>
          </a:ln>
        </p:spPr>
      </p:pic>
      <p:sp>
        <p:nvSpPr>
          <p:cNvPr id="189" name="PlaceHolder 2"/>
          <p:cNvSpPr>
            <a:spLocks noGrp="1"/>
          </p:cNvSpPr>
          <p:nvPr>
            <p:ph type="dt" idx="46"/>
          </p:nvPr>
        </p:nvSpPr>
        <p:spPr>
          <a:xfrm>
            <a:off x="0" y="7170840"/>
            <a:ext cx="9136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r>
              <a:rPr b="0" lang="en-US" sz="200" strike="noStrike" u="none">
                <a:solidFill>
                  <a:schemeClr val="dk1"/>
                </a:solidFill>
                <a:effectLst/>
                <a:uFillTx/>
                <a:latin typeface="Arial"/>
              </a:rPr>
              <a:t>&lt;date/time&gt;</a:t>
            </a:r>
            <a:endParaRPr b="0" lang="en-US" sz="200" strike="noStrike" u="none">
              <a:solidFill>
                <a:srgbClr val="000000"/>
              </a:solidFill>
              <a:effectLst/>
              <a:uFillTx/>
              <a:latin typeface="Times New Roman"/>
            </a:endParaRPr>
          </a:p>
        </p:txBody>
      </p:sp>
      <p:sp>
        <p:nvSpPr>
          <p:cNvPr id="190" name="PlaceHolder 3"/>
          <p:cNvSpPr>
            <a:spLocks noGrp="1"/>
          </p:cNvSpPr>
          <p:nvPr>
            <p:ph type="ftr" idx="47"/>
          </p:nvPr>
        </p:nvSpPr>
        <p:spPr>
          <a:xfrm>
            <a:off x="0" y="7120440"/>
            <a:ext cx="11548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r>
              <a:rPr b="0" lang="en-US" sz="200" strike="noStrike" u="none">
                <a:solidFill>
                  <a:schemeClr val="dk1"/>
                </a:solidFill>
                <a:effectLst/>
                <a:uFillTx/>
                <a:latin typeface="Arial"/>
              </a:rPr>
              <a:t>&lt;footer&gt;</a:t>
            </a:r>
            <a:endParaRPr b="0" lang="en-US" sz="200" strike="noStrike" u="none">
              <a:solidFill>
                <a:srgbClr val="000000"/>
              </a:solidFill>
              <a:effectLst/>
              <a:uFillTx/>
              <a:latin typeface="Times New Roman"/>
            </a:endParaRPr>
          </a:p>
        </p:txBody>
      </p:sp>
      <p:sp>
        <p:nvSpPr>
          <p:cNvPr id="191" name="PlaceHolder 4"/>
          <p:cNvSpPr>
            <a:spLocks noGrp="1"/>
          </p:cNvSpPr>
          <p:nvPr>
            <p:ph type="sldNum" idx="48"/>
          </p:nvPr>
        </p:nvSpPr>
        <p:spPr>
          <a:xfrm>
            <a:off x="0" y="7221600"/>
            <a:ext cx="9136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fld id="{979CAFD5-2495-4056-8A97-EAF8EE22C1C4}" type="slidenum">
              <a:rPr b="0" lang="en-US" sz="200" strike="noStrike" u="none">
                <a:solidFill>
                  <a:schemeClr val="dk1"/>
                </a:solidFill>
                <a:effectLst/>
                <a:uFillTx/>
                <a:latin typeface="Arial"/>
              </a:rPr>
              <a:t>&lt;number&gt;</a:t>
            </a:fld>
            <a:endParaRPr b="0" lang="en-US" sz="200" strike="noStrike" u="none">
              <a:solidFill>
                <a:srgbClr val="000000"/>
              </a:solidFill>
              <a:effectLst/>
              <a:uFillTx/>
              <a:latin typeface="Times New Roman"/>
            </a:endParaRPr>
          </a:p>
        </p:txBody>
      </p:sp>
      <p:sp>
        <p:nvSpPr>
          <p:cNvPr id="192" name="PlaceHolder 5"/>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600" strike="noStrike" u="none">
                <a:solidFill>
                  <a:schemeClr val="dk1"/>
                </a:solidFill>
                <a:effectLst/>
                <a:uFillTx/>
                <a:latin typeface="Arial"/>
              </a:rPr>
              <a:t>Click to edit the outline text format</a:t>
            </a:r>
            <a:endParaRPr b="0" lang="en-US" sz="16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600" strike="noStrike" u="none">
                <a:solidFill>
                  <a:schemeClr val="dk1"/>
                </a:solidFill>
                <a:effectLst/>
                <a:uFillTx/>
                <a:latin typeface="Arial"/>
              </a:rPr>
              <a:t>Second Outline Level</a:t>
            </a:r>
            <a:endParaRPr b="0" lang="en-US" sz="16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1600" strike="noStrike" u="none">
                <a:solidFill>
                  <a:schemeClr val="dk1"/>
                </a:solidFill>
                <a:effectLst/>
                <a:uFillTx/>
                <a:latin typeface="Arial"/>
              </a:rPr>
              <a:t>Third Outline Level</a:t>
            </a:r>
            <a:endParaRPr b="0" lang="en-US" sz="16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1400" strike="noStrike" u="none">
                <a:solidFill>
                  <a:schemeClr val="dk1"/>
                </a:solidFill>
                <a:effectLst/>
                <a:uFillTx/>
                <a:latin typeface="Arial"/>
              </a:rPr>
              <a:t>Fourth Outline Level</a:t>
            </a:r>
            <a:endParaRPr b="0" lang="en-US" sz="14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2000" strike="noStrike" u="none">
                <a:solidFill>
                  <a:schemeClr val="dk1"/>
                </a:solidFill>
                <a:effectLst/>
                <a:uFillTx/>
                <a:latin typeface="Arial"/>
              </a:rPr>
              <a:t>Fifth Outline Level</a:t>
            </a:r>
            <a:endParaRPr b="0" lang="en-US" sz="20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2000" strike="noStrike" u="none">
                <a:solidFill>
                  <a:schemeClr val="dk1"/>
                </a:solidFill>
                <a:effectLst/>
                <a:uFillTx/>
                <a:latin typeface="Arial"/>
              </a:rPr>
              <a:t>Sixth Outline Level</a:t>
            </a:r>
            <a:endParaRPr b="0" lang="en-US" sz="20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2000" strike="noStrike" u="none">
                <a:solidFill>
                  <a:schemeClr val="dk1"/>
                </a:solidFill>
                <a:effectLst/>
                <a:uFillTx/>
                <a:latin typeface="Arial"/>
              </a:rPr>
              <a:t>Seventh Outline Level</a:t>
            </a:r>
            <a:endParaRPr b="0" lang="en-US" sz="2000" strike="noStrike" u="none">
              <a:solidFill>
                <a:srgbClr val="000000"/>
              </a:solidFill>
              <a:effectLst/>
              <a:uFillTx/>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03">
    <p:bg>
      <p:bgPr>
        <a:solidFill>
          <a:srgbClr val="ffffff"/>
        </a:solidFill>
      </p:bgPr>
    </p:bg>
    <p:spTree>
      <p:nvGrpSpPr>
        <p:cNvPr id="1" name=""/>
        <p:cNvGrpSpPr/>
        <p:nvPr/>
      </p:nvGrpSpPr>
      <p:grpSpPr>
        <a:xfrm>
          <a:off x="0" y="0"/>
          <a:ext cx="0" cy="0"/>
          <a:chOff x="0" y="0"/>
          <a:chExt cx="0" cy="0"/>
        </a:xfrm>
      </p:grpSpPr>
      <p:pic>
        <p:nvPicPr>
          <p:cNvPr id="193" name="Optum Logo" descr="Optum"/>
          <p:cNvPicPr/>
          <p:nvPr/>
        </p:nvPicPr>
        <p:blipFill>
          <a:blip r:embed="rId2">
            <a:extLst>
              <a:ext uri="{96DAC541-7B7A-43D3-8B79-37D633B846F1}">
                <asvg:svgBlip xmlns:asvg="http://schemas.microsoft.com/office/drawing/2016/SVG/main" r:embed="rId3"/>
              </a:ext>
            </a:extLst>
          </a:blip>
          <a:stretch/>
        </p:blipFill>
        <p:spPr>
          <a:xfrm>
            <a:off x="461880" y="6343560"/>
            <a:ext cx="772200" cy="223200"/>
          </a:xfrm>
          <a:prstGeom prst="rect">
            <a:avLst/>
          </a:prstGeom>
          <a:noFill/>
          <a:ln w="0">
            <a:noFill/>
          </a:ln>
        </p:spPr>
      </p:pic>
      <p:sp>
        <p:nvSpPr>
          <p:cNvPr id="194" name="Page Number" hidden="1"/>
          <p:cNvSpPr/>
          <p:nvPr/>
        </p:nvSpPr>
        <p:spPr>
          <a:xfrm>
            <a:off x="11576160" y="6394320"/>
            <a:ext cx="156240" cy="15300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68D1202E-2914-4AC9-8D3F-E847A09AD828}" type="slidenum">
              <a:rPr b="1" lang="en-US" sz="1000" strike="noStrike" u="none">
                <a:solidFill>
                  <a:schemeClr val="dk1"/>
                </a:solidFill>
                <a:effectLst/>
                <a:uFillTx/>
                <a:latin typeface="Arial"/>
              </a:rPr>
              <a:t>&lt;number&gt;</a:t>
            </a:fld>
            <a:endParaRPr b="0" lang="en-US" sz="1000" strike="noStrike" u="none">
              <a:solidFill>
                <a:srgbClr val="000000"/>
              </a:solidFill>
              <a:effectLst/>
              <a:uFillTx/>
              <a:latin typeface="Arial"/>
            </a:endParaRPr>
          </a:p>
        </p:txBody>
      </p:sp>
      <p:sp>
        <p:nvSpPr>
          <p:cNvPr id="195" name="Copyright" hidden="1"/>
          <p:cNvSpPr/>
          <p:nvPr/>
        </p:nvSpPr>
        <p:spPr>
          <a:xfrm>
            <a:off x="4699080" y="6431760"/>
            <a:ext cx="2793240" cy="10656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000000"/>
              </a:solidFill>
              <a:effectLst/>
              <a:uFillTx/>
              <a:latin typeface="Arial"/>
            </a:endParaRPr>
          </a:p>
        </p:txBody>
      </p:sp>
      <p:grpSp>
        <p:nvGrpSpPr>
          <p:cNvPr id="196" name="Circle Stadium Pattern">
            <a:extLst>
              <a:ext uri="{C183D7F6-B498-43B3-948B-1728B52AA6E4}">
                <adec:decorative xmlns:adec="http://schemas.microsoft.com/office/drawing/2017/decorative" val="1"/>
              </a:ext>
            </a:extLst>
          </p:cNvPr>
          <p:cNvGrpSpPr/>
          <p:nvPr/>
        </p:nvGrpSpPr>
        <p:grpSpPr>
          <a:xfrm>
            <a:off x="0" y="-360"/>
            <a:ext cx="12191400" cy="6135120"/>
            <a:chOff x="0" y="-360"/>
            <a:chExt cx="12191400" cy="6135120"/>
          </a:xfrm>
        </p:grpSpPr>
        <p:sp>
          <p:nvSpPr>
            <p:cNvPr id="197" name="Oval 9"/>
            <p:cNvSpPr/>
            <p:nvPr/>
          </p:nvSpPr>
          <p:spPr>
            <a:xfrm>
              <a:off x="1425960" y="5184720"/>
              <a:ext cx="949680" cy="94968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lIns="90000" rIns="90000" tIns="45000" bIns="45000"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198" name="Freeform: Shape 22"/>
            <p:cNvSpPr/>
            <p:nvPr/>
          </p:nvSpPr>
          <p:spPr>
            <a:xfrm>
              <a:off x="0" y="5184360"/>
              <a:ext cx="1425240" cy="950400"/>
            </a:xfrm>
            <a:custGeom>
              <a:avLst/>
              <a:gdLst>
                <a:gd name="textAreaLeft" fmla="*/ 0 w 1425240"/>
                <a:gd name="textAreaRight" fmla="*/ 1425960 w 1425240"/>
                <a:gd name="textAreaTop" fmla="*/ 0 h 950400"/>
                <a:gd name="textAreaBottom" fmla="*/ 951120 h 950400"/>
                <a:gd name="GluePoint1X" fmla="*/ 0 w 1426097"/>
                <a:gd name="GluePoint1Y" fmla="*/ 0 h 950976"/>
                <a:gd name="GluePoint2X" fmla="*/ 950609 w 1426097"/>
                <a:gd name="GluePoint2Y" fmla="*/ 0 h 950976"/>
                <a:gd name="GluePoint3X" fmla="*/ 1426097 w 1426097"/>
                <a:gd name="GluePoint3Y" fmla="*/ 475488 h 950976"/>
                <a:gd name="GluePoint4X" fmla="*/ 950609 w 1426097"/>
                <a:gd name="GluePoint4Y" fmla="*/ 950976 h 950976"/>
                <a:gd name="GluePoint5X" fmla="*/ 0 w 1426097"/>
                <a:gd name="GluePoint5Y" fmla="*/ 950976 h 950976"/>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426097" h="950976">
                  <a:moveTo>
                    <a:pt x="0" y="0"/>
                  </a:moveTo>
                  <a:lnTo>
                    <a:pt x="950609" y="0"/>
                  </a:lnTo>
                  <a:cubicBezTo>
                    <a:pt x="1213214" y="0"/>
                    <a:pt x="1426097" y="212883"/>
                    <a:pt x="1426097" y="475488"/>
                  </a:cubicBezTo>
                  <a:cubicBezTo>
                    <a:pt x="1426097" y="738093"/>
                    <a:pt x="1213214" y="950976"/>
                    <a:pt x="950609" y="950976"/>
                  </a:cubicBezTo>
                  <a:lnTo>
                    <a:pt x="0" y="950976"/>
                  </a:lnTo>
                  <a:close/>
                </a:path>
              </a:pathLst>
            </a:custGeom>
            <a:solidFill>
              <a:srgbClr val="ede8e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lIns="90000" rIns="90000" tIns="45000" bIns="45000"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199" name="Oval 11"/>
            <p:cNvSpPr/>
            <p:nvPr/>
          </p:nvSpPr>
          <p:spPr>
            <a:xfrm>
              <a:off x="475560" y="4233960"/>
              <a:ext cx="949680" cy="949680"/>
            </a:xfrm>
            <a:prstGeom prst="ellipse">
              <a:avLst/>
            </a:prstGeom>
            <a:solidFill>
              <a:srgbClr val="ede8e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lIns="90000" rIns="90000" tIns="45000" bIns="45000"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200" name="Freeform: Shape 19"/>
            <p:cNvSpPr/>
            <p:nvPr/>
          </p:nvSpPr>
          <p:spPr>
            <a:xfrm>
              <a:off x="0" y="4233960"/>
              <a:ext cx="474840" cy="949680"/>
            </a:xfrm>
            <a:custGeom>
              <a:avLst/>
              <a:gdLst>
                <a:gd name="textAreaLeft" fmla="*/ 0 w 474840"/>
                <a:gd name="textAreaRight" fmla="*/ 475560 w 474840"/>
                <a:gd name="textAreaTop" fmla="*/ 0 h 949680"/>
                <a:gd name="textAreaBottom" fmla="*/ 950400 h 949680"/>
                <a:gd name="GluePoint1X" fmla="*/ 508 w 475704"/>
                <a:gd name="GluePoint1Y" fmla="*/ 0 h 950392"/>
                <a:gd name="GluePoint2X" fmla="*/ 475704 w 475704"/>
                <a:gd name="GluePoint2Y" fmla="*/ 475196 h 950392"/>
                <a:gd name="GluePoint3X" fmla="*/ 508 w 475704"/>
                <a:gd name="GluePoint3Y" fmla="*/ 950392 h 950392"/>
                <a:gd name="GluePoint4X" fmla="*/ 0 w 475704"/>
                <a:gd name="GluePoint4Y" fmla="*/ 950341 h 950392"/>
                <a:gd name="GluePoint5X" fmla="*/ 0 w 475704"/>
                <a:gd name="GluePoint5Y" fmla="*/ 51 h 950392"/>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475704" h="950392">
                  <a:moveTo>
                    <a:pt x="508" y="0"/>
                  </a:moveTo>
                  <a:cubicBezTo>
                    <a:pt x="262952" y="0"/>
                    <a:pt x="475704" y="212752"/>
                    <a:pt x="475704" y="475196"/>
                  </a:cubicBezTo>
                  <a:cubicBezTo>
                    <a:pt x="475704" y="737640"/>
                    <a:pt x="262952" y="950392"/>
                    <a:pt x="508" y="950392"/>
                  </a:cubicBezTo>
                  <a:lnTo>
                    <a:pt x="0" y="950341"/>
                  </a:lnTo>
                  <a:lnTo>
                    <a:pt x="0" y="51"/>
                  </a:lnTo>
                  <a:close/>
                </a:path>
              </a:pathLst>
            </a:custGeom>
            <a:solidFill>
              <a:srgbClr val="ede8e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lIns="90000" rIns="90000" tIns="45000" bIns="45000"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201" name="Oval 13"/>
            <p:cNvSpPr/>
            <p:nvPr/>
          </p:nvSpPr>
          <p:spPr>
            <a:xfrm>
              <a:off x="11241720" y="1900800"/>
              <a:ext cx="949680" cy="949680"/>
            </a:xfrm>
            <a:prstGeom prst="ellipse">
              <a:avLst/>
            </a:prstGeom>
            <a:solidFill>
              <a:srgbClr val="ede8e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lIns="90000" rIns="90000" tIns="45000" bIns="45000"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202" name="Freeform: Shape 24"/>
            <p:cNvSpPr/>
            <p:nvPr/>
          </p:nvSpPr>
          <p:spPr>
            <a:xfrm>
              <a:off x="10678680" y="950400"/>
              <a:ext cx="1512360" cy="950400"/>
            </a:xfrm>
            <a:custGeom>
              <a:avLst/>
              <a:gdLst>
                <a:gd name="textAreaLeft" fmla="*/ 0 w 1512360"/>
                <a:gd name="textAreaRight" fmla="*/ 1513080 w 1512360"/>
                <a:gd name="textAreaTop" fmla="*/ 0 h 950400"/>
                <a:gd name="textAreaBottom" fmla="*/ 951120 h 950400"/>
                <a:gd name="GluePoint1X" fmla="*/ 475488 w 1513259"/>
                <a:gd name="GluePoint1Y" fmla="*/ 0 h 950976"/>
                <a:gd name="GluePoint2X" fmla="*/ 1503057 w 1513259"/>
                <a:gd name="GluePoint2Y" fmla="*/ 0 h 950976"/>
                <a:gd name="GluePoint3X" fmla="*/ 1513259 w 1513259"/>
                <a:gd name="GluePoint3Y" fmla="*/ 1029 h 950976"/>
                <a:gd name="GluePoint4X" fmla="*/ 1513259 w 1513259"/>
                <a:gd name="GluePoint4Y" fmla="*/ 949948 h 950976"/>
                <a:gd name="GluePoint5X" fmla="*/ 1503057 w 1513259"/>
                <a:gd name="GluePoint5Y" fmla="*/ 950976 h 950976"/>
                <a:gd name="GluePoint6X" fmla="*/ 475488 w 1513259"/>
                <a:gd name="GluePoint6Y" fmla="*/ 950976 h 950976"/>
                <a:gd name="GluePoint7X" fmla="*/ 0 w 1513259"/>
                <a:gd name="GluePoint7Y" fmla="*/ 475488 h 950976"/>
                <a:gd name="GluePoint8X" fmla="*/ 475488 w 1513259"/>
                <a:gd name="GluePoint8Y" fmla="*/ 0 h 95097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513259" h="950976">
                  <a:moveTo>
                    <a:pt x="475488" y="0"/>
                  </a:moveTo>
                  <a:lnTo>
                    <a:pt x="1503057" y="0"/>
                  </a:lnTo>
                  <a:lnTo>
                    <a:pt x="1513259" y="1029"/>
                  </a:lnTo>
                  <a:lnTo>
                    <a:pt x="1513259" y="949948"/>
                  </a:lnTo>
                  <a:lnTo>
                    <a:pt x="1503057" y="950976"/>
                  </a:lnTo>
                  <a:lnTo>
                    <a:pt x="475488" y="950976"/>
                  </a:lnTo>
                  <a:cubicBezTo>
                    <a:pt x="212883" y="950976"/>
                    <a:pt x="0" y="738093"/>
                    <a:pt x="0" y="475488"/>
                  </a:cubicBezTo>
                  <a:cubicBezTo>
                    <a:pt x="0" y="212883"/>
                    <a:pt x="212883" y="0"/>
                    <a:pt x="475488" y="0"/>
                  </a:cubicBezTo>
                  <a:close/>
                </a:path>
              </a:pathLst>
            </a:custGeom>
            <a:solidFill>
              <a:srgbClr val="ede8e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lIns="90000" rIns="90000" tIns="45000" bIns="45000"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203" name="Oval 15"/>
            <p:cNvSpPr/>
            <p:nvPr/>
          </p:nvSpPr>
          <p:spPr>
            <a:xfrm>
              <a:off x="9734760" y="950040"/>
              <a:ext cx="949680" cy="949680"/>
            </a:xfrm>
            <a:prstGeom prst="ellipse">
              <a:avLst/>
            </a:prstGeom>
            <a:solidFill>
              <a:srgbClr val="ede8e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lIns="90000" rIns="90000" tIns="45000" bIns="45000"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204" name="Oval 16"/>
            <p:cNvSpPr/>
            <p:nvPr/>
          </p:nvSpPr>
          <p:spPr>
            <a:xfrm>
              <a:off x="10678680" y="0"/>
              <a:ext cx="949680" cy="94968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lIns="90000" rIns="90000" tIns="45000" bIns="45000"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205" name="Freeform: Shape 28"/>
            <p:cNvSpPr/>
            <p:nvPr/>
          </p:nvSpPr>
          <p:spPr>
            <a:xfrm>
              <a:off x="11629080" y="-360"/>
              <a:ext cx="562320" cy="950400"/>
            </a:xfrm>
            <a:custGeom>
              <a:avLst/>
              <a:gdLst>
                <a:gd name="textAreaLeft" fmla="*/ 0 w 562320"/>
                <a:gd name="textAreaRight" fmla="*/ 563040 w 562320"/>
                <a:gd name="textAreaTop" fmla="*/ 0 h 950400"/>
                <a:gd name="textAreaBottom" fmla="*/ 951120 h 950400"/>
                <a:gd name="GluePoint1X" fmla="*/ 475488 w 562866"/>
                <a:gd name="GluePoint1Y" fmla="*/ 0 h 950976"/>
                <a:gd name="GluePoint2X" fmla="*/ 562866 w 562866"/>
                <a:gd name="GluePoint2Y" fmla="*/ 0 h 950976"/>
                <a:gd name="GluePoint3X" fmla="*/ 562866 w 562866"/>
                <a:gd name="GluePoint3Y" fmla="*/ 950976 h 950976"/>
                <a:gd name="GluePoint4X" fmla="*/ 475488 w 562866"/>
                <a:gd name="GluePoint4Y" fmla="*/ 950976 h 950976"/>
                <a:gd name="GluePoint5X" fmla="*/ 0 w 562866"/>
                <a:gd name="GluePoint5Y" fmla="*/ 475488 h 950976"/>
                <a:gd name="GluePoint6X" fmla="*/ 475488 w 562866"/>
                <a:gd name="GluePoint6Y" fmla="*/ 0 h 95097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562866" h="950976">
                  <a:moveTo>
                    <a:pt x="475488" y="0"/>
                  </a:moveTo>
                  <a:lnTo>
                    <a:pt x="562866" y="0"/>
                  </a:lnTo>
                  <a:lnTo>
                    <a:pt x="562866" y="950976"/>
                  </a:lnTo>
                  <a:lnTo>
                    <a:pt x="475488" y="950976"/>
                  </a:lnTo>
                  <a:cubicBezTo>
                    <a:pt x="212883" y="950976"/>
                    <a:pt x="0" y="738093"/>
                    <a:pt x="0" y="475488"/>
                  </a:cubicBezTo>
                  <a:cubicBezTo>
                    <a:pt x="0" y="212883"/>
                    <a:pt x="212883" y="0"/>
                    <a:pt x="475488" y="0"/>
                  </a:cubicBezTo>
                  <a:close/>
                </a:path>
              </a:pathLst>
            </a:custGeom>
            <a:solidFill>
              <a:srgbClr val="ede8e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lIns="90000" rIns="90000" tIns="45000" bIns="45000"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grpSp>
      <p:sp>
        <p:nvSpPr>
          <p:cNvPr id="206" name="PlaceHolder 1"/>
          <p:cNvSpPr>
            <a:spLocks noGrp="1"/>
          </p:cNvSpPr>
          <p:nvPr>
            <p:ph type="title"/>
          </p:nvPr>
        </p:nvSpPr>
        <p:spPr>
          <a:xfrm>
            <a:off x="1752480" y="2186280"/>
            <a:ext cx="8686080" cy="1522800"/>
          </a:xfrm>
          <a:prstGeom prst="rect">
            <a:avLst/>
          </a:prstGeom>
          <a:noFill/>
          <a:ln w="0">
            <a:noFill/>
          </a:ln>
        </p:spPr>
        <p:txBody>
          <a:bodyPr lIns="0" rIns="0" tIns="0" bIns="0" anchor="b">
            <a:noAutofit/>
          </a:bodyPr>
          <a:p>
            <a:pPr indent="0" algn="ctr" defTabSz="914400">
              <a:lnSpc>
                <a:spcPct val="90000"/>
              </a:lnSpc>
              <a:buNone/>
              <a:tabLst>
                <a:tab algn="l" pos="0"/>
              </a:tabLst>
            </a:pPr>
            <a:r>
              <a:rPr b="0" lang="en-US" sz="5500" strike="noStrike" u="none">
                <a:solidFill>
                  <a:schemeClr val="dk1"/>
                </a:solidFill>
                <a:effectLst/>
                <a:uFillTx/>
                <a:latin typeface="Georgia Pro"/>
              </a:rPr>
              <a:t>Section title; Georgia Pro 55pt, sentence case</a:t>
            </a:r>
            <a:endParaRPr b="0" lang="en-US" sz="5500" strike="noStrike" u="none">
              <a:solidFill>
                <a:srgbClr val="000000"/>
              </a:solidFill>
              <a:effectLst/>
              <a:uFillTx/>
              <a:latin typeface="Arial"/>
            </a:endParaRPr>
          </a:p>
        </p:txBody>
      </p:sp>
      <p:sp>
        <p:nvSpPr>
          <p:cNvPr id="207" name="PlaceHolder 2"/>
          <p:cNvSpPr>
            <a:spLocks noGrp="1"/>
          </p:cNvSpPr>
          <p:nvPr>
            <p:ph type="body"/>
          </p:nvPr>
        </p:nvSpPr>
        <p:spPr>
          <a:xfrm>
            <a:off x="1752480" y="3990960"/>
            <a:ext cx="8686080" cy="2352600"/>
          </a:xfrm>
          <a:prstGeom prst="rect">
            <a:avLst/>
          </a:prstGeom>
          <a:noFill/>
          <a:ln w="0">
            <a:noFill/>
          </a:ln>
        </p:spPr>
        <p:txBody>
          <a:bodyPr lIns="0" rIns="0" tIns="0" bIns="0" anchor="t">
            <a:spAutoFit/>
          </a:bodyPr>
          <a:p>
            <a:pPr indent="0" algn="ctr" defTabSz="914400">
              <a:lnSpc>
                <a:spcPct val="90000"/>
              </a:lnSpc>
              <a:buNone/>
              <a:tabLst>
                <a:tab algn="l" pos="0"/>
              </a:tabLst>
            </a:pPr>
            <a:r>
              <a:rPr b="0" lang="en-US" sz="2400" strike="noStrike" u="none">
                <a:solidFill>
                  <a:schemeClr val="dk1"/>
                </a:solidFill>
                <a:effectLst/>
                <a:uFillTx/>
                <a:latin typeface="Arial"/>
              </a:rPr>
              <a:t>Section subtitle (optional); Arial 24pt, sentence case</a:t>
            </a:r>
            <a:endParaRPr b="0" lang="en-US" sz="2400" strike="noStrike" u="none">
              <a:solidFill>
                <a:srgbClr val="000000"/>
              </a:solidFill>
              <a:effectLst/>
              <a:uFillTx/>
              <a:latin typeface="Arial"/>
            </a:endParaRPr>
          </a:p>
        </p:txBody>
      </p:sp>
      <p:pic>
        <p:nvPicPr>
          <p:cNvPr id="208" name="Optum Logo" descr="Optum"/>
          <p:cNvPicPr/>
          <p:nvPr/>
        </p:nvPicPr>
        <p:blipFill>
          <a:blip r:embed="rId4">
            <a:extLst>
              <a:ext uri="{96DAC541-7B7A-43D3-8B79-37D633B846F1}">
                <asvg:svgBlip xmlns:asvg="http://schemas.microsoft.com/office/drawing/2016/SVG/main" r:embed="rId5"/>
              </a:ext>
            </a:extLst>
          </a:blip>
          <a:stretch/>
        </p:blipFill>
        <p:spPr>
          <a:xfrm>
            <a:off x="461880" y="6343560"/>
            <a:ext cx="772200" cy="223200"/>
          </a:xfrm>
          <a:prstGeom prst="rect">
            <a:avLst/>
          </a:prstGeom>
          <a:noFill/>
          <a:ln w="0">
            <a:noFill/>
          </a:ln>
        </p:spPr>
      </p:pic>
      <p:sp>
        <p:nvSpPr>
          <p:cNvPr id="209" name="PlaceHolder 3"/>
          <p:cNvSpPr>
            <a:spLocks noGrp="1"/>
          </p:cNvSpPr>
          <p:nvPr>
            <p:ph type="dt" idx="49"/>
          </p:nvPr>
        </p:nvSpPr>
        <p:spPr>
          <a:xfrm>
            <a:off x="0" y="7170840"/>
            <a:ext cx="9136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r>
              <a:rPr b="0" lang="en-US" sz="200" strike="noStrike" u="none">
                <a:solidFill>
                  <a:schemeClr val="dk1"/>
                </a:solidFill>
                <a:effectLst/>
                <a:uFillTx/>
                <a:latin typeface="Arial"/>
              </a:rPr>
              <a:t>&lt;date/time&gt;</a:t>
            </a:r>
            <a:endParaRPr b="0" lang="en-US" sz="200" strike="noStrike" u="none">
              <a:solidFill>
                <a:srgbClr val="000000"/>
              </a:solidFill>
              <a:effectLst/>
              <a:uFillTx/>
              <a:latin typeface="Times New Roman"/>
            </a:endParaRPr>
          </a:p>
        </p:txBody>
      </p:sp>
      <p:sp>
        <p:nvSpPr>
          <p:cNvPr id="210" name="PlaceHolder 4"/>
          <p:cNvSpPr>
            <a:spLocks noGrp="1"/>
          </p:cNvSpPr>
          <p:nvPr>
            <p:ph type="ftr" idx="50"/>
          </p:nvPr>
        </p:nvSpPr>
        <p:spPr>
          <a:xfrm>
            <a:off x="0" y="7120440"/>
            <a:ext cx="11548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r>
              <a:rPr b="0" lang="en-US" sz="200" strike="noStrike" u="none">
                <a:solidFill>
                  <a:schemeClr val="dk1"/>
                </a:solidFill>
                <a:effectLst/>
                <a:uFillTx/>
                <a:latin typeface="Arial"/>
              </a:rPr>
              <a:t>&lt;footer&gt;</a:t>
            </a:r>
            <a:endParaRPr b="0" lang="en-US" sz="200" strike="noStrike" u="none">
              <a:solidFill>
                <a:srgbClr val="000000"/>
              </a:solidFill>
              <a:effectLst/>
              <a:uFillTx/>
              <a:latin typeface="Times New Roman"/>
            </a:endParaRPr>
          </a:p>
        </p:txBody>
      </p:sp>
      <p:sp>
        <p:nvSpPr>
          <p:cNvPr id="211" name="PlaceHolder 5"/>
          <p:cNvSpPr>
            <a:spLocks noGrp="1"/>
          </p:cNvSpPr>
          <p:nvPr>
            <p:ph type="sldNum" idx="51"/>
          </p:nvPr>
        </p:nvSpPr>
        <p:spPr>
          <a:xfrm>
            <a:off x="0" y="7221600"/>
            <a:ext cx="9136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fld id="{BB7EC92D-5C25-421F-8FB6-541394C1932C}" type="slidenum">
              <a:rPr b="0" lang="en-US" sz="200" strike="noStrike" u="none">
                <a:solidFill>
                  <a:schemeClr val="dk1"/>
                </a:solidFill>
                <a:effectLst/>
                <a:uFillTx/>
                <a:latin typeface="Arial"/>
              </a:rPr>
              <a:t>&lt;number&gt;</a:t>
            </a:fld>
            <a:endParaRPr b="0" lang="en-US" sz="200" strike="noStrike" u="none">
              <a:solidFill>
                <a:srgbClr val="000000"/>
              </a:solidFill>
              <a:effectLst/>
              <a:uFillTx/>
              <a:latin typeface="Times New Roman"/>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Only 02 - Left Rail">
    <p:bg>
      <p:bgPr>
        <a:solidFill>
          <a:srgbClr val="ffffff"/>
        </a:solidFill>
      </p:bgPr>
    </p:bg>
    <p:spTree>
      <p:nvGrpSpPr>
        <p:cNvPr id="1" name=""/>
        <p:cNvGrpSpPr/>
        <p:nvPr/>
      </p:nvGrpSpPr>
      <p:grpSpPr>
        <a:xfrm>
          <a:off x="0" y="0"/>
          <a:ext cx="0" cy="0"/>
          <a:chOff x="0" y="0"/>
          <a:chExt cx="0" cy="0"/>
        </a:xfrm>
      </p:grpSpPr>
      <p:pic>
        <p:nvPicPr>
          <p:cNvPr id="212" name="Optum Logo" descr="Optum"/>
          <p:cNvPicPr/>
          <p:nvPr/>
        </p:nvPicPr>
        <p:blipFill>
          <a:blip r:embed="rId2">
            <a:extLst>
              <a:ext uri="{96DAC541-7B7A-43D3-8B79-37D633B846F1}">
                <asvg:svgBlip xmlns:asvg="http://schemas.microsoft.com/office/drawing/2016/SVG/main" r:embed="rId3"/>
              </a:ext>
            </a:extLst>
          </a:blip>
          <a:stretch/>
        </p:blipFill>
        <p:spPr>
          <a:xfrm>
            <a:off x="461880" y="6343560"/>
            <a:ext cx="772200" cy="223200"/>
          </a:xfrm>
          <a:prstGeom prst="rect">
            <a:avLst/>
          </a:prstGeom>
          <a:noFill/>
          <a:ln w="0">
            <a:noFill/>
          </a:ln>
        </p:spPr>
      </p:pic>
      <p:sp>
        <p:nvSpPr>
          <p:cNvPr id="213" name="Page Number"/>
          <p:cNvSpPr/>
          <p:nvPr/>
        </p:nvSpPr>
        <p:spPr>
          <a:xfrm>
            <a:off x="11576160" y="6394320"/>
            <a:ext cx="156240" cy="15300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3E13BC05-774C-4DFD-BBB0-6CA222A48E09}" type="slidenum">
              <a:rPr b="1" lang="en-US" sz="1000" strike="noStrike" u="none">
                <a:solidFill>
                  <a:schemeClr val="dk1"/>
                </a:solidFill>
                <a:effectLst/>
                <a:uFillTx/>
                <a:latin typeface="Arial"/>
              </a:rPr>
              <a:t>&lt;number&gt;</a:t>
            </a:fld>
            <a:endParaRPr b="0" lang="en-US" sz="1000" strike="noStrike" u="none">
              <a:solidFill>
                <a:srgbClr val="000000"/>
              </a:solidFill>
              <a:effectLst/>
              <a:uFillTx/>
              <a:latin typeface="Arial"/>
            </a:endParaRPr>
          </a:p>
        </p:txBody>
      </p:sp>
      <p:sp>
        <p:nvSpPr>
          <p:cNvPr id="214" name="Copyright"/>
          <p:cNvSpPr/>
          <p:nvPr/>
        </p:nvSpPr>
        <p:spPr>
          <a:xfrm>
            <a:off x="4699080" y="6431760"/>
            <a:ext cx="2793240" cy="10656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000000"/>
              </a:solidFill>
              <a:effectLst/>
              <a:uFillTx/>
              <a:latin typeface="Arial"/>
            </a:endParaRPr>
          </a:p>
        </p:txBody>
      </p:sp>
      <p:cxnSp>
        <p:nvCxnSpPr>
          <p:cNvPr id="215" name="Stroke">
            <a:extLst>
              <a:ext uri="{C183D7F6-B498-43B3-948B-1728B52AA6E4}">
                <adec:decorative xmlns:adec="http://schemas.microsoft.com/office/drawing/2017/decorative" val="1"/>
              </a:ext>
            </a:extLst>
          </p:cNvPr>
          <p:cNvCxnSpPr/>
          <p:nvPr/>
        </p:nvCxnSpPr>
        <p:spPr>
          <a:xfrm>
            <a:off x="467640" y="410760"/>
            <a:ext cx="522720" cy="720"/>
          </a:xfrm>
          <a:prstGeom prst="straightConnector1">
            <a:avLst/>
          </a:prstGeom>
          <a:ln cap="rnd" w="38100">
            <a:solidFill>
              <a:srgbClr val="ff612b"/>
            </a:solidFill>
            <a:round/>
          </a:ln>
        </p:spPr>
      </p:cxnSp>
      <p:sp>
        <p:nvSpPr>
          <p:cNvPr id="216" name="PlaceHolder 1"/>
          <p:cNvSpPr>
            <a:spLocks noGrp="1"/>
          </p:cNvSpPr>
          <p:nvPr>
            <p:ph type="title"/>
          </p:nvPr>
        </p:nvSpPr>
        <p:spPr>
          <a:xfrm>
            <a:off x="468000" y="555480"/>
            <a:ext cx="6725880" cy="303840"/>
          </a:xfrm>
          <a:prstGeom prst="rect">
            <a:avLst/>
          </a:prstGeom>
          <a:noFill/>
          <a:ln w="0">
            <a:noFill/>
          </a:ln>
        </p:spPr>
        <p:txBody>
          <a:bodyPr lIns="0" rIns="0" tIns="0" bIns="0" anchor="t">
            <a:noAutofit/>
          </a:bodyPr>
          <a:p>
            <a:pPr indent="0" defTabSz="914400">
              <a:lnSpc>
                <a:spcPct val="90000"/>
              </a:lnSpc>
              <a:buNone/>
              <a:tabLst>
                <a:tab algn="l" pos="0"/>
              </a:tabLst>
            </a:pPr>
            <a:r>
              <a:rPr b="0" lang="en-US" sz="2200" strike="noStrike" u="none">
                <a:solidFill>
                  <a:schemeClr val="dk1"/>
                </a:solidFill>
                <a:effectLst/>
                <a:uFillTx/>
                <a:latin typeface="Georgia Pro"/>
              </a:rPr>
              <a:t>Slide title; Georgia Pro 22pt, sent. case (1 line)</a:t>
            </a:r>
            <a:endParaRPr b="0" lang="en-US" sz="2200" strike="noStrike" u="none">
              <a:solidFill>
                <a:srgbClr val="000000"/>
              </a:solidFill>
              <a:effectLst/>
              <a:uFillTx/>
              <a:latin typeface="Arial"/>
            </a:endParaRPr>
          </a:p>
        </p:txBody>
      </p:sp>
      <p:sp>
        <p:nvSpPr>
          <p:cNvPr id="217" name="Warm White Box">
            <a:extLst>
              <a:ext uri="{C183D7F6-B498-43B3-948B-1728B52AA6E4}">
                <adec:decorative xmlns:adec="http://schemas.microsoft.com/office/drawing/2017/decorative" val="1"/>
              </a:ext>
            </a:extLst>
          </p:cNvPr>
          <p:cNvSpPr/>
          <p:nvPr/>
        </p:nvSpPr>
        <p:spPr>
          <a:xfrm>
            <a:off x="7525800" y="2880"/>
            <a:ext cx="4662720" cy="685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lIns="90000" rIns="90000" tIns="45000" bIns="45000"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218" name="Page Number"/>
          <p:cNvSpPr/>
          <p:nvPr/>
        </p:nvSpPr>
        <p:spPr>
          <a:xfrm>
            <a:off x="11576160" y="6394320"/>
            <a:ext cx="156240" cy="15300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EDEB1EFC-D6E3-46F3-8E52-1D40DAA0F961}" type="slidenum">
              <a:rPr b="1" lang="en-US" sz="1000" strike="noStrike" u="none">
                <a:solidFill>
                  <a:schemeClr val="dk1"/>
                </a:solidFill>
                <a:effectLst/>
                <a:uFillTx/>
                <a:latin typeface="Arial"/>
              </a:rPr>
              <a:t>&lt;number&gt;</a:t>
            </a:fld>
            <a:endParaRPr b="0" lang="en-US" sz="1000" strike="noStrike" u="none">
              <a:solidFill>
                <a:srgbClr val="000000"/>
              </a:solidFill>
              <a:effectLst/>
              <a:uFillTx/>
              <a:latin typeface="Arial"/>
            </a:endParaRPr>
          </a:p>
        </p:txBody>
      </p:sp>
      <p:sp>
        <p:nvSpPr>
          <p:cNvPr id="219" name="PlaceHolder 2"/>
          <p:cNvSpPr>
            <a:spLocks noGrp="1"/>
          </p:cNvSpPr>
          <p:nvPr>
            <p:ph type="dt" idx="52"/>
          </p:nvPr>
        </p:nvSpPr>
        <p:spPr>
          <a:xfrm>
            <a:off x="0" y="7170840"/>
            <a:ext cx="9136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r>
              <a:rPr b="0" lang="en-US" sz="200" strike="noStrike" u="none">
                <a:solidFill>
                  <a:schemeClr val="dk1"/>
                </a:solidFill>
                <a:effectLst/>
                <a:uFillTx/>
                <a:latin typeface="Arial"/>
              </a:rPr>
              <a:t>&lt;date/time&gt;</a:t>
            </a:r>
            <a:endParaRPr b="0" lang="en-US" sz="200" strike="noStrike" u="none">
              <a:solidFill>
                <a:srgbClr val="000000"/>
              </a:solidFill>
              <a:effectLst/>
              <a:uFillTx/>
              <a:latin typeface="Times New Roman"/>
            </a:endParaRPr>
          </a:p>
        </p:txBody>
      </p:sp>
      <p:sp>
        <p:nvSpPr>
          <p:cNvPr id="220" name="PlaceHolder 3"/>
          <p:cNvSpPr>
            <a:spLocks noGrp="1"/>
          </p:cNvSpPr>
          <p:nvPr>
            <p:ph type="ftr" idx="53"/>
          </p:nvPr>
        </p:nvSpPr>
        <p:spPr>
          <a:xfrm>
            <a:off x="0" y="7120440"/>
            <a:ext cx="11548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r>
              <a:rPr b="0" lang="en-US" sz="200" strike="noStrike" u="none">
                <a:solidFill>
                  <a:schemeClr val="dk1"/>
                </a:solidFill>
                <a:effectLst/>
                <a:uFillTx/>
                <a:latin typeface="Arial"/>
              </a:rPr>
              <a:t>&lt;footer&gt;</a:t>
            </a:r>
            <a:endParaRPr b="0" lang="en-US" sz="200" strike="noStrike" u="none">
              <a:solidFill>
                <a:srgbClr val="000000"/>
              </a:solidFill>
              <a:effectLst/>
              <a:uFillTx/>
              <a:latin typeface="Times New Roman"/>
            </a:endParaRPr>
          </a:p>
        </p:txBody>
      </p:sp>
      <p:sp>
        <p:nvSpPr>
          <p:cNvPr id="221" name="PlaceHolder 4"/>
          <p:cNvSpPr>
            <a:spLocks noGrp="1"/>
          </p:cNvSpPr>
          <p:nvPr>
            <p:ph type="sldNum" idx="54"/>
          </p:nvPr>
        </p:nvSpPr>
        <p:spPr>
          <a:xfrm>
            <a:off x="0" y="7221600"/>
            <a:ext cx="9136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fld id="{3287C6F1-6053-4AAB-A1CB-082C33B09923}" type="slidenum">
              <a:rPr b="0" lang="en-US" sz="200" strike="noStrike" u="none">
                <a:solidFill>
                  <a:schemeClr val="dk1"/>
                </a:solidFill>
                <a:effectLst/>
                <a:uFillTx/>
                <a:latin typeface="Arial"/>
              </a:rPr>
              <a:t>&lt;number&gt;</a:t>
            </a:fld>
            <a:endParaRPr b="0" lang="en-US" sz="200" strike="noStrike" u="none">
              <a:solidFill>
                <a:srgbClr val="000000"/>
              </a:solidFill>
              <a:effectLst/>
              <a:uFillTx/>
              <a:latin typeface="Times New Roman"/>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Only 03 - Left Rail">
    <p:bg>
      <p:bgPr>
        <a:solidFill>
          <a:srgbClr val="faf8f2"/>
        </a:solidFill>
      </p:bgPr>
    </p:bg>
    <p:spTree>
      <p:nvGrpSpPr>
        <p:cNvPr id="1" name=""/>
        <p:cNvGrpSpPr/>
        <p:nvPr/>
      </p:nvGrpSpPr>
      <p:grpSpPr>
        <a:xfrm>
          <a:off x="0" y="0"/>
          <a:ext cx="0" cy="0"/>
          <a:chOff x="0" y="0"/>
          <a:chExt cx="0" cy="0"/>
        </a:xfrm>
      </p:grpSpPr>
      <p:pic>
        <p:nvPicPr>
          <p:cNvPr id="222" name="Optum Logo" descr="Optum"/>
          <p:cNvPicPr/>
          <p:nvPr/>
        </p:nvPicPr>
        <p:blipFill>
          <a:blip r:embed="rId2">
            <a:extLst>
              <a:ext uri="{96DAC541-7B7A-43D3-8B79-37D633B846F1}">
                <asvg:svgBlip xmlns:asvg="http://schemas.microsoft.com/office/drawing/2016/SVG/main" r:embed="rId3"/>
              </a:ext>
            </a:extLst>
          </a:blip>
          <a:stretch/>
        </p:blipFill>
        <p:spPr>
          <a:xfrm>
            <a:off x="461880" y="6343560"/>
            <a:ext cx="772200" cy="223200"/>
          </a:xfrm>
          <a:prstGeom prst="rect">
            <a:avLst/>
          </a:prstGeom>
          <a:noFill/>
          <a:ln w="0">
            <a:noFill/>
          </a:ln>
        </p:spPr>
      </p:pic>
      <p:sp>
        <p:nvSpPr>
          <p:cNvPr id="223" name="Page Number"/>
          <p:cNvSpPr/>
          <p:nvPr/>
        </p:nvSpPr>
        <p:spPr>
          <a:xfrm>
            <a:off x="11576160" y="6394320"/>
            <a:ext cx="156240" cy="15300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6A2C702E-E42B-40B5-9027-36A9801E0ECE}" type="slidenum">
              <a:rPr b="1" lang="en-US" sz="1000" strike="noStrike" u="none">
                <a:solidFill>
                  <a:schemeClr val="dk1"/>
                </a:solidFill>
                <a:effectLst/>
                <a:uFillTx/>
                <a:latin typeface="Arial"/>
              </a:rPr>
              <a:t>&lt;number&gt;</a:t>
            </a:fld>
            <a:endParaRPr b="0" lang="en-US" sz="1000" strike="noStrike" u="none">
              <a:solidFill>
                <a:srgbClr val="000000"/>
              </a:solidFill>
              <a:effectLst/>
              <a:uFillTx/>
              <a:latin typeface="Arial"/>
            </a:endParaRPr>
          </a:p>
        </p:txBody>
      </p:sp>
      <p:sp>
        <p:nvSpPr>
          <p:cNvPr id="224" name="Copyright"/>
          <p:cNvSpPr/>
          <p:nvPr/>
        </p:nvSpPr>
        <p:spPr>
          <a:xfrm>
            <a:off x="4699080" y="6431760"/>
            <a:ext cx="2793240" cy="10656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000000"/>
              </a:solidFill>
              <a:effectLst/>
              <a:uFillTx/>
              <a:latin typeface="Arial"/>
            </a:endParaRPr>
          </a:p>
        </p:txBody>
      </p:sp>
      <p:sp>
        <p:nvSpPr>
          <p:cNvPr id="225" name="White Background">
            <a:extLst>
              <a:ext uri="{C183D7F6-B498-43B3-948B-1728B52AA6E4}">
                <adec:decorative xmlns:adec="http://schemas.microsoft.com/office/drawing/2017/decorative" val="1"/>
              </a:ext>
            </a:extLst>
          </p:cNvPr>
          <p:cNvSpPr/>
          <p:nvPr/>
        </p:nvSpPr>
        <p:spPr>
          <a:xfrm flipH="1">
            <a:off x="-720" y="0"/>
            <a:ext cx="4640760" cy="6857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lIns="90000" rIns="90000" tIns="45000" bIns="45000"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226" name="Orange Title Block">
            <a:extLst>
              <a:ext uri="{C183D7F6-B498-43B3-948B-1728B52AA6E4}">
                <adec:decorative xmlns:adec="http://schemas.microsoft.com/office/drawing/2017/decorative" val="1"/>
              </a:ext>
            </a:extLst>
          </p:cNvPr>
          <p:cNvSpPr/>
          <p:nvPr/>
        </p:nvSpPr>
        <p:spPr>
          <a:xfrm>
            <a:off x="0" y="2150280"/>
            <a:ext cx="139320" cy="201672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lIns="90000" rIns="90000" tIns="45000" bIns="45000" anchor="ctr">
            <a:noAutofit/>
          </a:bodyPr>
          <a:p>
            <a:pPr algn="ctr" defTabSz="914400">
              <a:lnSpc>
                <a:spcPct val="100000"/>
              </a:lnSpc>
              <a:spcBef>
                <a:spcPts val="601"/>
              </a:spcBef>
              <a:tabLst>
                <a:tab algn="l" pos="0"/>
              </a:tabLst>
            </a:pPr>
            <a:endParaRPr b="0" lang="en-US" sz="1400" strike="noStrike" u="none">
              <a:solidFill>
                <a:srgbClr val="ffffff"/>
              </a:solidFill>
              <a:effectLst/>
              <a:uFillTx/>
              <a:latin typeface="Arial"/>
            </a:endParaRPr>
          </a:p>
        </p:txBody>
      </p:sp>
      <p:sp>
        <p:nvSpPr>
          <p:cNvPr id="227" name="PlaceHolder 1"/>
          <p:cNvSpPr>
            <a:spLocks noGrp="1"/>
          </p:cNvSpPr>
          <p:nvPr>
            <p:ph type="title"/>
          </p:nvPr>
        </p:nvSpPr>
        <p:spPr>
          <a:xfrm>
            <a:off x="468000" y="2176560"/>
            <a:ext cx="3839760" cy="303840"/>
          </a:xfrm>
          <a:prstGeom prst="rect">
            <a:avLst/>
          </a:prstGeom>
          <a:noFill/>
          <a:ln w="0">
            <a:noFill/>
          </a:ln>
        </p:spPr>
        <p:txBody>
          <a:bodyPr lIns="0" rIns="0" tIns="0" bIns="0" anchor="t">
            <a:noAutofit/>
          </a:bodyPr>
          <a:p>
            <a:pPr indent="0" defTabSz="914400">
              <a:lnSpc>
                <a:spcPct val="90000"/>
              </a:lnSpc>
              <a:buNone/>
              <a:tabLst>
                <a:tab algn="l" pos="0"/>
              </a:tabLst>
            </a:pPr>
            <a:r>
              <a:rPr b="0" lang="en-US" sz="2200" strike="noStrike" u="none">
                <a:solidFill>
                  <a:schemeClr val="dk1"/>
                </a:solidFill>
                <a:effectLst/>
                <a:uFillTx/>
                <a:latin typeface="Georgia Pro"/>
              </a:rPr>
              <a:t>Slide title; Georgia Pro 22pt.</a:t>
            </a:r>
            <a:endParaRPr b="0" lang="en-US" sz="2200" strike="noStrike" u="none">
              <a:solidFill>
                <a:srgbClr val="000000"/>
              </a:solidFill>
              <a:effectLst/>
              <a:uFillTx/>
              <a:latin typeface="Arial"/>
            </a:endParaRPr>
          </a:p>
        </p:txBody>
      </p:sp>
      <p:sp>
        <p:nvSpPr>
          <p:cNvPr id="228" name="PlaceHolder 2"/>
          <p:cNvSpPr>
            <a:spLocks noGrp="1"/>
          </p:cNvSpPr>
          <p:nvPr>
            <p:ph type="body"/>
          </p:nvPr>
        </p:nvSpPr>
        <p:spPr>
          <a:xfrm>
            <a:off x="468000" y="2676600"/>
            <a:ext cx="3839760" cy="1490400"/>
          </a:xfrm>
          <a:prstGeom prst="rect">
            <a:avLst/>
          </a:prstGeom>
          <a:noFill/>
          <a:ln w="0">
            <a:noFill/>
          </a:ln>
        </p:spPr>
        <p:txBody>
          <a:bodyPr lIns="0" rIns="0" tIns="0" bIns="0" anchor="t">
            <a:noAutofit/>
          </a:bodyPr>
          <a:p>
            <a:pPr indent="0" defTabSz="914400">
              <a:lnSpc>
                <a:spcPct val="100000"/>
              </a:lnSpc>
              <a:spcBef>
                <a:spcPts val="601"/>
              </a:spcBef>
              <a:buNone/>
              <a:tabLst>
                <a:tab algn="l" pos="0"/>
              </a:tabLst>
            </a:pPr>
            <a:r>
              <a:rPr b="0" lang="en-US" sz="1400" strike="noStrike" u="none">
                <a:solidFill>
                  <a:schemeClr val="dk1"/>
                </a:solidFill>
                <a:effectLst/>
                <a:uFillTx/>
                <a:latin typeface="Arial"/>
              </a:rPr>
              <a:t>The default Optum body style text is Arial 14pt regular, text 1 for color. The default Optum body style text is Arial 14pt regular, text 1 for color. The default Optum body style text is Arial 14pt regular, text 1 for color. The default Optum body style text is Arial 14pt regular, text 1 for color.</a:t>
            </a:r>
            <a:endParaRPr b="0" lang="en-US" sz="1400" strike="noStrike" u="none">
              <a:solidFill>
                <a:srgbClr val="000000"/>
              </a:solidFill>
              <a:effectLst/>
              <a:uFillTx/>
              <a:latin typeface="Arial"/>
            </a:endParaRPr>
          </a:p>
        </p:txBody>
      </p:sp>
      <p:pic>
        <p:nvPicPr>
          <p:cNvPr id="229" name="Optum Logo" descr="Optum"/>
          <p:cNvPicPr/>
          <p:nvPr/>
        </p:nvPicPr>
        <p:blipFill>
          <a:blip r:embed="rId4">
            <a:extLst>
              <a:ext uri="{96DAC541-7B7A-43D3-8B79-37D633B846F1}">
                <asvg:svgBlip xmlns:asvg="http://schemas.microsoft.com/office/drawing/2016/SVG/main" r:embed="rId5"/>
              </a:ext>
            </a:extLst>
          </a:blip>
          <a:stretch/>
        </p:blipFill>
        <p:spPr>
          <a:xfrm>
            <a:off x="461880" y="6343560"/>
            <a:ext cx="772200" cy="223200"/>
          </a:xfrm>
          <a:prstGeom prst="rect">
            <a:avLst/>
          </a:prstGeom>
          <a:noFill/>
          <a:ln w="0">
            <a:noFill/>
          </a:ln>
        </p:spPr>
      </p:pic>
      <p:sp>
        <p:nvSpPr>
          <p:cNvPr id="230" name="PlaceHolder 3"/>
          <p:cNvSpPr>
            <a:spLocks noGrp="1"/>
          </p:cNvSpPr>
          <p:nvPr>
            <p:ph type="dt" idx="55"/>
          </p:nvPr>
        </p:nvSpPr>
        <p:spPr>
          <a:xfrm>
            <a:off x="0" y="7170840"/>
            <a:ext cx="9136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r>
              <a:rPr b="0" lang="en-US" sz="200" strike="noStrike" u="none">
                <a:solidFill>
                  <a:schemeClr val="dk1"/>
                </a:solidFill>
                <a:effectLst/>
                <a:uFillTx/>
                <a:latin typeface="Arial"/>
              </a:rPr>
              <a:t>&lt;date/time&gt;</a:t>
            </a:r>
            <a:endParaRPr b="0" lang="en-US" sz="200" strike="noStrike" u="none">
              <a:solidFill>
                <a:srgbClr val="000000"/>
              </a:solidFill>
              <a:effectLst/>
              <a:uFillTx/>
              <a:latin typeface="Times New Roman"/>
            </a:endParaRPr>
          </a:p>
        </p:txBody>
      </p:sp>
      <p:sp>
        <p:nvSpPr>
          <p:cNvPr id="231" name="PlaceHolder 4"/>
          <p:cNvSpPr>
            <a:spLocks noGrp="1"/>
          </p:cNvSpPr>
          <p:nvPr>
            <p:ph type="ftr" idx="56"/>
          </p:nvPr>
        </p:nvSpPr>
        <p:spPr>
          <a:xfrm>
            <a:off x="0" y="7120440"/>
            <a:ext cx="11548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r>
              <a:rPr b="0" lang="en-US" sz="200" strike="noStrike" u="none">
                <a:solidFill>
                  <a:schemeClr val="dk1"/>
                </a:solidFill>
                <a:effectLst/>
                <a:uFillTx/>
                <a:latin typeface="Arial"/>
              </a:rPr>
              <a:t>&lt;footer&gt;</a:t>
            </a:r>
            <a:endParaRPr b="0" lang="en-US" sz="200" strike="noStrike" u="none">
              <a:solidFill>
                <a:srgbClr val="000000"/>
              </a:solidFill>
              <a:effectLst/>
              <a:uFillTx/>
              <a:latin typeface="Times New Roman"/>
            </a:endParaRPr>
          </a:p>
        </p:txBody>
      </p:sp>
      <p:sp>
        <p:nvSpPr>
          <p:cNvPr id="232" name="PlaceHolder 5"/>
          <p:cNvSpPr>
            <a:spLocks noGrp="1"/>
          </p:cNvSpPr>
          <p:nvPr>
            <p:ph type="sldNum" idx="57"/>
          </p:nvPr>
        </p:nvSpPr>
        <p:spPr>
          <a:xfrm>
            <a:off x="0" y="7221600"/>
            <a:ext cx="9136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fld id="{6C6E698A-7349-42B1-8A73-6A3D5AFFC8D9}" type="slidenum">
              <a:rPr b="0" lang="en-US" sz="200" strike="noStrike" u="none">
                <a:solidFill>
                  <a:schemeClr val="dk1"/>
                </a:solidFill>
                <a:effectLst/>
                <a:uFillTx/>
                <a:latin typeface="Arial"/>
              </a:rPr>
              <a:t>&lt;number&gt;</a:t>
            </a:fld>
            <a:endParaRPr b="0" lang="en-US" sz="200" strike="noStrike" u="none">
              <a:solidFill>
                <a:srgbClr val="000000"/>
              </a:solidFill>
              <a:effectLst/>
              <a:uFillTx/>
              <a:latin typeface="Times New Roman"/>
            </a:endParaRP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Subhead - Left Rail">
    <p:bg>
      <p:bgPr>
        <a:solidFill>
          <a:srgbClr val="faf8f2"/>
        </a:solidFill>
      </p:bgPr>
    </p:bg>
    <p:spTree>
      <p:nvGrpSpPr>
        <p:cNvPr id="1" name=""/>
        <p:cNvGrpSpPr/>
        <p:nvPr/>
      </p:nvGrpSpPr>
      <p:grpSpPr>
        <a:xfrm>
          <a:off x="0" y="0"/>
          <a:ext cx="0" cy="0"/>
          <a:chOff x="0" y="0"/>
          <a:chExt cx="0" cy="0"/>
        </a:xfrm>
      </p:grpSpPr>
      <p:pic>
        <p:nvPicPr>
          <p:cNvPr id="233" name="Optum Logo" descr="Optum"/>
          <p:cNvPicPr/>
          <p:nvPr/>
        </p:nvPicPr>
        <p:blipFill>
          <a:blip r:embed="rId2">
            <a:extLst>
              <a:ext uri="{96DAC541-7B7A-43D3-8B79-37D633B846F1}">
                <asvg:svgBlip xmlns:asvg="http://schemas.microsoft.com/office/drawing/2016/SVG/main" r:embed="rId3"/>
              </a:ext>
            </a:extLst>
          </a:blip>
          <a:stretch/>
        </p:blipFill>
        <p:spPr>
          <a:xfrm>
            <a:off x="461880" y="6343560"/>
            <a:ext cx="772200" cy="223200"/>
          </a:xfrm>
          <a:prstGeom prst="rect">
            <a:avLst/>
          </a:prstGeom>
          <a:noFill/>
          <a:ln w="0">
            <a:noFill/>
          </a:ln>
        </p:spPr>
      </p:pic>
      <p:sp>
        <p:nvSpPr>
          <p:cNvPr id="234" name="Page Number"/>
          <p:cNvSpPr/>
          <p:nvPr/>
        </p:nvSpPr>
        <p:spPr>
          <a:xfrm>
            <a:off x="11576160" y="6394320"/>
            <a:ext cx="156240" cy="15300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61D4AE2C-9F88-42FC-BD16-33A7E178B1B4}" type="slidenum">
              <a:rPr b="1" lang="en-US" sz="1000" strike="noStrike" u="none">
                <a:solidFill>
                  <a:schemeClr val="dk1"/>
                </a:solidFill>
                <a:effectLst/>
                <a:uFillTx/>
                <a:latin typeface="Arial"/>
              </a:rPr>
              <a:t>&lt;number&gt;</a:t>
            </a:fld>
            <a:endParaRPr b="0" lang="en-US" sz="1000" strike="noStrike" u="none">
              <a:solidFill>
                <a:srgbClr val="000000"/>
              </a:solidFill>
              <a:effectLst/>
              <a:uFillTx/>
              <a:latin typeface="Arial"/>
            </a:endParaRPr>
          </a:p>
        </p:txBody>
      </p:sp>
      <p:sp>
        <p:nvSpPr>
          <p:cNvPr id="235" name="Copyright"/>
          <p:cNvSpPr/>
          <p:nvPr/>
        </p:nvSpPr>
        <p:spPr>
          <a:xfrm>
            <a:off x="4699080" y="6431760"/>
            <a:ext cx="2793240" cy="10656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000000"/>
              </a:solidFill>
              <a:effectLst/>
              <a:uFillTx/>
              <a:latin typeface="Arial"/>
            </a:endParaRPr>
          </a:p>
        </p:txBody>
      </p:sp>
      <p:sp>
        <p:nvSpPr>
          <p:cNvPr id="236" name="White Background">
            <a:extLst>
              <a:ext uri="{C183D7F6-B498-43B3-948B-1728B52AA6E4}">
                <adec:decorative xmlns:adec="http://schemas.microsoft.com/office/drawing/2017/decorative" val="1"/>
              </a:ext>
            </a:extLst>
          </p:cNvPr>
          <p:cNvSpPr/>
          <p:nvPr/>
        </p:nvSpPr>
        <p:spPr>
          <a:xfrm flipH="1">
            <a:off x="-720" y="0"/>
            <a:ext cx="4640760" cy="6857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lIns="90000" rIns="90000" tIns="45000" bIns="45000"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cxnSp>
        <p:nvCxnSpPr>
          <p:cNvPr id="237" name="Stroke">
            <a:extLst>
              <a:ext uri="{C183D7F6-B498-43B3-948B-1728B52AA6E4}">
                <adec:decorative xmlns:adec="http://schemas.microsoft.com/office/drawing/2017/decorative" val="1"/>
              </a:ext>
            </a:extLst>
          </p:cNvPr>
          <p:cNvCxnSpPr/>
          <p:nvPr/>
        </p:nvCxnSpPr>
        <p:spPr>
          <a:xfrm>
            <a:off x="467640" y="410760"/>
            <a:ext cx="522720" cy="720"/>
          </a:xfrm>
          <a:prstGeom prst="straightConnector1">
            <a:avLst/>
          </a:prstGeom>
          <a:ln cap="rnd" w="38100">
            <a:solidFill>
              <a:srgbClr val="ff612b"/>
            </a:solidFill>
            <a:round/>
          </a:ln>
        </p:spPr>
      </p:cxnSp>
      <p:sp>
        <p:nvSpPr>
          <p:cNvPr id="238" name="PlaceHolder 1"/>
          <p:cNvSpPr>
            <a:spLocks noGrp="1"/>
          </p:cNvSpPr>
          <p:nvPr>
            <p:ph type="title"/>
          </p:nvPr>
        </p:nvSpPr>
        <p:spPr>
          <a:xfrm>
            <a:off x="468000" y="555480"/>
            <a:ext cx="3839760" cy="608760"/>
          </a:xfrm>
          <a:prstGeom prst="rect">
            <a:avLst/>
          </a:prstGeom>
          <a:noFill/>
          <a:ln w="0">
            <a:noFill/>
          </a:ln>
        </p:spPr>
        <p:txBody>
          <a:bodyPr lIns="0" rIns="0" tIns="0" bIns="0" anchor="t">
            <a:noAutofit/>
          </a:bodyPr>
          <a:p>
            <a:pPr indent="0" defTabSz="914400">
              <a:lnSpc>
                <a:spcPct val="90000"/>
              </a:lnSpc>
              <a:buNone/>
              <a:tabLst>
                <a:tab algn="l" pos="0"/>
              </a:tabLst>
            </a:pPr>
            <a:r>
              <a:rPr b="0" lang="en-US" sz="2200" strike="noStrike" u="none">
                <a:solidFill>
                  <a:schemeClr val="dk1"/>
                </a:solidFill>
                <a:effectLst/>
                <a:uFillTx/>
                <a:latin typeface="Georgia Pro"/>
              </a:rPr>
              <a:t>Slide title; Georgia Pro 22pt regular, (2 lines)</a:t>
            </a:r>
            <a:endParaRPr b="0" lang="en-US" sz="2200" strike="noStrike" u="none">
              <a:solidFill>
                <a:srgbClr val="000000"/>
              </a:solidFill>
              <a:effectLst/>
              <a:uFillTx/>
              <a:latin typeface="Arial"/>
            </a:endParaRPr>
          </a:p>
        </p:txBody>
      </p:sp>
      <p:sp>
        <p:nvSpPr>
          <p:cNvPr id="239" name="PlaceHolder 2"/>
          <p:cNvSpPr>
            <a:spLocks noGrp="1"/>
          </p:cNvSpPr>
          <p:nvPr>
            <p:ph type="body"/>
          </p:nvPr>
        </p:nvSpPr>
        <p:spPr>
          <a:xfrm>
            <a:off x="468000" y="1265400"/>
            <a:ext cx="3839760" cy="4272840"/>
          </a:xfrm>
          <a:prstGeom prst="rect">
            <a:avLst/>
          </a:prstGeom>
          <a:noFill/>
          <a:ln w="0">
            <a:noFill/>
          </a:ln>
        </p:spPr>
        <p:txBody>
          <a:bodyPr lIns="0" rIns="0" tIns="0" bIns="0" anchor="t">
            <a:spAutoFit/>
          </a:bodyPr>
          <a:p>
            <a:pPr indent="0" defTabSz="914400">
              <a:lnSpc>
                <a:spcPct val="100000"/>
              </a:lnSpc>
              <a:buNone/>
              <a:tabLst>
                <a:tab algn="l" pos="0"/>
              </a:tabLst>
            </a:pPr>
            <a:r>
              <a:rPr b="0" lang="en-US" sz="1600" strike="noStrike" u="none">
                <a:solidFill>
                  <a:schemeClr val="dk1"/>
                </a:solidFill>
                <a:effectLst/>
                <a:uFillTx/>
                <a:latin typeface="Arial"/>
              </a:rPr>
              <a:t>Slide subtitle; Arial 16pt, sentence case (multi-line)</a:t>
            </a:r>
            <a:endParaRPr b="0" lang="en-US" sz="1600" strike="noStrike" u="none">
              <a:solidFill>
                <a:srgbClr val="000000"/>
              </a:solidFill>
              <a:effectLst/>
              <a:uFillTx/>
              <a:latin typeface="Arial"/>
            </a:endParaRPr>
          </a:p>
        </p:txBody>
      </p:sp>
      <p:pic>
        <p:nvPicPr>
          <p:cNvPr id="240" name="Optum Logo" descr="Optum"/>
          <p:cNvPicPr/>
          <p:nvPr/>
        </p:nvPicPr>
        <p:blipFill>
          <a:blip r:embed="rId4">
            <a:extLst>
              <a:ext uri="{96DAC541-7B7A-43D3-8B79-37D633B846F1}">
                <asvg:svgBlip xmlns:asvg="http://schemas.microsoft.com/office/drawing/2016/SVG/main" r:embed="rId5"/>
              </a:ext>
            </a:extLst>
          </a:blip>
          <a:stretch/>
        </p:blipFill>
        <p:spPr>
          <a:xfrm>
            <a:off x="461880" y="6343560"/>
            <a:ext cx="772200" cy="223200"/>
          </a:xfrm>
          <a:prstGeom prst="rect">
            <a:avLst/>
          </a:prstGeom>
          <a:noFill/>
          <a:ln w="0">
            <a:noFill/>
          </a:ln>
        </p:spPr>
      </p:pic>
      <p:sp>
        <p:nvSpPr>
          <p:cNvPr id="241" name="PlaceHolder 3"/>
          <p:cNvSpPr>
            <a:spLocks noGrp="1"/>
          </p:cNvSpPr>
          <p:nvPr>
            <p:ph type="dt" idx="58"/>
          </p:nvPr>
        </p:nvSpPr>
        <p:spPr>
          <a:xfrm>
            <a:off x="0" y="7170840"/>
            <a:ext cx="9136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r>
              <a:rPr b="0" lang="en-US" sz="200" strike="noStrike" u="none">
                <a:solidFill>
                  <a:schemeClr val="dk1"/>
                </a:solidFill>
                <a:effectLst/>
                <a:uFillTx/>
                <a:latin typeface="Arial"/>
              </a:rPr>
              <a:t>&lt;date/time&gt;</a:t>
            </a:r>
            <a:endParaRPr b="0" lang="en-US" sz="200" strike="noStrike" u="none">
              <a:solidFill>
                <a:srgbClr val="000000"/>
              </a:solidFill>
              <a:effectLst/>
              <a:uFillTx/>
              <a:latin typeface="Times New Roman"/>
            </a:endParaRPr>
          </a:p>
        </p:txBody>
      </p:sp>
      <p:sp>
        <p:nvSpPr>
          <p:cNvPr id="242" name="PlaceHolder 4"/>
          <p:cNvSpPr>
            <a:spLocks noGrp="1"/>
          </p:cNvSpPr>
          <p:nvPr>
            <p:ph type="ftr" idx="59"/>
          </p:nvPr>
        </p:nvSpPr>
        <p:spPr>
          <a:xfrm>
            <a:off x="0" y="7120440"/>
            <a:ext cx="11548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r>
              <a:rPr b="0" lang="en-US" sz="200" strike="noStrike" u="none">
                <a:solidFill>
                  <a:schemeClr val="dk1"/>
                </a:solidFill>
                <a:effectLst/>
                <a:uFillTx/>
                <a:latin typeface="Arial"/>
              </a:rPr>
              <a:t>&lt;footer&gt;</a:t>
            </a:r>
            <a:endParaRPr b="0" lang="en-US" sz="200" strike="noStrike" u="none">
              <a:solidFill>
                <a:srgbClr val="000000"/>
              </a:solidFill>
              <a:effectLst/>
              <a:uFillTx/>
              <a:latin typeface="Times New Roman"/>
            </a:endParaRPr>
          </a:p>
        </p:txBody>
      </p:sp>
      <p:sp>
        <p:nvSpPr>
          <p:cNvPr id="243" name="PlaceHolder 5"/>
          <p:cNvSpPr>
            <a:spLocks noGrp="1"/>
          </p:cNvSpPr>
          <p:nvPr>
            <p:ph type="sldNum" idx="60"/>
          </p:nvPr>
        </p:nvSpPr>
        <p:spPr>
          <a:xfrm>
            <a:off x="0" y="7221600"/>
            <a:ext cx="9136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fld id="{64097966-C4EA-4A78-98AB-7A96B312A430}" type="slidenum">
              <a:rPr b="0" lang="en-US" sz="200" strike="noStrike" u="none">
                <a:solidFill>
                  <a:schemeClr val="dk1"/>
                </a:solidFill>
                <a:effectLst/>
                <a:uFillTx/>
                <a:latin typeface="Arial"/>
              </a:rPr>
              <a:t>&lt;number&gt;</a:t>
            </a:fld>
            <a:endParaRPr b="0" lang="en-US" sz="200" strike="noStrike" u="none">
              <a:solidFill>
                <a:srgbClr val="000000"/>
              </a:solidFill>
              <a:effectLst/>
              <a:uFillTx/>
              <a:latin typeface="Times New Roman"/>
            </a:endParaRPr>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 Left Rail">
    <p:bg>
      <p:bgPr>
        <a:solidFill>
          <a:srgbClr val="faf8f2"/>
        </a:solidFill>
      </p:bgPr>
    </p:bg>
    <p:spTree>
      <p:nvGrpSpPr>
        <p:cNvPr id="1" name=""/>
        <p:cNvGrpSpPr/>
        <p:nvPr/>
      </p:nvGrpSpPr>
      <p:grpSpPr>
        <a:xfrm>
          <a:off x="0" y="0"/>
          <a:ext cx="0" cy="0"/>
          <a:chOff x="0" y="0"/>
          <a:chExt cx="0" cy="0"/>
        </a:xfrm>
      </p:grpSpPr>
      <p:pic>
        <p:nvPicPr>
          <p:cNvPr id="244" name="Optum Logo" descr="Optum"/>
          <p:cNvPicPr/>
          <p:nvPr/>
        </p:nvPicPr>
        <p:blipFill>
          <a:blip r:embed="rId2">
            <a:extLst>
              <a:ext uri="{96DAC541-7B7A-43D3-8B79-37D633B846F1}">
                <asvg:svgBlip xmlns:asvg="http://schemas.microsoft.com/office/drawing/2016/SVG/main" r:embed="rId3"/>
              </a:ext>
            </a:extLst>
          </a:blip>
          <a:stretch/>
        </p:blipFill>
        <p:spPr>
          <a:xfrm>
            <a:off x="461880" y="6343560"/>
            <a:ext cx="772200" cy="223200"/>
          </a:xfrm>
          <a:prstGeom prst="rect">
            <a:avLst/>
          </a:prstGeom>
          <a:noFill/>
          <a:ln w="0">
            <a:noFill/>
          </a:ln>
        </p:spPr>
      </p:pic>
      <p:sp>
        <p:nvSpPr>
          <p:cNvPr id="245" name="Page Number"/>
          <p:cNvSpPr/>
          <p:nvPr/>
        </p:nvSpPr>
        <p:spPr>
          <a:xfrm>
            <a:off x="11576160" y="6394320"/>
            <a:ext cx="156240" cy="15300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326596D1-355A-4F95-9B7C-DA53D0FF71FA}" type="slidenum">
              <a:rPr b="1" lang="en-US" sz="1000" strike="noStrike" u="none">
                <a:solidFill>
                  <a:schemeClr val="dk1"/>
                </a:solidFill>
                <a:effectLst/>
                <a:uFillTx/>
                <a:latin typeface="Arial"/>
              </a:rPr>
              <a:t>&lt;number&gt;</a:t>
            </a:fld>
            <a:endParaRPr b="0" lang="en-US" sz="1000" strike="noStrike" u="none">
              <a:solidFill>
                <a:srgbClr val="000000"/>
              </a:solidFill>
              <a:effectLst/>
              <a:uFillTx/>
              <a:latin typeface="Arial"/>
            </a:endParaRPr>
          </a:p>
        </p:txBody>
      </p:sp>
      <p:sp>
        <p:nvSpPr>
          <p:cNvPr id="246" name="Copyright"/>
          <p:cNvSpPr/>
          <p:nvPr/>
        </p:nvSpPr>
        <p:spPr>
          <a:xfrm>
            <a:off x="4699080" y="6431760"/>
            <a:ext cx="2793240" cy="10656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000000"/>
              </a:solidFill>
              <a:effectLst/>
              <a:uFillTx/>
              <a:latin typeface="Arial"/>
            </a:endParaRPr>
          </a:p>
        </p:txBody>
      </p:sp>
      <p:sp>
        <p:nvSpPr>
          <p:cNvPr id="247" name="White Background">
            <a:extLst>
              <a:ext uri="{C183D7F6-B498-43B3-948B-1728B52AA6E4}">
                <adec:decorative xmlns:adec="http://schemas.microsoft.com/office/drawing/2017/decorative" val="1"/>
              </a:ext>
            </a:extLst>
          </p:cNvPr>
          <p:cNvSpPr/>
          <p:nvPr/>
        </p:nvSpPr>
        <p:spPr>
          <a:xfrm flipH="1">
            <a:off x="-720" y="0"/>
            <a:ext cx="4640760" cy="6857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lIns="90000" rIns="90000" tIns="45000" bIns="45000"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cxnSp>
        <p:nvCxnSpPr>
          <p:cNvPr id="248" name="Stroke">
            <a:extLst>
              <a:ext uri="{C183D7F6-B498-43B3-948B-1728B52AA6E4}">
                <adec:decorative xmlns:adec="http://schemas.microsoft.com/office/drawing/2017/decorative" val="1"/>
              </a:ext>
            </a:extLst>
          </p:cNvPr>
          <p:cNvCxnSpPr/>
          <p:nvPr/>
        </p:nvCxnSpPr>
        <p:spPr>
          <a:xfrm>
            <a:off x="467640" y="410760"/>
            <a:ext cx="522720" cy="720"/>
          </a:xfrm>
          <a:prstGeom prst="straightConnector1">
            <a:avLst/>
          </a:prstGeom>
          <a:ln cap="rnd" w="38100">
            <a:solidFill>
              <a:srgbClr val="ff612b"/>
            </a:solidFill>
            <a:round/>
          </a:ln>
        </p:spPr>
      </p:cxnSp>
      <p:sp>
        <p:nvSpPr>
          <p:cNvPr id="249" name="PlaceHolder 1"/>
          <p:cNvSpPr>
            <a:spLocks noGrp="1"/>
          </p:cNvSpPr>
          <p:nvPr>
            <p:ph type="title"/>
          </p:nvPr>
        </p:nvSpPr>
        <p:spPr>
          <a:xfrm>
            <a:off x="468000" y="555480"/>
            <a:ext cx="3839760" cy="1827360"/>
          </a:xfrm>
          <a:prstGeom prst="rect">
            <a:avLst/>
          </a:prstGeom>
          <a:noFill/>
          <a:ln w="0">
            <a:noFill/>
          </a:ln>
        </p:spPr>
        <p:txBody>
          <a:bodyPr lIns="0" rIns="0" tIns="0" bIns="0" anchor="t">
            <a:noAutofit/>
          </a:bodyPr>
          <a:p>
            <a:pPr indent="0" defTabSz="914400">
              <a:lnSpc>
                <a:spcPct val="90000"/>
              </a:lnSpc>
              <a:buNone/>
              <a:tabLst>
                <a:tab algn="l" pos="0"/>
              </a:tabLst>
            </a:pPr>
            <a:r>
              <a:rPr b="0" lang="en-US" sz="2200" strike="noStrike" u="none">
                <a:solidFill>
                  <a:schemeClr val="dk1"/>
                </a:solidFill>
                <a:effectLst/>
                <a:uFillTx/>
                <a:latin typeface="Georgia Pro"/>
              </a:rPr>
              <a:t>Slide title; Georgia Pro 22pt, sentence case. This layout accommodates a slide title that extends downward.</a:t>
            </a:r>
            <a:br>
              <a:rPr sz="2200"/>
            </a:br>
            <a:br>
              <a:rPr sz="2200"/>
            </a:br>
            <a:r>
              <a:rPr b="0" lang="en-US" sz="2200" strike="noStrike" u="none">
                <a:solidFill>
                  <a:schemeClr val="dk1"/>
                </a:solidFill>
                <a:effectLst/>
                <a:uFillTx/>
                <a:latin typeface="Georgia Pro"/>
              </a:rPr>
              <a:t>(No max lines)</a:t>
            </a:r>
            <a:endParaRPr b="0" lang="en-US" sz="2200" strike="noStrike" u="none">
              <a:solidFill>
                <a:srgbClr val="000000"/>
              </a:solidFill>
              <a:effectLst/>
              <a:uFillTx/>
              <a:latin typeface="Arial"/>
            </a:endParaRPr>
          </a:p>
        </p:txBody>
      </p:sp>
      <p:sp>
        <p:nvSpPr>
          <p:cNvPr id="250" name="PlaceHolder 2"/>
          <p:cNvSpPr>
            <a:spLocks noGrp="1"/>
          </p:cNvSpPr>
          <p:nvPr>
            <p:ph type="body"/>
          </p:nvPr>
        </p:nvSpPr>
        <p:spPr>
          <a:xfrm>
            <a:off x="5373000" y="555480"/>
            <a:ext cx="5870520" cy="5438160"/>
          </a:xfrm>
          <a:prstGeom prst="rect">
            <a:avLst/>
          </a:prstGeom>
          <a:noFill/>
          <a:ln w="0">
            <a:noFill/>
          </a:ln>
        </p:spPr>
        <p:txBody>
          <a:bodyPr lIns="0" rIns="0" tIns="0" bIns="0" anchor="t">
            <a:noAutofit/>
          </a:bodyPr>
          <a:p>
            <a:pPr indent="0" defTabSz="914400">
              <a:lnSpc>
                <a:spcPct val="100000"/>
              </a:lnSpc>
              <a:spcBef>
                <a:spcPts val="601"/>
              </a:spcBef>
              <a:buNone/>
              <a:tabLst>
                <a:tab algn="l" pos="0"/>
              </a:tabLst>
            </a:pPr>
            <a:r>
              <a:rPr b="0" lang="en-US" sz="1600" strike="noStrike" u="none">
                <a:solidFill>
                  <a:schemeClr val="dk1"/>
                </a:solidFill>
                <a:effectLst/>
                <a:uFillTx/>
                <a:latin typeface="Arial"/>
              </a:rPr>
              <a:t>Click to type text. To activate sub-level formatting, place cursor at beginning of text/line and hit tab or shift tab. Click icon for chart or table.</a:t>
            </a:r>
            <a:endParaRPr b="0" lang="en-US" sz="1600" strike="noStrike" u="none">
              <a:solidFill>
                <a:srgbClr val="000000"/>
              </a:solidFill>
              <a:effectLst/>
              <a:uFillTx/>
              <a:latin typeface="Arial"/>
            </a:endParaRPr>
          </a:p>
          <a:p>
            <a:pPr lvl="1" marL="171360" indent="-171360" defTabSz="914400">
              <a:lnSpc>
                <a:spcPct val="100000"/>
              </a:lnSpc>
              <a:spcBef>
                <a:spcPts val="601"/>
              </a:spcBef>
              <a:buClr>
                <a:srgbClr val="3d3c38"/>
              </a:buClr>
              <a:buFont typeface="Arial"/>
              <a:buChar char="•"/>
              <a:tabLst>
                <a:tab algn="l" pos="0"/>
              </a:tabLst>
            </a:pPr>
            <a:r>
              <a:rPr b="0" lang="en-US" sz="1600" strike="noStrike" u="none">
                <a:solidFill>
                  <a:schemeClr val="dk1"/>
                </a:solidFill>
                <a:effectLst/>
                <a:uFillTx/>
                <a:latin typeface="Arial"/>
              </a:rPr>
              <a:t>Second level</a:t>
            </a:r>
            <a:endParaRPr b="0" lang="en-US" sz="1600" strike="noStrike" u="none">
              <a:solidFill>
                <a:srgbClr val="000000"/>
              </a:solidFill>
              <a:effectLst/>
              <a:uFillTx/>
              <a:latin typeface="Arial"/>
            </a:endParaRPr>
          </a:p>
          <a:p>
            <a:pPr marL="171360" indent="0" defTabSz="914400">
              <a:lnSpc>
                <a:spcPct val="100000"/>
              </a:lnSpc>
              <a:spcBef>
                <a:spcPts val="601"/>
              </a:spcBef>
              <a:buNone/>
              <a:tabLst>
                <a:tab algn="l" pos="0"/>
              </a:tabLst>
            </a:pPr>
            <a:r>
              <a:rPr b="0" lang="en-US" sz="1600" strike="noStrike" u="none">
                <a:solidFill>
                  <a:schemeClr val="dk1"/>
                </a:solidFill>
                <a:effectLst/>
                <a:uFillTx/>
                <a:latin typeface="Arial"/>
              </a:rPr>
              <a:t>Third level</a:t>
            </a:r>
            <a:endParaRPr b="0" lang="en-US" sz="1600" strike="noStrike" u="none">
              <a:solidFill>
                <a:srgbClr val="000000"/>
              </a:solidFill>
              <a:effectLst/>
              <a:uFillTx/>
              <a:latin typeface="Arial"/>
            </a:endParaRPr>
          </a:p>
          <a:p>
            <a:pPr lvl="3" marL="399960" indent="-228600" defTabSz="914400">
              <a:lnSpc>
                <a:spcPct val="100000"/>
              </a:lnSpc>
              <a:spcBef>
                <a:spcPts val="601"/>
              </a:spcBef>
              <a:buClr>
                <a:srgbClr val="3d3c38"/>
              </a:buClr>
              <a:buFont typeface="Arial"/>
              <a:buChar char="–"/>
              <a:tabLst>
                <a:tab algn="l" pos="0"/>
              </a:tabLst>
            </a:pPr>
            <a:r>
              <a:rPr b="0" lang="en-US" sz="1600" strike="noStrike" u="none">
                <a:solidFill>
                  <a:schemeClr val="dk1"/>
                </a:solidFill>
                <a:effectLst/>
                <a:uFillTx/>
                <a:latin typeface="Arial"/>
              </a:rPr>
              <a:t>Fourth level</a:t>
            </a:r>
            <a:endParaRPr b="0" lang="en-US" sz="1600" strike="noStrike" u="none">
              <a:solidFill>
                <a:srgbClr val="000000"/>
              </a:solidFill>
              <a:effectLst/>
              <a:uFillTx/>
              <a:latin typeface="Arial"/>
            </a:endParaRPr>
          </a:p>
          <a:p>
            <a:pPr lvl="4" marL="571680" indent="-171360" defTabSz="914400">
              <a:lnSpc>
                <a:spcPct val="100000"/>
              </a:lnSpc>
              <a:spcBef>
                <a:spcPts val="601"/>
              </a:spcBef>
              <a:buClr>
                <a:srgbClr val="3d3c38"/>
              </a:buClr>
              <a:buFont typeface="Arial"/>
              <a:buChar char="•"/>
              <a:tabLst>
                <a:tab algn="l" pos="0"/>
              </a:tabLst>
            </a:pPr>
            <a:r>
              <a:rPr b="0" lang="en-US" sz="1400" strike="noStrike" u="none">
                <a:solidFill>
                  <a:schemeClr val="dk1"/>
                </a:solidFill>
                <a:effectLst/>
                <a:uFillTx/>
                <a:latin typeface="Arial"/>
              </a:rPr>
              <a:t>Fifth level</a:t>
            </a:r>
            <a:endParaRPr b="0" lang="en-US" sz="1400" strike="noStrike" u="none">
              <a:solidFill>
                <a:srgbClr val="000000"/>
              </a:solidFill>
              <a:effectLst/>
              <a:uFillTx/>
              <a:latin typeface="Arial"/>
            </a:endParaRPr>
          </a:p>
        </p:txBody>
      </p:sp>
      <p:pic>
        <p:nvPicPr>
          <p:cNvPr id="251" name="Optum Logo" descr="Optum"/>
          <p:cNvPicPr/>
          <p:nvPr/>
        </p:nvPicPr>
        <p:blipFill>
          <a:blip r:embed="rId4">
            <a:extLst>
              <a:ext uri="{96DAC541-7B7A-43D3-8B79-37D633B846F1}">
                <asvg:svgBlip xmlns:asvg="http://schemas.microsoft.com/office/drawing/2016/SVG/main" r:embed="rId5"/>
              </a:ext>
            </a:extLst>
          </a:blip>
          <a:stretch/>
        </p:blipFill>
        <p:spPr>
          <a:xfrm>
            <a:off x="461880" y="6343560"/>
            <a:ext cx="772200" cy="223200"/>
          </a:xfrm>
          <a:prstGeom prst="rect">
            <a:avLst/>
          </a:prstGeom>
          <a:noFill/>
          <a:ln w="0">
            <a:noFill/>
          </a:ln>
        </p:spPr>
      </p:pic>
      <p:sp>
        <p:nvSpPr>
          <p:cNvPr id="252" name="PlaceHolder 3"/>
          <p:cNvSpPr>
            <a:spLocks noGrp="1"/>
          </p:cNvSpPr>
          <p:nvPr>
            <p:ph type="dt" idx="61"/>
          </p:nvPr>
        </p:nvSpPr>
        <p:spPr>
          <a:xfrm>
            <a:off x="0" y="7170840"/>
            <a:ext cx="9136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r>
              <a:rPr b="0" lang="en-US" sz="200" strike="noStrike" u="none">
                <a:solidFill>
                  <a:schemeClr val="dk1"/>
                </a:solidFill>
                <a:effectLst/>
                <a:uFillTx/>
                <a:latin typeface="Arial"/>
              </a:rPr>
              <a:t>&lt;date/time&gt;</a:t>
            </a:r>
            <a:endParaRPr b="0" lang="en-US" sz="200" strike="noStrike" u="none">
              <a:solidFill>
                <a:srgbClr val="000000"/>
              </a:solidFill>
              <a:effectLst/>
              <a:uFillTx/>
              <a:latin typeface="Times New Roman"/>
            </a:endParaRPr>
          </a:p>
        </p:txBody>
      </p:sp>
      <p:sp>
        <p:nvSpPr>
          <p:cNvPr id="253" name="PlaceHolder 4"/>
          <p:cNvSpPr>
            <a:spLocks noGrp="1"/>
          </p:cNvSpPr>
          <p:nvPr>
            <p:ph type="ftr" idx="62"/>
          </p:nvPr>
        </p:nvSpPr>
        <p:spPr>
          <a:xfrm>
            <a:off x="0" y="7120440"/>
            <a:ext cx="11548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r>
              <a:rPr b="0" lang="en-US" sz="200" strike="noStrike" u="none">
                <a:solidFill>
                  <a:schemeClr val="dk1"/>
                </a:solidFill>
                <a:effectLst/>
                <a:uFillTx/>
                <a:latin typeface="Arial"/>
              </a:rPr>
              <a:t>&lt;footer&gt;</a:t>
            </a:r>
            <a:endParaRPr b="0" lang="en-US" sz="200" strike="noStrike" u="none">
              <a:solidFill>
                <a:srgbClr val="000000"/>
              </a:solidFill>
              <a:effectLst/>
              <a:uFillTx/>
              <a:latin typeface="Times New Roman"/>
            </a:endParaRPr>
          </a:p>
        </p:txBody>
      </p:sp>
      <p:sp>
        <p:nvSpPr>
          <p:cNvPr id="254" name="PlaceHolder 5"/>
          <p:cNvSpPr>
            <a:spLocks noGrp="1"/>
          </p:cNvSpPr>
          <p:nvPr>
            <p:ph type="sldNum" idx="63"/>
          </p:nvPr>
        </p:nvSpPr>
        <p:spPr>
          <a:xfrm>
            <a:off x="0" y="7221600"/>
            <a:ext cx="9136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fld id="{62B77F22-C9B7-497B-B7D4-31CFE28A7362}" type="slidenum">
              <a:rPr b="0" lang="en-US" sz="200" strike="noStrike" u="none">
                <a:solidFill>
                  <a:schemeClr val="dk1"/>
                </a:solidFill>
                <a:effectLst/>
                <a:uFillTx/>
                <a:latin typeface="Arial"/>
              </a:rPr>
              <a:t>&lt;number&gt;</a:t>
            </a:fld>
            <a:endParaRPr b="0" lang="en-US" sz="200" strike="noStrike" u="none">
              <a:solidFill>
                <a:srgbClr val="000000"/>
              </a:solidFill>
              <a:effectLst/>
              <a:uFillTx/>
              <a:latin typeface="Times New Roman"/>
            </a:endParaRP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   *   ">
    <p:bg>
      <p:bgPr>
        <a:solidFill>
          <a:srgbClr val="ffffff"/>
        </a:solidFill>
      </p:bgPr>
    </p:bg>
    <p:spTree>
      <p:nvGrpSpPr>
        <p:cNvPr id="1" name=""/>
        <p:cNvGrpSpPr/>
        <p:nvPr/>
      </p:nvGrpSpPr>
      <p:grpSpPr>
        <a:xfrm>
          <a:off x="0" y="0"/>
          <a:ext cx="0" cy="0"/>
          <a:chOff x="0" y="0"/>
          <a:chExt cx="0" cy="0"/>
        </a:xfrm>
      </p:grpSpPr>
      <p:pic>
        <p:nvPicPr>
          <p:cNvPr id="255" name="Optum Logo" descr="Optum"/>
          <p:cNvPicPr/>
          <p:nvPr/>
        </p:nvPicPr>
        <p:blipFill>
          <a:blip r:embed="rId2">
            <a:extLst>
              <a:ext uri="{96DAC541-7B7A-43D3-8B79-37D633B846F1}">
                <asvg:svgBlip xmlns:asvg="http://schemas.microsoft.com/office/drawing/2016/SVG/main" r:embed="rId3"/>
              </a:ext>
            </a:extLst>
          </a:blip>
          <a:stretch/>
        </p:blipFill>
        <p:spPr>
          <a:xfrm>
            <a:off x="461880" y="6343560"/>
            <a:ext cx="772200" cy="223200"/>
          </a:xfrm>
          <a:prstGeom prst="rect">
            <a:avLst/>
          </a:prstGeom>
          <a:noFill/>
          <a:ln w="0">
            <a:noFill/>
          </a:ln>
        </p:spPr>
      </p:pic>
      <p:sp>
        <p:nvSpPr>
          <p:cNvPr id="256" name="Page Number" hidden="1"/>
          <p:cNvSpPr/>
          <p:nvPr/>
        </p:nvSpPr>
        <p:spPr>
          <a:xfrm>
            <a:off x="11576160" y="6394320"/>
            <a:ext cx="156240" cy="15300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E41418EC-2EC0-42A8-8581-A5DF9AE52AF8}" type="slidenum">
              <a:rPr b="1" lang="en-US" sz="1000" strike="noStrike" u="none">
                <a:solidFill>
                  <a:schemeClr val="dk1"/>
                </a:solidFill>
                <a:effectLst/>
                <a:uFillTx/>
                <a:latin typeface="Arial"/>
              </a:rPr>
              <a:t>&lt;number&gt;</a:t>
            </a:fld>
            <a:endParaRPr b="0" lang="en-US" sz="1000" strike="noStrike" u="none">
              <a:solidFill>
                <a:srgbClr val="000000"/>
              </a:solidFill>
              <a:effectLst/>
              <a:uFillTx/>
              <a:latin typeface="Arial"/>
            </a:endParaRPr>
          </a:p>
        </p:txBody>
      </p:sp>
      <p:sp>
        <p:nvSpPr>
          <p:cNvPr id="257" name="Copyright" hidden="1"/>
          <p:cNvSpPr/>
          <p:nvPr/>
        </p:nvSpPr>
        <p:spPr>
          <a:xfrm>
            <a:off x="4699080" y="6431760"/>
            <a:ext cx="2793240" cy="10656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000000"/>
              </a:solidFill>
              <a:effectLst/>
              <a:uFillTx/>
              <a:latin typeface="Arial"/>
            </a:endParaRPr>
          </a:p>
        </p:txBody>
      </p:sp>
      <p:cxnSp>
        <p:nvCxnSpPr>
          <p:cNvPr id="258" name="Straight Connector 2">
            <a:extLst>
              <a:ext uri="{C183D7F6-B498-43B3-948B-1728B52AA6E4}">
                <adec:decorative xmlns:adec="http://schemas.microsoft.com/office/drawing/2017/decorative" val="1"/>
              </a:ext>
            </a:extLst>
          </p:cNvPr>
          <p:cNvCxnSpPr/>
          <p:nvPr/>
        </p:nvCxnSpPr>
        <p:spPr>
          <a:xfrm>
            <a:off x="6095880" y="682560"/>
            <a:ext cx="720" cy="5493240"/>
          </a:xfrm>
          <a:prstGeom prst="straightConnector1">
            <a:avLst/>
          </a:prstGeom>
          <a:ln cap="rnd" w="381000">
            <a:solidFill>
              <a:srgbClr val="7030a0"/>
            </a:solidFill>
            <a:round/>
          </a:ln>
        </p:spPr>
      </p:cxn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ver 02">
    <p:bg>
      <p:bgPr>
        <a:solidFill>
          <a:schemeClr val="lt2"/>
        </a:solidFill>
      </p:bgPr>
    </p:bg>
    <p:spTree>
      <p:nvGrpSpPr>
        <p:cNvPr id="1" name=""/>
        <p:cNvGrpSpPr/>
        <p:nvPr/>
      </p:nvGrpSpPr>
      <p:grpSpPr>
        <a:xfrm>
          <a:off x="0" y="0"/>
          <a:ext cx="0" cy="0"/>
          <a:chOff x="0" y="0"/>
          <a:chExt cx="0" cy="0"/>
        </a:xfrm>
      </p:grpSpPr>
      <p:pic>
        <p:nvPicPr>
          <p:cNvPr id="259" name="Optum Logo" descr="Optum"/>
          <p:cNvPicPr/>
          <p:nvPr/>
        </p:nvPicPr>
        <p:blipFill>
          <a:blip r:embed="rId2">
            <a:extLst>
              <a:ext uri="{96DAC541-7B7A-43D3-8B79-37D633B846F1}">
                <asvg:svgBlip xmlns:asvg="http://schemas.microsoft.com/office/drawing/2016/SVG/main" r:embed="rId3"/>
              </a:ext>
            </a:extLst>
          </a:blip>
          <a:stretch/>
        </p:blipFill>
        <p:spPr>
          <a:xfrm>
            <a:off x="461880" y="6343560"/>
            <a:ext cx="772200" cy="223200"/>
          </a:xfrm>
          <a:prstGeom prst="rect">
            <a:avLst/>
          </a:prstGeom>
          <a:noFill/>
          <a:ln w="0">
            <a:noFill/>
          </a:ln>
        </p:spPr>
      </p:pic>
      <p:sp>
        <p:nvSpPr>
          <p:cNvPr id="260" name="Page Number" hidden="1"/>
          <p:cNvSpPr/>
          <p:nvPr/>
        </p:nvSpPr>
        <p:spPr>
          <a:xfrm>
            <a:off x="11576160" y="6394320"/>
            <a:ext cx="156240" cy="15300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2188CE46-24F3-42F5-AB1C-C16346A0958D}" type="slidenum">
              <a:rPr b="1" lang="en-US" sz="1000" strike="noStrike" u="none">
                <a:solidFill>
                  <a:schemeClr val="dk1"/>
                </a:solidFill>
                <a:effectLst/>
                <a:uFillTx/>
                <a:latin typeface="Arial"/>
              </a:rPr>
              <a:t>&lt;number&gt;</a:t>
            </a:fld>
            <a:endParaRPr b="0" lang="en-US" sz="1000" strike="noStrike" u="none">
              <a:solidFill>
                <a:srgbClr val="000000"/>
              </a:solidFill>
              <a:effectLst/>
              <a:uFillTx/>
              <a:latin typeface="Arial"/>
            </a:endParaRPr>
          </a:p>
        </p:txBody>
      </p:sp>
      <p:sp>
        <p:nvSpPr>
          <p:cNvPr id="261" name="Copyright" hidden="1"/>
          <p:cNvSpPr/>
          <p:nvPr/>
        </p:nvSpPr>
        <p:spPr>
          <a:xfrm>
            <a:off x="4699080" y="6431760"/>
            <a:ext cx="2793240" cy="10656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000000"/>
              </a:solidFill>
              <a:effectLst/>
              <a:uFillTx/>
              <a:latin typeface="Arial"/>
            </a:endParaRPr>
          </a:p>
        </p:txBody>
      </p:sp>
      <p:grpSp>
        <p:nvGrpSpPr>
          <p:cNvPr id="262" name="Stadiums and circles">
            <a:extLst>
              <a:ext uri="{C183D7F6-B498-43B3-948B-1728B52AA6E4}">
                <adec:decorative xmlns:adec="http://schemas.microsoft.com/office/drawing/2017/decorative" val="1"/>
              </a:ext>
            </a:extLst>
          </p:cNvPr>
          <p:cNvGrpSpPr/>
          <p:nvPr/>
        </p:nvGrpSpPr>
        <p:grpSpPr>
          <a:xfrm>
            <a:off x="0" y="0"/>
            <a:ext cx="11220120" cy="5920560"/>
            <a:chOff x="0" y="0"/>
            <a:chExt cx="11220120" cy="5920560"/>
          </a:xfrm>
        </p:grpSpPr>
        <p:sp>
          <p:nvSpPr>
            <p:cNvPr id="263" name="Oval 4"/>
            <p:cNvSpPr/>
            <p:nvPr/>
          </p:nvSpPr>
          <p:spPr>
            <a:xfrm>
              <a:off x="9559440" y="4259880"/>
              <a:ext cx="1660680" cy="166068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lIns="90000" rIns="90000" tIns="45000" bIns="45000"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264" name="Oval 8"/>
            <p:cNvSpPr/>
            <p:nvPr/>
          </p:nvSpPr>
          <p:spPr>
            <a:xfrm>
              <a:off x="7898040" y="4259880"/>
              <a:ext cx="1660680" cy="166068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lIns="90000" rIns="90000" tIns="45000" bIns="45000"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265" name="Oval 10"/>
            <p:cNvSpPr/>
            <p:nvPr/>
          </p:nvSpPr>
          <p:spPr>
            <a:xfrm>
              <a:off x="6236280" y="4259880"/>
              <a:ext cx="1660680" cy="166068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lIns="90000" rIns="90000" tIns="45000" bIns="45000"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266" name="Oval 11"/>
            <p:cNvSpPr/>
            <p:nvPr/>
          </p:nvSpPr>
          <p:spPr>
            <a:xfrm>
              <a:off x="4574880" y="4259880"/>
              <a:ext cx="1660680" cy="166068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lIns="90000" rIns="90000" tIns="45000" bIns="45000"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267" name="Oval 12"/>
            <p:cNvSpPr/>
            <p:nvPr/>
          </p:nvSpPr>
          <p:spPr>
            <a:xfrm>
              <a:off x="2913480" y="4259880"/>
              <a:ext cx="1660680" cy="166068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lIns="90000" rIns="90000" tIns="45000" bIns="45000"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268" name="Oval 18"/>
            <p:cNvSpPr/>
            <p:nvPr/>
          </p:nvSpPr>
          <p:spPr>
            <a:xfrm>
              <a:off x="1252080" y="4259880"/>
              <a:ext cx="1660680" cy="166068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lIns="90000" rIns="90000" tIns="45000" bIns="45000"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269" name="Freeform: Shape 20"/>
            <p:cNvSpPr/>
            <p:nvPr/>
          </p:nvSpPr>
          <p:spPr>
            <a:xfrm>
              <a:off x="0" y="4259880"/>
              <a:ext cx="1251360" cy="1660680"/>
            </a:xfrm>
            <a:custGeom>
              <a:avLst/>
              <a:gdLst>
                <a:gd name="textAreaLeft" fmla="*/ 0 w 1251360"/>
                <a:gd name="textAreaRight" fmla="*/ 1252080 w 1251360"/>
                <a:gd name="textAreaTop" fmla="*/ 0 h 1660680"/>
                <a:gd name="textAreaBottom" fmla="*/ 1661400 h 1660680"/>
                <a:gd name="GluePoint1X" fmla="*/ 421341 w 1252071"/>
                <a:gd name="GluePoint1Y" fmla="*/ 0 h 1661460"/>
                <a:gd name="GluePoint2X" fmla="*/ 1252071 w 1252071"/>
                <a:gd name="GluePoint2Y" fmla="*/ 830730 h 1661460"/>
                <a:gd name="GluePoint3X" fmla="*/ 421341 w 1252071"/>
                <a:gd name="GluePoint3Y" fmla="*/ 1661460 h 1661460"/>
                <a:gd name="GluePoint4X" fmla="*/ 97983 w 1252071"/>
                <a:gd name="GluePoint4Y" fmla="*/ 1596177 h 1661460"/>
                <a:gd name="GluePoint5X" fmla="*/ 0 w 1252071"/>
                <a:gd name="GluePoint5Y" fmla="*/ 1542994 h 1661460"/>
                <a:gd name="GluePoint6X" fmla="*/ 0 w 1252071"/>
                <a:gd name="GluePoint6Y" fmla="*/ 118467 h 1661460"/>
                <a:gd name="GluePoint7X" fmla="*/ 97983 w 1252071"/>
                <a:gd name="GluePoint7Y" fmla="*/ 65283 h 1661460"/>
                <a:gd name="GluePoint8X" fmla="*/ 421341 w 1252071"/>
                <a:gd name="GluePoint8Y" fmla="*/ 0 h 166146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252071" h="1661460">
                  <a:moveTo>
                    <a:pt x="421341" y="0"/>
                  </a:moveTo>
                  <a:cubicBezTo>
                    <a:pt x="880141" y="0"/>
                    <a:pt x="1252071" y="371930"/>
                    <a:pt x="1252071" y="830730"/>
                  </a:cubicBezTo>
                  <a:cubicBezTo>
                    <a:pt x="1252071" y="1289530"/>
                    <a:pt x="880141" y="1661460"/>
                    <a:pt x="421341" y="1661460"/>
                  </a:cubicBezTo>
                  <a:cubicBezTo>
                    <a:pt x="306641" y="1661460"/>
                    <a:pt x="197370" y="1638215"/>
                    <a:pt x="97983" y="1596177"/>
                  </a:cubicBezTo>
                  <a:lnTo>
                    <a:pt x="0" y="1542994"/>
                  </a:lnTo>
                  <a:lnTo>
                    <a:pt x="0" y="118467"/>
                  </a:lnTo>
                  <a:lnTo>
                    <a:pt x="97983" y="65283"/>
                  </a:lnTo>
                  <a:cubicBezTo>
                    <a:pt x="197370" y="23246"/>
                    <a:pt x="306641" y="0"/>
                    <a:pt x="42134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lIns="90000" rIns="90000" tIns="45000" bIns="45000"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270" name="Oval 21"/>
            <p:cNvSpPr/>
            <p:nvPr/>
          </p:nvSpPr>
          <p:spPr>
            <a:xfrm>
              <a:off x="9559440" y="2598120"/>
              <a:ext cx="1660680" cy="166068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lIns="90000" rIns="90000" tIns="45000" bIns="45000"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271" name="Oval 22"/>
            <p:cNvSpPr/>
            <p:nvPr/>
          </p:nvSpPr>
          <p:spPr>
            <a:xfrm>
              <a:off x="7898040" y="2598120"/>
              <a:ext cx="1660680" cy="166068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lIns="90000" rIns="90000" tIns="45000" bIns="45000"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272" name="Oval 23"/>
            <p:cNvSpPr/>
            <p:nvPr/>
          </p:nvSpPr>
          <p:spPr>
            <a:xfrm>
              <a:off x="6236280" y="2598120"/>
              <a:ext cx="1660680" cy="166068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lIns="90000" rIns="90000" tIns="45000" bIns="45000"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273" name="Oval 24"/>
            <p:cNvSpPr/>
            <p:nvPr/>
          </p:nvSpPr>
          <p:spPr>
            <a:xfrm>
              <a:off x="4574880" y="2598120"/>
              <a:ext cx="1660680" cy="166068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lIns="90000" rIns="90000" tIns="45000" bIns="45000"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274" name="Oval 25"/>
            <p:cNvSpPr/>
            <p:nvPr/>
          </p:nvSpPr>
          <p:spPr>
            <a:xfrm>
              <a:off x="2913480" y="2598120"/>
              <a:ext cx="1660680" cy="166068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lIns="90000" rIns="90000" tIns="45000" bIns="45000"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275" name="Oval 26"/>
            <p:cNvSpPr/>
            <p:nvPr/>
          </p:nvSpPr>
          <p:spPr>
            <a:xfrm>
              <a:off x="1252080" y="2598120"/>
              <a:ext cx="1660680" cy="166068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lIns="90000" rIns="90000" tIns="45000" bIns="45000"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276" name="Freeform: Shape 27"/>
            <p:cNvSpPr/>
            <p:nvPr/>
          </p:nvSpPr>
          <p:spPr>
            <a:xfrm>
              <a:off x="0" y="2598120"/>
              <a:ext cx="1251360" cy="1660680"/>
            </a:xfrm>
            <a:custGeom>
              <a:avLst/>
              <a:gdLst>
                <a:gd name="textAreaLeft" fmla="*/ 0 w 1251360"/>
                <a:gd name="textAreaRight" fmla="*/ 1252080 w 1251360"/>
                <a:gd name="textAreaTop" fmla="*/ 0 h 1660680"/>
                <a:gd name="textAreaBottom" fmla="*/ 1661400 h 1660680"/>
                <a:gd name="GluePoint1X" fmla="*/ 421341 w 1252071"/>
                <a:gd name="GluePoint1Y" fmla="*/ 0 h 1661460"/>
                <a:gd name="GluePoint2X" fmla="*/ 1252071 w 1252071"/>
                <a:gd name="GluePoint2Y" fmla="*/ 830730 h 1661460"/>
                <a:gd name="GluePoint3X" fmla="*/ 421341 w 1252071"/>
                <a:gd name="GluePoint3Y" fmla="*/ 1661460 h 1661460"/>
                <a:gd name="GluePoint4X" fmla="*/ 97983 w 1252071"/>
                <a:gd name="GluePoint4Y" fmla="*/ 1596177 h 1661460"/>
                <a:gd name="GluePoint5X" fmla="*/ 0 w 1252071"/>
                <a:gd name="GluePoint5Y" fmla="*/ 1542994 h 1661460"/>
                <a:gd name="GluePoint6X" fmla="*/ 0 w 1252071"/>
                <a:gd name="GluePoint6Y" fmla="*/ 118466 h 1661460"/>
                <a:gd name="GluePoint7X" fmla="*/ 97983 w 1252071"/>
                <a:gd name="GluePoint7Y" fmla="*/ 65283 h 1661460"/>
                <a:gd name="GluePoint8X" fmla="*/ 421341 w 1252071"/>
                <a:gd name="GluePoint8Y" fmla="*/ 0 h 166146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252071" h="1661460">
                  <a:moveTo>
                    <a:pt x="421341" y="0"/>
                  </a:moveTo>
                  <a:cubicBezTo>
                    <a:pt x="880141" y="0"/>
                    <a:pt x="1252071" y="371930"/>
                    <a:pt x="1252071" y="830730"/>
                  </a:cubicBezTo>
                  <a:cubicBezTo>
                    <a:pt x="1252071" y="1289530"/>
                    <a:pt x="880141" y="1661460"/>
                    <a:pt x="421341" y="1661460"/>
                  </a:cubicBezTo>
                  <a:cubicBezTo>
                    <a:pt x="306641" y="1661460"/>
                    <a:pt x="197370" y="1638215"/>
                    <a:pt x="97983" y="1596177"/>
                  </a:cubicBezTo>
                  <a:lnTo>
                    <a:pt x="0" y="1542994"/>
                  </a:lnTo>
                  <a:lnTo>
                    <a:pt x="0" y="118466"/>
                  </a:lnTo>
                  <a:lnTo>
                    <a:pt x="97983" y="65283"/>
                  </a:lnTo>
                  <a:cubicBezTo>
                    <a:pt x="197370" y="23246"/>
                    <a:pt x="306641" y="0"/>
                    <a:pt x="42134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lIns="90000" rIns="90000" tIns="45000" bIns="45000"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277" name="Oval 28"/>
            <p:cNvSpPr/>
            <p:nvPr/>
          </p:nvSpPr>
          <p:spPr>
            <a:xfrm>
              <a:off x="9559440" y="936720"/>
              <a:ext cx="1660680" cy="166068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lIns="90000" rIns="90000" tIns="45000" bIns="45000"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278" name="Oval 29"/>
            <p:cNvSpPr/>
            <p:nvPr/>
          </p:nvSpPr>
          <p:spPr>
            <a:xfrm>
              <a:off x="7898040" y="936720"/>
              <a:ext cx="1660680" cy="166068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lIns="90000" rIns="90000" tIns="45000" bIns="45000"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279" name="Oval 30"/>
            <p:cNvSpPr/>
            <p:nvPr/>
          </p:nvSpPr>
          <p:spPr>
            <a:xfrm>
              <a:off x="6236280" y="936720"/>
              <a:ext cx="1660680" cy="166068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lIns="90000" rIns="90000" tIns="45000" bIns="45000"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280" name="Oval 31"/>
            <p:cNvSpPr/>
            <p:nvPr/>
          </p:nvSpPr>
          <p:spPr>
            <a:xfrm>
              <a:off x="4574880" y="936720"/>
              <a:ext cx="1660680" cy="166068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lIns="90000" rIns="90000" tIns="45000" bIns="45000"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281" name="Oval 32"/>
            <p:cNvSpPr/>
            <p:nvPr/>
          </p:nvSpPr>
          <p:spPr>
            <a:xfrm>
              <a:off x="2913480" y="936720"/>
              <a:ext cx="1660680" cy="166068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lIns="90000" rIns="90000" tIns="45000" bIns="45000"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282" name="Oval 33"/>
            <p:cNvSpPr/>
            <p:nvPr/>
          </p:nvSpPr>
          <p:spPr>
            <a:xfrm>
              <a:off x="1252080" y="936720"/>
              <a:ext cx="1660680" cy="166068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lIns="90000" rIns="90000" tIns="45000" bIns="45000"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283" name="Freeform: Shape 34"/>
            <p:cNvSpPr/>
            <p:nvPr/>
          </p:nvSpPr>
          <p:spPr>
            <a:xfrm>
              <a:off x="0" y="936720"/>
              <a:ext cx="1251360" cy="1660680"/>
            </a:xfrm>
            <a:custGeom>
              <a:avLst/>
              <a:gdLst>
                <a:gd name="textAreaLeft" fmla="*/ 0 w 1251360"/>
                <a:gd name="textAreaRight" fmla="*/ 1252080 w 1251360"/>
                <a:gd name="textAreaTop" fmla="*/ 0 h 1660680"/>
                <a:gd name="textAreaBottom" fmla="*/ 1661400 h 1660680"/>
                <a:gd name="GluePoint1X" fmla="*/ 421341 w 1252071"/>
                <a:gd name="GluePoint1Y" fmla="*/ 0 h 1661460"/>
                <a:gd name="GluePoint2X" fmla="*/ 1252071 w 1252071"/>
                <a:gd name="GluePoint2Y" fmla="*/ 830730 h 1661460"/>
                <a:gd name="GluePoint3X" fmla="*/ 421341 w 1252071"/>
                <a:gd name="GluePoint3Y" fmla="*/ 1661460 h 1661460"/>
                <a:gd name="GluePoint4X" fmla="*/ 97983 w 1252071"/>
                <a:gd name="GluePoint4Y" fmla="*/ 1596177 h 1661460"/>
                <a:gd name="GluePoint5X" fmla="*/ 0 w 1252071"/>
                <a:gd name="GluePoint5Y" fmla="*/ 1542994 h 1661460"/>
                <a:gd name="GluePoint6X" fmla="*/ 0 w 1252071"/>
                <a:gd name="GluePoint6Y" fmla="*/ 118466 h 1661460"/>
                <a:gd name="GluePoint7X" fmla="*/ 97983 w 1252071"/>
                <a:gd name="GluePoint7Y" fmla="*/ 65283 h 1661460"/>
                <a:gd name="GluePoint8X" fmla="*/ 421341 w 1252071"/>
                <a:gd name="GluePoint8Y" fmla="*/ 0 h 166146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252071" h="1661460">
                  <a:moveTo>
                    <a:pt x="421341" y="0"/>
                  </a:moveTo>
                  <a:cubicBezTo>
                    <a:pt x="880141" y="0"/>
                    <a:pt x="1252071" y="371930"/>
                    <a:pt x="1252071" y="830730"/>
                  </a:cubicBezTo>
                  <a:cubicBezTo>
                    <a:pt x="1252071" y="1289530"/>
                    <a:pt x="880141" y="1661460"/>
                    <a:pt x="421341" y="1661460"/>
                  </a:cubicBezTo>
                  <a:cubicBezTo>
                    <a:pt x="306641" y="1661460"/>
                    <a:pt x="197370" y="1638215"/>
                    <a:pt x="97983" y="1596177"/>
                  </a:cubicBezTo>
                  <a:lnTo>
                    <a:pt x="0" y="1542994"/>
                  </a:lnTo>
                  <a:lnTo>
                    <a:pt x="0" y="118466"/>
                  </a:lnTo>
                  <a:lnTo>
                    <a:pt x="97983" y="65283"/>
                  </a:lnTo>
                  <a:cubicBezTo>
                    <a:pt x="197370" y="23246"/>
                    <a:pt x="306641" y="0"/>
                    <a:pt x="42134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lIns="90000" rIns="90000" tIns="45000" bIns="45000"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284" name="Freeform: Shape 37"/>
            <p:cNvSpPr/>
            <p:nvPr/>
          </p:nvSpPr>
          <p:spPr>
            <a:xfrm>
              <a:off x="9559440" y="0"/>
              <a:ext cx="1660680" cy="936000"/>
            </a:xfrm>
            <a:custGeom>
              <a:avLst/>
              <a:gdLst>
                <a:gd name="textAreaLeft" fmla="*/ 0 w 1660680"/>
                <a:gd name="textAreaRight" fmla="*/ 1661400 w 1660680"/>
                <a:gd name="textAreaTop" fmla="*/ 0 h 936000"/>
                <a:gd name="textAreaBottom" fmla="*/ 936720 h 936000"/>
                <a:gd name="GluePoint1X" fmla="*/ 7513 w 1661460"/>
                <a:gd name="GluePoint1Y" fmla="*/ 0 h 936789"/>
                <a:gd name="GluePoint2X" fmla="*/ 1653948 w 1661460"/>
                <a:gd name="GluePoint2Y" fmla="*/ 0 h 936789"/>
                <a:gd name="GluePoint3X" fmla="*/ 1657171 w 1661460"/>
                <a:gd name="GluePoint3Y" fmla="*/ 21122 h 936789"/>
                <a:gd name="GluePoint4X" fmla="*/ 1661460 w 1661460"/>
                <a:gd name="GluePoint4Y" fmla="*/ 106059 h 936789"/>
                <a:gd name="GluePoint5X" fmla="*/ 830730 w 1661460"/>
                <a:gd name="GluePoint5Y" fmla="*/ 936789 h 936789"/>
                <a:gd name="GluePoint6X" fmla="*/ 0 w 1661460"/>
                <a:gd name="GluePoint6Y" fmla="*/ 106059 h 936789"/>
                <a:gd name="GluePoint7X" fmla="*/ 4289 w 1661460"/>
                <a:gd name="GluePoint7Y" fmla="*/ 21122 h 93678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661460" h="936789">
                  <a:moveTo>
                    <a:pt x="7513" y="0"/>
                  </a:moveTo>
                  <a:lnTo>
                    <a:pt x="1653948" y="0"/>
                  </a:lnTo>
                  <a:lnTo>
                    <a:pt x="1657171" y="21122"/>
                  </a:lnTo>
                  <a:cubicBezTo>
                    <a:pt x="1660007" y="49048"/>
                    <a:pt x="1661460" y="77384"/>
                    <a:pt x="1661460" y="106059"/>
                  </a:cubicBezTo>
                  <a:cubicBezTo>
                    <a:pt x="1661460" y="564859"/>
                    <a:pt x="1289530" y="936789"/>
                    <a:pt x="830730" y="936789"/>
                  </a:cubicBezTo>
                  <a:cubicBezTo>
                    <a:pt x="371930" y="936789"/>
                    <a:pt x="0" y="564859"/>
                    <a:pt x="0" y="106059"/>
                  </a:cubicBezTo>
                  <a:cubicBezTo>
                    <a:pt x="0" y="77384"/>
                    <a:pt x="1453" y="49048"/>
                    <a:pt x="4289" y="21122"/>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lIns="90000" rIns="90000" tIns="45000" bIns="45000"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285" name="Freeform: Shape 38"/>
            <p:cNvSpPr/>
            <p:nvPr/>
          </p:nvSpPr>
          <p:spPr>
            <a:xfrm>
              <a:off x="7898040" y="0"/>
              <a:ext cx="1660680" cy="936000"/>
            </a:xfrm>
            <a:custGeom>
              <a:avLst/>
              <a:gdLst>
                <a:gd name="textAreaLeft" fmla="*/ 0 w 1660680"/>
                <a:gd name="textAreaRight" fmla="*/ 1661400 w 1660680"/>
                <a:gd name="textAreaTop" fmla="*/ 0 h 936000"/>
                <a:gd name="textAreaBottom" fmla="*/ 936720 h 936000"/>
                <a:gd name="GluePoint1X" fmla="*/ 7513 w 1661460"/>
                <a:gd name="GluePoint1Y" fmla="*/ 0 h 936789"/>
                <a:gd name="GluePoint2X" fmla="*/ 1653948 w 1661460"/>
                <a:gd name="GluePoint2Y" fmla="*/ 0 h 936789"/>
                <a:gd name="GluePoint3X" fmla="*/ 1657171 w 1661460"/>
                <a:gd name="GluePoint3Y" fmla="*/ 21122 h 936789"/>
                <a:gd name="GluePoint4X" fmla="*/ 1661460 w 1661460"/>
                <a:gd name="GluePoint4Y" fmla="*/ 106059 h 936789"/>
                <a:gd name="GluePoint5X" fmla="*/ 830730 w 1661460"/>
                <a:gd name="GluePoint5Y" fmla="*/ 936789 h 936789"/>
                <a:gd name="GluePoint6X" fmla="*/ 0 w 1661460"/>
                <a:gd name="GluePoint6Y" fmla="*/ 106059 h 936789"/>
                <a:gd name="GluePoint7X" fmla="*/ 4289 w 1661460"/>
                <a:gd name="GluePoint7Y" fmla="*/ 21122 h 93678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661460" h="936789">
                  <a:moveTo>
                    <a:pt x="7513" y="0"/>
                  </a:moveTo>
                  <a:lnTo>
                    <a:pt x="1653948" y="0"/>
                  </a:lnTo>
                  <a:lnTo>
                    <a:pt x="1657171" y="21122"/>
                  </a:lnTo>
                  <a:cubicBezTo>
                    <a:pt x="1660007" y="49048"/>
                    <a:pt x="1661460" y="77384"/>
                    <a:pt x="1661460" y="106059"/>
                  </a:cubicBezTo>
                  <a:cubicBezTo>
                    <a:pt x="1661460" y="564859"/>
                    <a:pt x="1289530" y="936789"/>
                    <a:pt x="830730" y="936789"/>
                  </a:cubicBezTo>
                  <a:cubicBezTo>
                    <a:pt x="371930" y="936789"/>
                    <a:pt x="0" y="564859"/>
                    <a:pt x="0" y="106059"/>
                  </a:cubicBezTo>
                  <a:cubicBezTo>
                    <a:pt x="0" y="77384"/>
                    <a:pt x="1453" y="49048"/>
                    <a:pt x="4289" y="21122"/>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lIns="90000" rIns="90000" tIns="45000" bIns="45000"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286" name="Freeform: Shape 42"/>
            <p:cNvSpPr/>
            <p:nvPr/>
          </p:nvSpPr>
          <p:spPr>
            <a:xfrm>
              <a:off x="6236280" y="0"/>
              <a:ext cx="1660680" cy="936000"/>
            </a:xfrm>
            <a:custGeom>
              <a:avLst/>
              <a:gdLst>
                <a:gd name="textAreaLeft" fmla="*/ 0 w 1660680"/>
                <a:gd name="textAreaRight" fmla="*/ 1661400 w 1660680"/>
                <a:gd name="textAreaTop" fmla="*/ 0 h 936000"/>
                <a:gd name="textAreaBottom" fmla="*/ 936720 h 936000"/>
                <a:gd name="GluePoint1X" fmla="*/ 7513 w 1661460"/>
                <a:gd name="GluePoint1Y" fmla="*/ 0 h 936789"/>
                <a:gd name="GluePoint2X" fmla="*/ 1653948 w 1661460"/>
                <a:gd name="GluePoint2Y" fmla="*/ 0 h 936789"/>
                <a:gd name="GluePoint3X" fmla="*/ 1657171 w 1661460"/>
                <a:gd name="GluePoint3Y" fmla="*/ 21122 h 936789"/>
                <a:gd name="GluePoint4X" fmla="*/ 1661460 w 1661460"/>
                <a:gd name="GluePoint4Y" fmla="*/ 106059 h 936789"/>
                <a:gd name="GluePoint5X" fmla="*/ 830730 w 1661460"/>
                <a:gd name="GluePoint5Y" fmla="*/ 936789 h 936789"/>
                <a:gd name="GluePoint6X" fmla="*/ 0 w 1661460"/>
                <a:gd name="GluePoint6Y" fmla="*/ 106059 h 936789"/>
                <a:gd name="GluePoint7X" fmla="*/ 4289 w 1661460"/>
                <a:gd name="GluePoint7Y" fmla="*/ 21122 h 93678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661460" h="936789">
                  <a:moveTo>
                    <a:pt x="7513" y="0"/>
                  </a:moveTo>
                  <a:lnTo>
                    <a:pt x="1653948" y="0"/>
                  </a:lnTo>
                  <a:lnTo>
                    <a:pt x="1657171" y="21122"/>
                  </a:lnTo>
                  <a:cubicBezTo>
                    <a:pt x="1660007" y="49048"/>
                    <a:pt x="1661460" y="77384"/>
                    <a:pt x="1661460" y="106059"/>
                  </a:cubicBezTo>
                  <a:cubicBezTo>
                    <a:pt x="1661460" y="564859"/>
                    <a:pt x="1289530" y="936789"/>
                    <a:pt x="830730" y="936789"/>
                  </a:cubicBezTo>
                  <a:cubicBezTo>
                    <a:pt x="371930" y="936789"/>
                    <a:pt x="0" y="564859"/>
                    <a:pt x="0" y="106059"/>
                  </a:cubicBezTo>
                  <a:cubicBezTo>
                    <a:pt x="0" y="77384"/>
                    <a:pt x="1453" y="49048"/>
                    <a:pt x="4289" y="21122"/>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lIns="90000" rIns="90000" tIns="45000" bIns="45000"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287" name="Freeform: Shape 43"/>
            <p:cNvSpPr/>
            <p:nvPr/>
          </p:nvSpPr>
          <p:spPr>
            <a:xfrm>
              <a:off x="4574880" y="0"/>
              <a:ext cx="1660680" cy="936000"/>
            </a:xfrm>
            <a:custGeom>
              <a:avLst/>
              <a:gdLst>
                <a:gd name="textAreaLeft" fmla="*/ 0 w 1660680"/>
                <a:gd name="textAreaRight" fmla="*/ 1661400 w 1660680"/>
                <a:gd name="textAreaTop" fmla="*/ 0 h 936000"/>
                <a:gd name="textAreaBottom" fmla="*/ 936720 h 936000"/>
                <a:gd name="GluePoint1X" fmla="*/ 7513 w 1661460"/>
                <a:gd name="GluePoint1Y" fmla="*/ 0 h 936789"/>
                <a:gd name="GluePoint2X" fmla="*/ 1653948 w 1661460"/>
                <a:gd name="GluePoint2Y" fmla="*/ 0 h 936789"/>
                <a:gd name="GluePoint3X" fmla="*/ 1657171 w 1661460"/>
                <a:gd name="GluePoint3Y" fmla="*/ 21122 h 936789"/>
                <a:gd name="GluePoint4X" fmla="*/ 1661460 w 1661460"/>
                <a:gd name="GluePoint4Y" fmla="*/ 106059 h 936789"/>
                <a:gd name="GluePoint5X" fmla="*/ 830730 w 1661460"/>
                <a:gd name="GluePoint5Y" fmla="*/ 936789 h 936789"/>
                <a:gd name="GluePoint6X" fmla="*/ 0 w 1661460"/>
                <a:gd name="GluePoint6Y" fmla="*/ 106059 h 936789"/>
                <a:gd name="GluePoint7X" fmla="*/ 4289 w 1661460"/>
                <a:gd name="GluePoint7Y" fmla="*/ 21122 h 93678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661460" h="936789">
                  <a:moveTo>
                    <a:pt x="7513" y="0"/>
                  </a:moveTo>
                  <a:lnTo>
                    <a:pt x="1653948" y="0"/>
                  </a:lnTo>
                  <a:lnTo>
                    <a:pt x="1657171" y="21122"/>
                  </a:lnTo>
                  <a:cubicBezTo>
                    <a:pt x="1660007" y="49048"/>
                    <a:pt x="1661460" y="77384"/>
                    <a:pt x="1661460" y="106059"/>
                  </a:cubicBezTo>
                  <a:cubicBezTo>
                    <a:pt x="1661460" y="564859"/>
                    <a:pt x="1289530" y="936789"/>
                    <a:pt x="830730" y="936789"/>
                  </a:cubicBezTo>
                  <a:cubicBezTo>
                    <a:pt x="371930" y="936789"/>
                    <a:pt x="0" y="564859"/>
                    <a:pt x="0" y="106059"/>
                  </a:cubicBezTo>
                  <a:cubicBezTo>
                    <a:pt x="0" y="77384"/>
                    <a:pt x="1453" y="49048"/>
                    <a:pt x="4289" y="21122"/>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lIns="90000" rIns="90000" tIns="45000" bIns="45000"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288" name="Freeform: Shape 44"/>
            <p:cNvSpPr/>
            <p:nvPr/>
          </p:nvSpPr>
          <p:spPr>
            <a:xfrm>
              <a:off x="2913480" y="0"/>
              <a:ext cx="1660680" cy="936000"/>
            </a:xfrm>
            <a:custGeom>
              <a:avLst/>
              <a:gdLst>
                <a:gd name="textAreaLeft" fmla="*/ 0 w 1660680"/>
                <a:gd name="textAreaRight" fmla="*/ 1661400 w 1660680"/>
                <a:gd name="textAreaTop" fmla="*/ 0 h 936000"/>
                <a:gd name="textAreaBottom" fmla="*/ 936720 h 936000"/>
                <a:gd name="GluePoint1X" fmla="*/ 7513 w 1661460"/>
                <a:gd name="GluePoint1Y" fmla="*/ 0 h 936789"/>
                <a:gd name="GluePoint2X" fmla="*/ 1653948 w 1661460"/>
                <a:gd name="GluePoint2Y" fmla="*/ 0 h 936789"/>
                <a:gd name="GluePoint3X" fmla="*/ 1657171 w 1661460"/>
                <a:gd name="GluePoint3Y" fmla="*/ 21122 h 936789"/>
                <a:gd name="GluePoint4X" fmla="*/ 1661460 w 1661460"/>
                <a:gd name="GluePoint4Y" fmla="*/ 106059 h 936789"/>
                <a:gd name="GluePoint5X" fmla="*/ 830730 w 1661460"/>
                <a:gd name="GluePoint5Y" fmla="*/ 936789 h 936789"/>
                <a:gd name="GluePoint6X" fmla="*/ 0 w 1661460"/>
                <a:gd name="GluePoint6Y" fmla="*/ 106059 h 936789"/>
                <a:gd name="GluePoint7X" fmla="*/ 4289 w 1661460"/>
                <a:gd name="GluePoint7Y" fmla="*/ 21122 h 93678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661460" h="936789">
                  <a:moveTo>
                    <a:pt x="7513" y="0"/>
                  </a:moveTo>
                  <a:lnTo>
                    <a:pt x="1653948" y="0"/>
                  </a:lnTo>
                  <a:lnTo>
                    <a:pt x="1657171" y="21122"/>
                  </a:lnTo>
                  <a:cubicBezTo>
                    <a:pt x="1660007" y="49048"/>
                    <a:pt x="1661460" y="77384"/>
                    <a:pt x="1661460" y="106059"/>
                  </a:cubicBezTo>
                  <a:cubicBezTo>
                    <a:pt x="1661460" y="564859"/>
                    <a:pt x="1289530" y="936789"/>
                    <a:pt x="830730" y="936789"/>
                  </a:cubicBezTo>
                  <a:cubicBezTo>
                    <a:pt x="371930" y="936789"/>
                    <a:pt x="0" y="564859"/>
                    <a:pt x="0" y="106059"/>
                  </a:cubicBezTo>
                  <a:cubicBezTo>
                    <a:pt x="0" y="77384"/>
                    <a:pt x="1453" y="49048"/>
                    <a:pt x="4289" y="21122"/>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lIns="90000" rIns="90000" tIns="45000" bIns="45000"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289" name="Freeform: Shape 49"/>
            <p:cNvSpPr/>
            <p:nvPr/>
          </p:nvSpPr>
          <p:spPr>
            <a:xfrm>
              <a:off x="1252080" y="0"/>
              <a:ext cx="1660680" cy="936000"/>
            </a:xfrm>
            <a:custGeom>
              <a:avLst/>
              <a:gdLst>
                <a:gd name="textAreaLeft" fmla="*/ 0 w 1660680"/>
                <a:gd name="textAreaRight" fmla="*/ 1661400 w 1660680"/>
                <a:gd name="textAreaTop" fmla="*/ 0 h 936000"/>
                <a:gd name="textAreaBottom" fmla="*/ 936720 h 936000"/>
                <a:gd name="GluePoint1X" fmla="*/ 7513 w 1661460"/>
                <a:gd name="GluePoint1Y" fmla="*/ 0 h 936789"/>
                <a:gd name="GluePoint2X" fmla="*/ 1653948 w 1661460"/>
                <a:gd name="GluePoint2Y" fmla="*/ 0 h 936789"/>
                <a:gd name="GluePoint3X" fmla="*/ 1657171 w 1661460"/>
                <a:gd name="GluePoint3Y" fmla="*/ 21122 h 936789"/>
                <a:gd name="GluePoint4X" fmla="*/ 1661460 w 1661460"/>
                <a:gd name="GluePoint4Y" fmla="*/ 106059 h 936789"/>
                <a:gd name="GluePoint5X" fmla="*/ 830730 w 1661460"/>
                <a:gd name="GluePoint5Y" fmla="*/ 936789 h 936789"/>
                <a:gd name="GluePoint6X" fmla="*/ 0 w 1661460"/>
                <a:gd name="GluePoint6Y" fmla="*/ 106059 h 936789"/>
                <a:gd name="GluePoint7X" fmla="*/ 4289 w 1661460"/>
                <a:gd name="GluePoint7Y" fmla="*/ 21122 h 93678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661460" h="936789">
                  <a:moveTo>
                    <a:pt x="7513" y="0"/>
                  </a:moveTo>
                  <a:lnTo>
                    <a:pt x="1653948" y="0"/>
                  </a:lnTo>
                  <a:lnTo>
                    <a:pt x="1657171" y="21122"/>
                  </a:lnTo>
                  <a:cubicBezTo>
                    <a:pt x="1660007" y="49048"/>
                    <a:pt x="1661460" y="77384"/>
                    <a:pt x="1661460" y="106059"/>
                  </a:cubicBezTo>
                  <a:cubicBezTo>
                    <a:pt x="1661460" y="564859"/>
                    <a:pt x="1289530" y="936789"/>
                    <a:pt x="830730" y="936789"/>
                  </a:cubicBezTo>
                  <a:cubicBezTo>
                    <a:pt x="371930" y="936789"/>
                    <a:pt x="0" y="564859"/>
                    <a:pt x="0" y="106059"/>
                  </a:cubicBezTo>
                  <a:cubicBezTo>
                    <a:pt x="0" y="77384"/>
                    <a:pt x="1453" y="49048"/>
                    <a:pt x="4289" y="21122"/>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lIns="90000" rIns="90000" tIns="45000" bIns="45000"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290" name="Freeform: Shape 52"/>
            <p:cNvSpPr/>
            <p:nvPr/>
          </p:nvSpPr>
          <p:spPr>
            <a:xfrm>
              <a:off x="0" y="0"/>
              <a:ext cx="1251360" cy="936000"/>
            </a:xfrm>
            <a:custGeom>
              <a:avLst/>
              <a:gdLst>
                <a:gd name="textAreaLeft" fmla="*/ 0 w 1251360"/>
                <a:gd name="textAreaRight" fmla="*/ 1252080 w 1251360"/>
                <a:gd name="textAreaTop" fmla="*/ 0 h 936000"/>
                <a:gd name="textAreaBottom" fmla="*/ 936720 h 936000"/>
                <a:gd name="GluePoint1X" fmla="*/ 0 w 1252071"/>
                <a:gd name="GluePoint1Y" fmla="*/ 0 h 936789"/>
                <a:gd name="GluePoint2X" fmla="*/ 1244559 w 1252071"/>
                <a:gd name="GluePoint2Y" fmla="*/ 0 h 936789"/>
                <a:gd name="GluePoint3X" fmla="*/ 1247782 w 1252071"/>
                <a:gd name="GluePoint3Y" fmla="*/ 21122 h 936789"/>
                <a:gd name="GluePoint4X" fmla="*/ 1252071 w 1252071"/>
                <a:gd name="GluePoint4Y" fmla="*/ 106059 h 936789"/>
                <a:gd name="GluePoint5X" fmla="*/ 421341 w 1252071"/>
                <a:gd name="GluePoint5Y" fmla="*/ 936789 h 936789"/>
                <a:gd name="GluePoint6X" fmla="*/ 97983 w 1252071"/>
                <a:gd name="GluePoint6Y" fmla="*/ 871506 h 936789"/>
                <a:gd name="GluePoint7X" fmla="*/ 0 w 1252071"/>
                <a:gd name="GluePoint7Y" fmla="*/ 818323 h 93678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252071" h="936789">
                  <a:moveTo>
                    <a:pt x="0" y="0"/>
                  </a:moveTo>
                  <a:lnTo>
                    <a:pt x="1244559" y="0"/>
                  </a:lnTo>
                  <a:lnTo>
                    <a:pt x="1247782" y="21122"/>
                  </a:lnTo>
                  <a:cubicBezTo>
                    <a:pt x="1250618" y="49048"/>
                    <a:pt x="1252071" y="77384"/>
                    <a:pt x="1252071" y="106059"/>
                  </a:cubicBezTo>
                  <a:cubicBezTo>
                    <a:pt x="1252071" y="564859"/>
                    <a:pt x="880141" y="936789"/>
                    <a:pt x="421341" y="936789"/>
                  </a:cubicBezTo>
                  <a:cubicBezTo>
                    <a:pt x="306641" y="936789"/>
                    <a:pt x="197370" y="913543"/>
                    <a:pt x="97983" y="871506"/>
                  </a:cubicBezTo>
                  <a:lnTo>
                    <a:pt x="0" y="818323"/>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lIns="90000" rIns="90000" tIns="45000" bIns="45000"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grpSp>
      <p:pic>
        <p:nvPicPr>
          <p:cNvPr id="291" name="Optum Logo" descr="Optum"/>
          <p:cNvPicPr/>
          <p:nvPr/>
        </p:nvPicPr>
        <p:blipFill>
          <a:blip r:embed="rId4">
            <a:extLst>
              <a:ext uri="{96DAC541-7B7A-43D3-8B79-37D633B846F1}">
                <asvg:svgBlip xmlns:asvg="http://schemas.microsoft.com/office/drawing/2016/SVG/main" r:embed="rId5"/>
              </a:ext>
            </a:extLst>
          </a:blip>
          <a:stretch/>
        </p:blipFill>
        <p:spPr>
          <a:xfrm>
            <a:off x="590400" y="596160"/>
            <a:ext cx="1816920" cy="525600"/>
          </a:xfrm>
          <a:prstGeom prst="rect">
            <a:avLst/>
          </a:prstGeom>
          <a:noFill/>
          <a:ln w="0">
            <a:noFill/>
          </a:ln>
        </p:spPr>
      </p:pic>
      <p:sp>
        <p:nvSpPr>
          <p:cNvPr id="292" name="PlaceHolder 1"/>
          <p:cNvSpPr>
            <a:spLocks noGrp="1"/>
          </p:cNvSpPr>
          <p:nvPr>
            <p:ph type="title"/>
          </p:nvPr>
        </p:nvSpPr>
        <p:spPr>
          <a:xfrm>
            <a:off x="604080" y="1847880"/>
            <a:ext cx="7158960" cy="1692000"/>
          </a:xfrm>
          <a:prstGeom prst="rect">
            <a:avLst/>
          </a:prstGeom>
          <a:noFill/>
          <a:ln w="0">
            <a:noFill/>
          </a:ln>
        </p:spPr>
        <p:txBody>
          <a:bodyPr lIns="0" rIns="0" tIns="0" bIns="0" anchor="b">
            <a:noAutofit/>
          </a:bodyPr>
          <a:p>
            <a:pPr indent="0" defTabSz="914400">
              <a:lnSpc>
                <a:spcPct val="100000"/>
              </a:lnSpc>
              <a:buNone/>
              <a:tabLst>
                <a:tab algn="l" pos="0"/>
              </a:tabLst>
            </a:pPr>
            <a:r>
              <a:rPr b="0" lang="en-US" sz="5500" strike="noStrike" u="none">
                <a:solidFill>
                  <a:schemeClr val="dk1"/>
                </a:solidFill>
                <a:effectLst/>
                <a:uFillTx/>
                <a:latin typeface="Georgia Pro"/>
              </a:rPr>
              <a:t>Insightful presentation title (max. 2 lines)</a:t>
            </a:r>
            <a:endParaRPr b="0" lang="en-US" sz="5500" strike="noStrike" u="none">
              <a:solidFill>
                <a:srgbClr val="000000"/>
              </a:solidFill>
              <a:effectLst/>
              <a:uFillTx/>
              <a:latin typeface="Arial"/>
            </a:endParaRPr>
          </a:p>
        </p:txBody>
      </p:sp>
      <p:sp>
        <p:nvSpPr>
          <p:cNvPr id="293" name="PlaceHolder 2"/>
          <p:cNvSpPr>
            <a:spLocks noGrp="1"/>
          </p:cNvSpPr>
          <p:nvPr>
            <p:ph type="body"/>
          </p:nvPr>
        </p:nvSpPr>
        <p:spPr>
          <a:xfrm>
            <a:off x="604080" y="3907080"/>
            <a:ext cx="5028480" cy="2626920"/>
          </a:xfrm>
          <a:prstGeom prst="rect">
            <a:avLst/>
          </a:prstGeom>
          <a:noFill/>
          <a:ln w="0">
            <a:noFill/>
          </a:ln>
        </p:spPr>
        <p:txBody>
          <a:bodyPr lIns="0" rIns="0" tIns="0" bIns="0" anchor="t">
            <a:spAutoFit/>
          </a:bodyPr>
          <a:p>
            <a:pPr indent="0" defTabSz="914400">
              <a:lnSpc>
                <a:spcPct val="100000"/>
              </a:lnSpc>
              <a:buNone/>
              <a:tabLst>
                <a:tab algn="l" pos="0"/>
              </a:tabLst>
            </a:pPr>
            <a:r>
              <a:rPr b="0" lang="en-US" sz="1800" strike="noStrike" u="none">
                <a:solidFill>
                  <a:schemeClr val="dk1"/>
                </a:solidFill>
                <a:effectLst/>
                <a:uFillTx/>
                <a:latin typeface="Arial"/>
              </a:rPr>
              <a:t>Presentation subtitle (optional); Arial 18pt, sentence case, max. 3 lines</a:t>
            </a:r>
            <a:endParaRPr b="0" lang="en-US" sz="1800" strike="noStrike" u="none">
              <a:solidFill>
                <a:srgbClr val="000000"/>
              </a:solidFill>
              <a:effectLst/>
              <a:uFillTx/>
              <a:latin typeface="Arial"/>
            </a:endParaRPr>
          </a:p>
        </p:txBody>
      </p:sp>
      <p:cxnSp>
        <p:nvCxnSpPr>
          <p:cNvPr id="294" name="Stoke">
            <a:extLst>
              <a:ext uri="{C183D7F6-B498-43B3-948B-1728B52AA6E4}">
                <adec:decorative xmlns:adec="http://schemas.microsoft.com/office/drawing/2017/decorative" val="1"/>
              </a:ext>
            </a:extLst>
          </p:cNvPr>
          <p:cNvCxnSpPr/>
          <p:nvPr/>
        </p:nvCxnSpPr>
        <p:spPr>
          <a:xfrm>
            <a:off x="603720" y="5627520"/>
            <a:ext cx="522720" cy="720"/>
          </a:xfrm>
          <a:prstGeom prst="straightConnector1">
            <a:avLst/>
          </a:prstGeom>
          <a:ln cap="rnd" w="38100">
            <a:solidFill>
              <a:srgbClr val="ff612b"/>
            </a:solidFill>
            <a:round/>
          </a:ln>
        </p:spPr>
      </p:cxnSp>
      <p:sp>
        <p:nvSpPr>
          <p:cNvPr id="295" name="PlaceHolder 3"/>
          <p:cNvSpPr>
            <a:spLocks noGrp="1"/>
          </p:cNvSpPr>
          <p:nvPr>
            <p:ph type="body"/>
          </p:nvPr>
        </p:nvSpPr>
        <p:spPr>
          <a:xfrm>
            <a:off x="604080" y="3620520"/>
            <a:ext cx="5028480" cy="2626920"/>
          </a:xfrm>
          <a:prstGeom prst="rect">
            <a:avLst/>
          </a:prstGeom>
          <a:noFill/>
          <a:ln w="0">
            <a:noFill/>
          </a:ln>
        </p:spPr>
        <p:txBody>
          <a:bodyPr lIns="0" rIns="0" tIns="0" bIns="0" anchor="b">
            <a:spAutoFit/>
          </a:bodyPr>
          <a:p>
            <a:pPr indent="0" defTabSz="914400">
              <a:lnSpc>
                <a:spcPct val="100000"/>
              </a:lnSpc>
              <a:buNone/>
              <a:tabLst>
                <a:tab algn="l" pos="0"/>
              </a:tabLst>
            </a:pPr>
            <a:r>
              <a:rPr b="0" lang="en-US" sz="1400" strike="noStrike" u="none">
                <a:solidFill>
                  <a:schemeClr val="dk1"/>
                </a:solidFill>
                <a:effectLst/>
                <a:uFillTx/>
                <a:latin typeface="Arial"/>
              </a:rPr>
              <a:t>Month DD, YYYY (May also be location or speaker)</a:t>
            </a:r>
            <a:endParaRPr b="0" lang="en-US" sz="1400" strike="noStrike" u="none">
              <a:solidFill>
                <a:srgbClr val="000000"/>
              </a:solidFill>
              <a:effectLst/>
              <a:uFillTx/>
              <a:latin typeface="Arial"/>
            </a:endParaRPr>
          </a:p>
        </p:txBody>
      </p:sp>
      <p:sp>
        <p:nvSpPr>
          <p:cNvPr id="296" name="PlaceHolder 4"/>
          <p:cNvSpPr>
            <a:spLocks noGrp="1"/>
          </p:cNvSpPr>
          <p:nvPr>
            <p:ph type="dt" idx="64"/>
          </p:nvPr>
        </p:nvSpPr>
        <p:spPr>
          <a:xfrm>
            <a:off x="0" y="7170840"/>
            <a:ext cx="9136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r>
              <a:rPr b="0" lang="en-US" sz="200" strike="noStrike" u="none">
                <a:solidFill>
                  <a:schemeClr val="dk1"/>
                </a:solidFill>
                <a:effectLst/>
                <a:uFillTx/>
                <a:latin typeface="Arial"/>
              </a:rPr>
              <a:t>&lt;date/time&gt;</a:t>
            </a:r>
            <a:endParaRPr b="0" lang="en-US" sz="200" strike="noStrike" u="none">
              <a:solidFill>
                <a:srgbClr val="000000"/>
              </a:solidFill>
              <a:effectLst/>
              <a:uFillTx/>
              <a:latin typeface="Times New Roman"/>
            </a:endParaRPr>
          </a:p>
        </p:txBody>
      </p:sp>
      <p:sp>
        <p:nvSpPr>
          <p:cNvPr id="297" name="PlaceHolder 5"/>
          <p:cNvSpPr>
            <a:spLocks noGrp="1"/>
          </p:cNvSpPr>
          <p:nvPr>
            <p:ph type="ftr" idx="65"/>
          </p:nvPr>
        </p:nvSpPr>
        <p:spPr>
          <a:xfrm>
            <a:off x="0" y="7120440"/>
            <a:ext cx="11548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r>
              <a:rPr b="0" lang="en-US" sz="200" strike="noStrike" u="none">
                <a:solidFill>
                  <a:schemeClr val="dk1"/>
                </a:solidFill>
                <a:effectLst/>
                <a:uFillTx/>
                <a:latin typeface="Arial"/>
              </a:rPr>
              <a:t>&lt;footer&gt;</a:t>
            </a:r>
            <a:endParaRPr b="0" lang="en-US" sz="200" strike="noStrike" u="none">
              <a:solidFill>
                <a:srgbClr val="000000"/>
              </a:solidFill>
              <a:effectLst/>
              <a:uFillTx/>
              <a:latin typeface="Times New Roman"/>
            </a:endParaRPr>
          </a:p>
        </p:txBody>
      </p:sp>
      <p:sp>
        <p:nvSpPr>
          <p:cNvPr id="298" name="PlaceHolder 6"/>
          <p:cNvSpPr>
            <a:spLocks noGrp="1"/>
          </p:cNvSpPr>
          <p:nvPr>
            <p:ph type="sldNum" idx="66"/>
          </p:nvPr>
        </p:nvSpPr>
        <p:spPr>
          <a:xfrm>
            <a:off x="0" y="7221600"/>
            <a:ext cx="9136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fld id="{2E4A7B5D-E51F-4CE9-BF40-4247C3E9400F}" type="slidenum">
              <a:rPr b="0" lang="en-US" sz="200" strike="noStrike" u="none">
                <a:solidFill>
                  <a:schemeClr val="dk1"/>
                </a:solidFill>
                <a:effectLst/>
                <a:uFillTx/>
                <a:latin typeface="Arial"/>
              </a:rPr>
              <a:t>&lt;number&gt;</a:t>
            </a:fld>
            <a:endParaRPr b="0" lang="en-US" sz="200" strike="noStrike" u="none">
              <a:solidFill>
                <a:srgbClr val="000000"/>
              </a:solidFill>
              <a:effectLst/>
              <a:uFillTx/>
              <a:latin typeface="Times New Roman"/>
            </a:endParaRP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 Dynamic O">
    <p:bg>
      <p:bgPr>
        <a:solidFill>
          <a:srgbClr val="ffffff"/>
        </a:solidFill>
      </p:bgPr>
    </p:bg>
    <p:spTree>
      <p:nvGrpSpPr>
        <p:cNvPr id="1" name=""/>
        <p:cNvGrpSpPr/>
        <p:nvPr/>
      </p:nvGrpSpPr>
      <p:grpSpPr>
        <a:xfrm>
          <a:off x="0" y="0"/>
          <a:ext cx="0" cy="0"/>
          <a:chOff x="0" y="0"/>
          <a:chExt cx="0" cy="0"/>
        </a:xfrm>
      </p:grpSpPr>
      <p:pic>
        <p:nvPicPr>
          <p:cNvPr id="299" name="Optum Logo" descr="Optum"/>
          <p:cNvPicPr/>
          <p:nvPr/>
        </p:nvPicPr>
        <p:blipFill>
          <a:blip r:embed="rId2">
            <a:extLst>
              <a:ext uri="{96DAC541-7B7A-43D3-8B79-37D633B846F1}">
                <asvg:svgBlip xmlns:asvg="http://schemas.microsoft.com/office/drawing/2016/SVG/main" r:embed="rId3"/>
              </a:ext>
            </a:extLst>
          </a:blip>
          <a:stretch/>
        </p:blipFill>
        <p:spPr>
          <a:xfrm>
            <a:off x="461880" y="6343560"/>
            <a:ext cx="772200" cy="223200"/>
          </a:xfrm>
          <a:prstGeom prst="rect">
            <a:avLst/>
          </a:prstGeom>
          <a:noFill/>
          <a:ln w="0">
            <a:noFill/>
          </a:ln>
        </p:spPr>
      </p:pic>
      <p:sp>
        <p:nvSpPr>
          <p:cNvPr id="300" name="Page Number"/>
          <p:cNvSpPr/>
          <p:nvPr/>
        </p:nvSpPr>
        <p:spPr>
          <a:xfrm>
            <a:off x="11576160" y="6394320"/>
            <a:ext cx="156240" cy="15300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666C64F7-B85A-4FFE-99D1-807EC93A4809}" type="slidenum">
              <a:rPr b="1" lang="en-US" sz="1000" strike="noStrike" u="none">
                <a:solidFill>
                  <a:schemeClr val="dk1"/>
                </a:solidFill>
                <a:effectLst/>
                <a:uFillTx/>
                <a:latin typeface="Arial"/>
              </a:rPr>
              <a:t>&lt;number&gt;</a:t>
            </a:fld>
            <a:endParaRPr b="0" lang="en-US" sz="1000" strike="noStrike" u="none">
              <a:solidFill>
                <a:srgbClr val="000000"/>
              </a:solidFill>
              <a:effectLst/>
              <a:uFillTx/>
              <a:latin typeface="Arial"/>
            </a:endParaRPr>
          </a:p>
        </p:txBody>
      </p:sp>
      <p:sp>
        <p:nvSpPr>
          <p:cNvPr id="301" name="Copyright"/>
          <p:cNvSpPr/>
          <p:nvPr/>
        </p:nvSpPr>
        <p:spPr>
          <a:xfrm>
            <a:off x="4699080" y="6431760"/>
            <a:ext cx="2793240" cy="10656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000000"/>
              </a:solidFill>
              <a:effectLst/>
              <a:uFillTx/>
              <a:latin typeface="Arial"/>
            </a:endParaRPr>
          </a:p>
        </p:txBody>
      </p:sp>
      <p:cxnSp>
        <p:nvCxnSpPr>
          <p:cNvPr id="302" name="Stroke">
            <a:extLst>
              <a:ext uri="{C183D7F6-B498-43B3-948B-1728B52AA6E4}">
                <adec:decorative xmlns:adec="http://schemas.microsoft.com/office/drawing/2017/decorative" val="1"/>
              </a:ext>
            </a:extLst>
          </p:cNvPr>
          <p:cNvCxnSpPr/>
          <p:nvPr/>
        </p:nvCxnSpPr>
        <p:spPr>
          <a:xfrm>
            <a:off x="467640" y="410760"/>
            <a:ext cx="522720" cy="720"/>
          </a:xfrm>
          <a:prstGeom prst="straightConnector1">
            <a:avLst/>
          </a:prstGeom>
          <a:ln cap="rnd" w="38100">
            <a:solidFill>
              <a:srgbClr val="ff612b"/>
            </a:solidFill>
            <a:round/>
          </a:ln>
        </p:spPr>
      </p:cxnSp>
      <p:sp>
        <p:nvSpPr>
          <p:cNvPr id="303" name="PlaceHolder 1"/>
          <p:cNvSpPr>
            <a:spLocks noGrp="1"/>
          </p:cNvSpPr>
          <p:nvPr>
            <p:ph type="title"/>
          </p:nvPr>
        </p:nvSpPr>
        <p:spPr>
          <a:xfrm>
            <a:off x="468000" y="555480"/>
            <a:ext cx="9600480" cy="303840"/>
          </a:xfrm>
          <a:prstGeom prst="rect">
            <a:avLst/>
          </a:prstGeom>
          <a:noFill/>
          <a:ln w="0">
            <a:noFill/>
          </a:ln>
        </p:spPr>
        <p:txBody>
          <a:bodyPr lIns="0" rIns="0" tIns="0" bIns="0" anchor="t">
            <a:noAutofit/>
          </a:bodyPr>
          <a:p>
            <a:pPr indent="0" defTabSz="914400">
              <a:lnSpc>
                <a:spcPct val="90000"/>
              </a:lnSpc>
              <a:buNone/>
              <a:tabLst>
                <a:tab algn="l" pos="0"/>
              </a:tabLst>
            </a:pPr>
            <a:r>
              <a:rPr b="0" lang="en-US" sz="2200" strike="noStrike" u="none">
                <a:solidFill>
                  <a:schemeClr val="dk1"/>
                </a:solidFill>
                <a:effectLst/>
                <a:uFillTx/>
                <a:latin typeface="Georgia Pro"/>
              </a:rPr>
              <a:t>Slide title; Georgia Pro 22pt, sent. case (1 line)</a:t>
            </a:r>
            <a:endParaRPr b="0" lang="en-US" sz="2200" strike="noStrike" u="none">
              <a:solidFill>
                <a:srgbClr val="000000"/>
              </a:solidFill>
              <a:effectLst/>
              <a:uFillTx/>
              <a:latin typeface="Arial"/>
            </a:endParaRPr>
          </a:p>
        </p:txBody>
      </p:sp>
      <p:sp>
        <p:nvSpPr>
          <p:cNvPr id="304" name="Dynamic O">
            <a:extLst>
              <a:ext uri="{C183D7F6-B498-43B3-948B-1728B52AA6E4}">
                <adec:decorative xmlns:adec="http://schemas.microsoft.com/office/drawing/2017/decorative" val="1"/>
              </a:ext>
            </a:extLst>
          </p:cNvPr>
          <p:cNvSpPr/>
          <p:nvPr/>
        </p:nvSpPr>
        <p:spPr>
          <a:xfrm>
            <a:off x="9839160" y="4542120"/>
            <a:ext cx="2351880" cy="2315160"/>
          </a:xfrm>
          <a:custGeom>
            <a:avLst/>
            <a:gdLst>
              <a:gd name="textAreaLeft" fmla="*/ 0 w 2351880"/>
              <a:gd name="textAreaRight" fmla="*/ 2352600 w 2351880"/>
              <a:gd name="textAreaTop" fmla="*/ 0 h 2315160"/>
              <a:gd name="textAreaBottom" fmla="*/ 2315880 h 2315160"/>
              <a:gd name="GluePoint1X" fmla="*/ 0 w 2352714"/>
              <a:gd name="GluePoint1Y" fmla="*/ 0 h 2315783"/>
              <a:gd name="GluePoint2X" fmla="*/ 2352714 w 2352714"/>
              <a:gd name="GluePoint2Y" fmla="*/ 0 h 2315783"/>
              <a:gd name="GluePoint3X" fmla="*/ 2352714 w 2352714"/>
              <a:gd name="GluePoint3Y" fmla="*/ 2315783 h 2315783"/>
              <a:gd name="GluePoint4X" fmla="*/ 0 w 2352714"/>
              <a:gd name="GluePoint4Y" fmla="*/ 2315783 h 2315783"/>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352714" h="2315783">
                <a:moveTo>
                  <a:pt x="0" y="0"/>
                </a:moveTo>
                <a:lnTo>
                  <a:pt x="2352714" y="0"/>
                </a:lnTo>
                <a:lnTo>
                  <a:pt x="2352714" y="2315783"/>
                </a:lnTo>
                <a:lnTo>
                  <a:pt x="0" y="2315783"/>
                </a:lnTo>
                <a:close/>
              </a:path>
            </a:pathLst>
          </a:custGeom>
          <a:blipFill rotWithShape="0">
            <a:blip r:embed="rId4"/>
            <a:srcRect/>
            <a:stretch/>
          </a:blip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305" name="PlaceHolder 2"/>
          <p:cNvSpPr>
            <a:spLocks noGrp="1"/>
          </p:cNvSpPr>
          <p:nvPr>
            <p:ph type="dt" idx="67"/>
          </p:nvPr>
        </p:nvSpPr>
        <p:spPr>
          <a:xfrm>
            <a:off x="0" y="7170840"/>
            <a:ext cx="9136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r>
              <a:rPr b="0" lang="en-US" sz="200" strike="noStrike" u="none">
                <a:solidFill>
                  <a:schemeClr val="dk1"/>
                </a:solidFill>
                <a:effectLst/>
                <a:uFillTx/>
                <a:latin typeface="Arial"/>
              </a:rPr>
              <a:t>&lt;date/time&gt;</a:t>
            </a:r>
            <a:endParaRPr b="0" lang="en-US" sz="200" strike="noStrike" u="none">
              <a:solidFill>
                <a:srgbClr val="000000"/>
              </a:solidFill>
              <a:effectLst/>
              <a:uFillTx/>
              <a:latin typeface="Times New Roman"/>
            </a:endParaRPr>
          </a:p>
        </p:txBody>
      </p:sp>
      <p:sp>
        <p:nvSpPr>
          <p:cNvPr id="306" name="PlaceHolder 3"/>
          <p:cNvSpPr>
            <a:spLocks noGrp="1"/>
          </p:cNvSpPr>
          <p:nvPr>
            <p:ph type="ftr" idx="68"/>
          </p:nvPr>
        </p:nvSpPr>
        <p:spPr>
          <a:xfrm>
            <a:off x="0" y="7120440"/>
            <a:ext cx="11548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r>
              <a:rPr b="0" lang="en-US" sz="200" strike="noStrike" u="none">
                <a:solidFill>
                  <a:schemeClr val="dk1"/>
                </a:solidFill>
                <a:effectLst/>
                <a:uFillTx/>
                <a:latin typeface="Arial"/>
              </a:rPr>
              <a:t>&lt;footer&gt;</a:t>
            </a:r>
            <a:endParaRPr b="0" lang="en-US" sz="200" strike="noStrike" u="none">
              <a:solidFill>
                <a:srgbClr val="000000"/>
              </a:solidFill>
              <a:effectLst/>
              <a:uFillTx/>
              <a:latin typeface="Times New Roman"/>
            </a:endParaRPr>
          </a:p>
        </p:txBody>
      </p:sp>
      <p:sp>
        <p:nvSpPr>
          <p:cNvPr id="307" name="PlaceHolder 4"/>
          <p:cNvSpPr>
            <a:spLocks noGrp="1"/>
          </p:cNvSpPr>
          <p:nvPr>
            <p:ph type="sldNum" idx="69"/>
          </p:nvPr>
        </p:nvSpPr>
        <p:spPr>
          <a:xfrm>
            <a:off x="0" y="7221600"/>
            <a:ext cx="9136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fld id="{8B1D2727-EBA8-4794-A419-03CA5C227189}" type="slidenum">
              <a:rPr b="0" lang="en-US" sz="200" strike="noStrike" u="none">
                <a:solidFill>
                  <a:schemeClr val="dk1"/>
                </a:solidFill>
                <a:effectLst/>
                <a:uFillTx/>
                <a:latin typeface="Arial"/>
              </a:rPr>
              <a:t>&lt;number&gt;</a:t>
            </a:fld>
            <a:endParaRPr b="0" lang="en-US" sz="200" strike="noStrike" u="none">
              <a:solidFill>
                <a:srgbClr val="000000"/>
              </a:solidFill>
              <a:effectLst/>
              <a:uFillTx/>
              <a:latin typeface="Times New Roman"/>
            </a:endParaRPr>
          </a:p>
        </p:txBody>
      </p:sp>
      <p:sp>
        <p:nvSpPr>
          <p:cNvPr id="308" name="PlaceHolder 5"/>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600" strike="noStrike" u="none">
                <a:solidFill>
                  <a:schemeClr val="dk1"/>
                </a:solidFill>
                <a:effectLst/>
                <a:uFillTx/>
                <a:latin typeface="Arial"/>
              </a:rPr>
              <a:t>Click to edit the outline text format</a:t>
            </a:r>
            <a:endParaRPr b="0" lang="en-US" sz="16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600" strike="noStrike" u="none">
                <a:solidFill>
                  <a:schemeClr val="dk1"/>
                </a:solidFill>
                <a:effectLst/>
                <a:uFillTx/>
                <a:latin typeface="Arial"/>
              </a:rPr>
              <a:t>Second Outline Level</a:t>
            </a:r>
            <a:endParaRPr b="0" lang="en-US" sz="16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1600" strike="noStrike" u="none">
                <a:solidFill>
                  <a:schemeClr val="dk1"/>
                </a:solidFill>
                <a:effectLst/>
                <a:uFillTx/>
                <a:latin typeface="Arial"/>
              </a:rPr>
              <a:t>Third Outline Level</a:t>
            </a:r>
            <a:endParaRPr b="0" lang="en-US" sz="16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1400" strike="noStrike" u="none">
                <a:solidFill>
                  <a:schemeClr val="dk1"/>
                </a:solidFill>
                <a:effectLst/>
                <a:uFillTx/>
                <a:latin typeface="Arial"/>
              </a:rPr>
              <a:t>Fourth Outline Level</a:t>
            </a:r>
            <a:endParaRPr b="0" lang="en-US" sz="14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2000" strike="noStrike" u="none">
                <a:solidFill>
                  <a:schemeClr val="dk1"/>
                </a:solidFill>
                <a:effectLst/>
                <a:uFillTx/>
                <a:latin typeface="Arial"/>
              </a:rPr>
              <a:t>Fifth Outline Level</a:t>
            </a:r>
            <a:endParaRPr b="0" lang="en-US" sz="20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2000" strike="noStrike" u="none">
                <a:solidFill>
                  <a:schemeClr val="dk1"/>
                </a:solidFill>
                <a:effectLst/>
                <a:uFillTx/>
                <a:latin typeface="Arial"/>
              </a:rPr>
              <a:t>Sixth Outline Level</a:t>
            </a:r>
            <a:endParaRPr b="0" lang="en-US" sz="20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2000" strike="noStrike" u="none">
                <a:solidFill>
                  <a:schemeClr val="dk1"/>
                </a:solidFill>
                <a:effectLst/>
                <a:uFillTx/>
                <a:latin typeface="Arial"/>
              </a:rPr>
              <a:t>Seventh Outline Level</a:t>
            </a:r>
            <a:endParaRPr b="0" lang="en-US" sz="2000" strike="noStrike" u="none">
              <a:solidFill>
                <a:srgbClr val="000000"/>
              </a:solidFill>
              <a:effectLst/>
              <a:uFillTx/>
              <a:latin typeface="Arial"/>
            </a:endParaRP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Subhead - Dynamic O">
    <p:bg>
      <p:bgPr>
        <a:solidFill>
          <a:srgbClr val="ffffff"/>
        </a:solidFill>
      </p:bgPr>
    </p:bg>
    <p:spTree>
      <p:nvGrpSpPr>
        <p:cNvPr id="1" name=""/>
        <p:cNvGrpSpPr/>
        <p:nvPr/>
      </p:nvGrpSpPr>
      <p:grpSpPr>
        <a:xfrm>
          <a:off x="0" y="0"/>
          <a:ext cx="0" cy="0"/>
          <a:chOff x="0" y="0"/>
          <a:chExt cx="0" cy="0"/>
        </a:xfrm>
      </p:grpSpPr>
      <p:pic>
        <p:nvPicPr>
          <p:cNvPr id="309" name="Optum Logo" descr="Optum"/>
          <p:cNvPicPr/>
          <p:nvPr/>
        </p:nvPicPr>
        <p:blipFill>
          <a:blip r:embed="rId2">
            <a:extLst>
              <a:ext uri="{96DAC541-7B7A-43D3-8B79-37D633B846F1}">
                <asvg:svgBlip xmlns:asvg="http://schemas.microsoft.com/office/drawing/2016/SVG/main" r:embed="rId3"/>
              </a:ext>
            </a:extLst>
          </a:blip>
          <a:stretch/>
        </p:blipFill>
        <p:spPr>
          <a:xfrm>
            <a:off x="461880" y="6343560"/>
            <a:ext cx="772200" cy="223200"/>
          </a:xfrm>
          <a:prstGeom prst="rect">
            <a:avLst/>
          </a:prstGeom>
          <a:noFill/>
          <a:ln w="0">
            <a:noFill/>
          </a:ln>
        </p:spPr>
      </p:pic>
      <p:sp>
        <p:nvSpPr>
          <p:cNvPr id="310" name="Page Number"/>
          <p:cNvSpPr/>
          <p:nvPr/>
        </p:nvSpPr>
        <p:spPr>
          <a:xfrm>
            <a:off x="11576160" y="6394320"/>
            <a:ext cx="156240" cy="15300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4C9E0833-BD9A-47B3-A533-A5C52E2B6528}" type="slidenum">
              <a:rPr b="1" lang="en-US" sz="1000" strike="noStrike" u="none">
                <a:solidFill>
                  <a:schemeClr val="dk1"/>
                </a:solidFill>
                <a:effectLst/>
                <a:uFillTx/>
                <a:latin typeface="Arial"/>
              </a:rPr>
              <a:t>&lt;number&gt;</a:t>
            </a:fld>
            <a:endParaRPr b="0" lang="en-US" sz="1000" strike="noStrike" u="none">
              <a:solidFill>
                <a:srgbClr val="000000"/>
              </a:solidFill>
              <a:effectLst/>
              <a:uFillTx/>
              <a:latin typeface="Arial"/>
            </a:endParaRPr>
          </a:p>
        </p:txBody>
      </p:sp>
      <p:sp>
        <p:nvSpPr>
          <p:cNvPr id="311" name="Copyright"/>
          <p:cNvSpPr/>
          <p:nvPr/>
        </p:nvSpPr>
        <p:spPr>
          <a:xfrm>
            <a:off x="4699080" y="6431760"/>
            <a:ext cx="2793240" cy="10656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000000"/>
              </a:solidFill>
              <a:effectLst/>
              <a:uFillTx/>
              <a:latin typeface="Arial"/>
            </a:endParaRPr>
          </a:p>
        </p:txBody>
      </p:sp>
      <p:cxnSp>
        <p:nvCxnSpPr>
          <p:cNvPr id="312" name="Stroke">
            <a:extLst>
              <a:ext uri="{C183D7F6-B498-43B3-948B-1728B52AA6E4}">
                <adec:decorative xmlns:adec="http://schemas.microsoft.com/office/drawing/2017/decorative" val="1"/>
              </a:ext>
            </a:extLst>
          </p:cNvPr>
          <p:cNvCxnSpPr/>
          <p:nvPr/>
        </p:nvCxnSpPr>
        <p:spPr>
          <a:xfrm>
            <a:off x="467640" y="410760"/>
            <a:ext cx="522720" cy="720"/>
          </a:xfrm>
          <a:prstGeom prst="straightConnector1">
            <a:avLst/>
          </a:prstGeom>
          <a:ln cap="rnd" w="38100">
            <a:solidFill>
              <a:srgbClr val="ff612b"/>
            </a:solidFill>
            <a:round/>
          </a:ln>
        </p:spPr>
      </p:cxnSp>
      <p:sp>
        <p:nvSpPr>
          <p:cNvPr id="313" name="PlaceHolder 1"/>
          <p:cNvSpPr>
            <a:spLocks noGrp="1"/>
          </p:cNvSpPr>
          <p:nvPr>
            <p:ph type="title"/>
          </p:nvPr>
        </p:nvSpPr>
        <p:spPr>
          <a:xfrm>
            <a:off x="468000" y="555480"/>
            <a:ext cx="9600480" cy="303840"/>
          </a:xfrm>
          <a:prstGeom prst="rect">
            <a:avLst/>
          </a:prstGeom>
          <a:noFill/>
          <a:ln w="0">
            <a:noFill/>
          </a:ln>
        </p:spPr>
        <p:txBody>
          <a:bodyPr lIns="0" rIns="0" tIns="0" bIns="0" anchor="t">
            <a:noAutofit/>
          </a:bodyPr>
          <a:p>
            <a:pPr indent="0" defTabSz="914400">
              <a:lnSpc>
                <a:spcPct val="90000"/>
              </a:lnSpc>
              <a:buNone/>
              <a:tabLst>
                <a:tab algn="l" pos="0"/>
              </a:tabLst>
            </a:pPr>
            <a:r>
              <a:rPr b="0" lang="en-US" sz="2200" strike="noStrike" u="none">
                <a:solidFill>
                  <a:schemeClr val="dk1"/>
                </a:solidFill>
                <a:effectLst/>
                <a:uFillTx/>
                <a:latin typeface="Georgia Pro"/>
              </a:rPr>
              <a:t>Slide title; Georgia Pro 22pt, sentence case (1 line)</a:t>
            </a:r>
            <a:endParaRPr b="0" lang="en-US" sz="2200" strike="noStrike" u="none">
              <a:solidFill>
                <a:srgbClr val="000000"/>
              </a:solidFill>
              <a:effectLst/>
              <a:uFillTx/>
              <a:latin typeface="Arial"/>
            </a:endParaRPr>
          </a:p>
        </p:txBody>
      </p:sp>
      <p:sp>
        <p:nvSpPr>
          <p:cNvPr id="314" name="PlaceHolder 2"/>
          <p:cNvSpPr>
            <a:spLocks noGrp="1"/>
          </p:cNvSpPr>
          <p:nvPr>
            <p:ph type="body"/>
          </p:nvPr>
        </p:nvSpPr>
        <p:spPr>
          <a:xfrm>
            <a:off x="468000" y="958680"/>
            <a:ext cx="9600480" cy="2352600"/>
          </a:xfrm>
          <a:prstGeom prst="rect">
            <a:avLst/>
          </a:prstGeom>
          <a:noFill/>
          <a:ln w="0">
            <a:noFill/>
          </a:ln>
        </p:spPr>
        <p:txBody>
          <a:bodyPr lIns="0" rIns="0" tIns="0" bIns="0" anchor="t">
            <a:spAutoFit/>
          </a:bodyPr>
          <a:p>
            <a:pPr indent="0" defTabSz="914400">
              <a:lnSpc>
                <a:spcPct val="100000"/>
              </a:lnSpc>
              <a:buNone/>
              <a:tabLst>
                <a:tab algn="l" pos="0"/>
              </a:tabLst>
            </a:pPr>
            <a:r>
              <a:rPr b="0" lang="en-US" sz="1600" strike="noStrike" u="none">
                <a:solidFill>
                  <a:schemeClr val="dk1"/>
                </a:solidFill>
                <a:effectLst/>
                <a:uFillTx/>
                <a:latin typeface="Arial"/>
              </a:rPr>
              <a:t>Slide subtitle; Arial 16pt, sentence case (multi-line)</a:t>
            </a:r>
            <a:endParaRPr b="0" lang="en-US" sz="1600" strike="noStrike" u="none">
              <a:solidFill>
                <a:srgbClr val="000000"/>
              </a:solidFill>
              <a:effectLst/>
              <a:uFillTx/>
              <a:latin typeface="Arial"/>
            </a:endParaRPr>
          </a:p>
        </p:txBody>
      </p:sp>
      <p:sp>
        <p:nvSpPr>
          <p:cNvPr id="315" name="Dynamic O">
            <a:extLst>
              <a:ext uri="{C183D7F6-B498-43B3-948B-1728B52AA6E4}">
                <adec:decorative xmlns:adec="http://schemas.microsoft.com/office/drawing/2017/decorative" val="1"/>
              </a:ext>
            </a:extLst>
          </p:cNvPr>
          <p:cNvSpPr/>
          <p:nvPr/>
        </p:nvSpPr>
        <p:spPr>
          <a:xfrm>
            <a:off x="9839160" y="4542120"/>
            <a:ext cx="2351880" cy="2315160"/>
          </a:xfrm>
          <a:custGeom>
            <a:avLst/>
            <a:gdLst>
              <a:gd name="textAreaLeft" fmla="*/ 0 w 2351880"/>
              <a:gd name="textAreaRight" fmla="*/ 2352600 w 2351880"/>
              <a:gd name="textAreaTop" fmla="*/ 0 h 2315160"/>
              <a:gd name="textAreaBottom" fmla="*/ 2315880 h 2315160"/>
              <a:gd name="GluePoint1X" fmla="*/ 0 w 2352714"/>
              <a:gd name="GluePoint1Y" fmla="*/ 0 h 2315783"/>
              <a:gd name="GluePoint2X" fmla="*/ 2352714 w 2352714"/>
              <a:gd name="GluePoint2Y" fmla="*/ 0 h 2315783"/>
              <a:gd name="GluePoint3X" fmla="*/ 2352714 w 2352714"/>
              <a:gd name="GluePoint3Y" fmla="*/ 2315783 h 2315783"/>
              <a:gd name="GluePoint4X" fmla="*/ 0 w 2352714"/>
              <a:gd name="GluePoint4Y" fmla="*/ 2315783 h 2315783"/>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352714" h="2315783">
                <a:moveTo>
                  <a:pt x="0" y="0"/>
                </a:moveTo>
                <a:lnTo>
                  <a:pt x="2352714" y="0"/>
                </a:lnTo>
                <a:lnTo>
                  <a:pt x="2352714" y="2315783"/>
                </a:lnTo>
                <a:lnTo>
                  <a:pt x="0" y="2315783"/>
                </a:lnTo>
                <a:close/>
              </a:path>
            </a:pathLst>
          </a:custGeom>
          <a:blipFill rotWithShape="0">
            <a:blip r:embed="rId4"/>
            <a:srcRect/>
            <a:stretch/>
          </a:blip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316" name="PlaceHolder 3"/>
          <p:cNvSpPr>
            <a:spLocks noGrp="1"/>
          </p:cNvSpPr>
          <p:nvPr>
            <p:ph type="dt" idx="70"/>
          </p:nvPr>
        </p:nvSpPr>
        <p:spPr>
          <a:xfrm>
            <a:off x="0" y="7170840"/>
            <a:ext cx="9136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r>
              <a:rPr b="0" lang="en-US" sz="200" strike="noStrike" u="none">
                <a:solidFill>
                  <a:schemeClr val="dk1"/>
                </a:solidFill>
                <a:effectLst/>
                <a:uFillTx/>
                <a:latin typeface="Arial"/>
              </a:rPr>
              <a:t>&lt;date/time&gt;</a:t>
            </a:r>
            <a:endParaRPr b="0" lang="en-US" sz="200" strike="noStrike" u="none">
              <a:solidFill>
                <a:srgbClr val="000000"/>
              </a:solidFill>
              <a:effectLst/>
              <a:uFillTx/>
              <a:latin typeface="Times New Roman"/>
            </a:endParaRPr>
          </a:p>
        </p:txBody>
      </p:sp>
      <p:sp>
        <p:nvSpPr>
          <p:cNvPr id="317" name="PlaceHolder 4"/>
          <p:cNvSpPr>
            <a:spLocks noGrp="1"/>
          </p:cNvSpPr>
          <p:nvPr>
            <p:ph type="ftr" idx="71"/>
          </p:nvPr>
        </p:nvSpPr>
        <p:spPr>
          <a:xfrm>
            <a:off x="0" y="7120440"/>
            <a:ext cx="11548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r>
              <a:rPr b="0" lang="en-US" sz="200" strike="noStrike" u="none">
                <a:solidFill>
                  <a:schemeClr val="dk1"/>
                </a:solidFill>
                <a:effectLst/>
                <a:uFillTx/>
                <a:latin typeface="Arial"/>
              </a:rPr>
              <a:t>&lt;footer&gt;</a:t>
            </a:r>
            <a:endParaRPr b="0" lang="en-US" sz="200" strike="noStrike" u="none">
              <a:solidFill>
                <a:srgbClr val="000000"/>
              </a:solidFill>
              <a:effectLst/>
              <a:uFillTx/>
              <a:latin typeface="Times New Roman"/>
            </a:endParaRPr>
          </a:p>
        </p:txBody>
      </p:sp>
      <p:sp>
        <p:nvSpPr>
          <p:cNvPr id="318" name="PlaceHolder 5"/>
          <p:cNvSpPr>
            <a:spLocks noGrp="1"/>
          </p:cNvSpPr>
          <p:nvPr>
            <p:ph type="sldNum" idx="72"/>
          </p:nvPr>
        </p:nvSpPr>
        <p:spPr>
          <a:xfrm>
            <a:off x="0" y="7221600"/>
            <a:ext cx="9136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fld id="{A069FD05-01BE-4774-A153-A534EF32D640}" type="slidenum">
              <a:rPr b="0" lang="en-US" sz="200" strike="noStrike" u="none">
                <a:solidFill>
                  <a:schemeClr val="dk1"/>
                </a:solidFill>
                <a:effectLst/>
                <a:uFillTx/>
                <a:latin typeface="Arial"/>
              </a:rPr>
              <a:t>&lt;number&gt;</a:t>
            </a:fld>
            <a:endParaRPr b="0" lang="en-US" sz="200" strike="noStrike" u="none">
              <a:solidFill>
                <a:srgbClr val="000000"/>
              </a:solidFill>
              <a:effectLst/>
              <a:uFillTx/>
              <a:latin typeface="Times New Roman"/>
            </a:endParaRP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Two Lines - Dynamic O">
    <p:bg>
      <p:bgPr>
        <a:solidFill>
          <a:srgbClr val="ffffff"/>
        </a:solidFill>
      </p:bgPr>
    </p:bg>
    <p:spTree>
      <p:nvGrpSpPr>
        <p:cNvPr id="1" name=""/>
        <p:cNvGrpSpPr/>
        <p:nvPr/>
      </p:nvGrpSpPr>
      <p:grpSpPr>
        <a:xfrm>
          <a:off x="0" y="0"/>
          <a:ext cx="0" cy="0"/>
          <a:chOff x="0" y="0"/>
          <a:chExt cx="0" cy="0"/>
        </a:xfrm>
      </p:grpSpPr>
      <p:pic>
        <p:nvPicPr>
          <p:cNvPr id="319" name="Optum Logo" descr="Optum"/>
          <p:cNvPicPr/>
          <p:nvPr/>
        </p:nvPicPr>
        <p:blipFill>
          <a:blip r:embed="rId2">
            <a:extLst>
              <a:ext uri="{96DAC541-7B7A-43D3-8B79-37D633B846F1}">
                <asvg:svgBlip xmlns:asvg="http://schemas.microsoft.com/office/drawing/2016/SVG/main" r:embed="rId3"/>
              </a:ext>
            </a:extLst>
          </a:blip>
          <a:stretch/>
        </p:blipFill>
        <p:spPr>
          <a:xfrm>
            <a:off x="461880" y="6343560"/>
            <a:ext cx="772200" cy="223200"/>
          </a:xfrm>
          <a:prstGeom prst="rect">
            <a:avLst/>
          </a:prstGeom>
          <a:noFill/>
          <a:ln w="0">
            <a:noFill/>
          </a:ln>
        </p:spPr>
      </p:pic>
      <p:sp>
        <p:nvSpPr>
          <p:cNvPr id="320" name="Page Number"/>
          <p:cNvSpPr/>
          <p:nvPr/>
        </p:nvSpPr>
        <p:spPr>
          <a:xfrm>
            <a:off x="11576160" y="6394320"/>
            <a:ext cx="156240" cy="15300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7BF1DB48-399C-4920-AD44-3BF385150777}" type="slidenum">
              <a:rPr b="1" lang="en-US" sz="1000" strike="noStrike" u="none">
                <a:solidFill>
                  <a:schemeClr val="dk1"/>
                </a:solidFill>
                <a:effectLst/>
                <a:uFillTx/>
                <a:latin typeface="Arial"/>
              </a:rPr>
              <a:t>&lt;number&gt;</a:t>
            </a:fld>
            <a:endParaRPr b="0" lang="en-US" sz="1000" strike="noStrike" u="none">
              <a:solidFill>
                <a:srgbClr val="000000"/>
              </a:solidFill>
              <a:effectLst/>
              <a:uFillTx/>
              <a:latin typeface="Arial"/>
            </a:endParaRPr>
          </a:p>
        </p:txBody>
      </p:sp>
      <p:sp>
        <p:nvSpPr>
          <p:cNvPr id="321" name="Copyright"/>
          <p:cNvSpPr/>
          <p:nvPr/>
        </p:nvSpPr>
        <p:spPr>
          <a:xfrm>
            <a:off x="4699080" y="6431760"/>
            <a:ext cx="2793240" cy="10656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000000"/>
              </a:solidFill>
              <a:effectLst/>
              <a:uFillTx/>
              <a:latin typeface="Arial"/>
            </a:endParaRPr>
          </a:p>
        </p:txBody>
      </p:sp>
      <p:cxnSp>
        <p:nvCxnSpPr>
          <p:cNvPr id="322" name="Stroke">
            <a:extLst>
              <a:ext uri="{C183D7F6-B498-43B3-948B-1728B52AA6E4}">
                <adec:decorative xmlns:adec="http://schemas.microsoft.com/office/drawing/2017/decorative" val="1"/>
              </a:ext>
            </a:extLst>
          </p:cNvPr>
          <p:cNvCxnSpPr/>
          <p:nvPr/>
        </p:nvCxnSpPr>
        <p:spPr>
          <a:xfrm>
            <a:off x="467640" y="410760"/>
            <a:ext cx="522720" cy="720"/>
          </a:xfrm>
          <a:prstGeom prst="straightConnector1">
            <a:avLst/>
          </a:prstGeom>
          <a:ln cap="rnd" w="38100">
            <a:solidFill>
              <a:srgbClr val="ff612b"/>
            </a:solidFill>
            <a:round/>
          </a:ln>
        </p:spPr>
      </p:cxnSp>
      <p:sp>
        <p:nvSpPr>
          <p:cNvPr id="323" name="PlaceHolder 1"/>
          <p:cNvSpPr>
            <a:spLocks noGrp="1"/>
          </p:cNvSpPr>
          <p:nvPr>
            <p:ph type="title"/>
          </p:nvPr>
        </p:nvSpPr>
        <p:spPr>
          <a:xfrm>
            <a:off x="468000" y="555480"/>
            <a:ext cx="9600480" cy="608760"/>
          </a:xfrm>
          <a:prstGeom prst="rect">
            <a:avLst/>
          </a:prstGeom>
          <a:noFill/>
          <a:ln w="0">
            <a:noFill/>
          </a:ln>
        </p:spPr>
        <p:txBody>
          <a:bodyPr lIns="0" rIns="0" tIns="0" bIns="0" anchor="t">
            <a:noAutofit/>
          </a:bodyPr>
          <a:p>
            <a:pPr indent="0" defTabSz="914400">
              <a:lnSpc>
                <a:spcPct val="90000"/>
              </a:lnSpc>
              <a:buNone/>
              <a:tabLst>
                <a:tab algn="l" pos="0"/>
              </a:tabLst>
            </a:pPr>
            <a:r>
              <a:rPr b="0" lang="en-US" sz="2200" strike="noStrike" u="none">
                <a:solidFill>
                  <a:schemeClr val="dk1"/>
                </a:solidFill>
                <a:effectLst/>
                <a:uFillTx/>
                <a:latin typeface="Georgia Pro"/>
              </a:rPr>
              <a:t>Slide title; Georgia Pro 22pt, sentence case. This layout accommodates a slide title that extends downward to a second line (max. 2 lines).</a:t>
            </a:r>
            <a:endParaRPr b="0" lang="en-US" sz="2200" strike="noStrike" u="none">
              <a:solidFill>
                <a:srgbClr val="000000"/>
              </a:solidFill>
              <a:effectLst/>
              <a:uFillTx/>
              <a:latin typeface="Arial"/>
            </a:endParaRPr>
          </a:p>
        </p:txBody>
      </p:sp>
      <p:sp>
        <p:nvSpPr>
          <p:cNvPr id="324" name="Dynamic O">
            <a:extLst>
              <a:ext uri="{C183D7F6-B498-43B3-948B-1728B52AA6E4}">
                <adec:decorative xmlns:adec="http://schemas.microsoft.com/office/drawing/2017/decorative" val="1"/>
              </a:ext>
            </a:extLst>
          </p:cNvPr>
          <p:cNvSpPr/>
          <p:nvPr/>
        </p:nvSpPr>
        <p:spPr>
          <a:xfrm>
            <a:off x="9839160" y="4542120"/>
            <a:ext cx="2351880" cy="2315160"/>
          </a:xfrm>
          <a:custGeom>
            <a:avLst/>
            <a:gdLst>
              <a:gd name="textAreaLeft" fmla="*/ 0 w 2351880"/>
              <a:gd name="textAreaRight" fmla="*/ 2352600 w 2351880"/>
              <a:gd name="textAreaTop" fmla="*/ 0 h 2315160"/>
              <a:gd name="textAreaBottom" fmla="*/ 2315880 h 2315160"/>
              <a:gd name="GluePoint1X" fmla="*/ 0 w 2352714"/>
              <a:gd name="GluePoint1Y" fmla="*/ 0 h 2315783"/>
              <a:gd name="GluePoint2X" fmla="*/ 2352714 w 2352714"/>
              <a:gd name="GluePoint2Y" fmla="*/ 0 h 2315783"/>
              <a:gd name="GluePoint3X" fmla="*/ 2352714 w 2352714"/>
              <a:gd name="GluePoint3Y" fmla="*/ 2315783 h 2315783"/>
              <a:gd name="GluePoint4X" fmla="*/ 0 w 2352714"/>
              <a:gd name="GluePoint4Y" fmla="*/ 2315783 h 2315783"/>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352714" h="2315783">
                <a:moveTo>
                  <a:pt x="0" y="0"/>
                </a:moveTo>
                <a:lnTo>
                  <a:pt x="2352714" y="0"/>
                </a:lnTo>
                <a:lnTo>
                  <a:pt x="2352714" y="2315783"/>
                </a:lnTo>
                <a:lnTo>
                  <a:pt x="0" y="2315783"/>
                </a:lnTo>
                <a:close/>
              </a:path>
            </a:pathLst>
          </a:custGeom>
          <a:blipFill rotWithShape="0">
            <a:blip r:embed="rId4"/>
            <a:srcRect/>
            <a:stretch/>
          </a:blip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325" name="PlaceHolder 2"/>
          <p:cNvSpPr>
            <a:spLocks noGrp="1"/>
          </p:cNvSpPr>
          <p:nvPr>
            <p:ph type="dt" idx="73"/>
          </p:nvPr>
        </p:nvSpPr>
        <p:spPr>
          <a:xfrm>
            <a:off x="0" y="7170840"/>
            <a:ext cx="9136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r>
              <a:rPr b="0" lang="en-US" sz="200" strike="noStrike" u="none">
                <a:solidFill>
                  <a:schemeClr val="dk1"/>
                </a:solidFill>
                <a:effectLst/>
                <a:uFillTx/>
                <a:latin typeface="Arial"/>
              </a:rPr>
              <a:t>&lt;date/time&gt;</a:t>
            </a:r>
            <a:endParaRPr b="0" lang="en-US" sz="200" strike="noStrike" u="none">
              <a:solidFill>
                <a:srgbClr val="000000"/>
              </a:solidFill>
              <a:effectLst/>
              <a:uFillTx/>
              <a:latin typeface="Times New Roman"/>
            </a:endParaRPr>
          </a:p>
        </p:txBody>
      </p:sp>
      <p:sp>
        <p:nvSpPr>
          <p:cNvPr id="326" name="PlaceHolder 3"/>
          <p:cNvSpPr>
            <a:spLocks noGrp="1"/>
          </p:cNvSpPr>
          <p:nvPr>
            <p:ph type="ftr" idx="74"/>
          </p:nvPr>
        </p:nvSpPr>
        <p:spPr>
          <a:xfrm>
            <a:off x="0" y="7120440"/>
            <a:ext cx="11548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r>
              <a:rPr b="0" lang="en-US" sz="200" strike="noStrike" u="none">
                <a:solidFill>
                  <a:schemeClr val="dk1"/>
                </a:solidFill>
                <a:effectLst/>
                <a:uFillTx/>
                <a:latin typeface="Arial"/>
              </a:rPr>
              <a:t>&lt;footer&gt;</a:t>
            </a:r>
            <a:endParaRPr b="0" lang="en-US" sz="200" strike="noStrike" u="none">
              <a:solidFill>
                <a:srgbClr val="000000"/>
              </a:solidFill>
              <a:effectLst/>
              <a:uFillTx/>
              <a:latin typeface="Times New Roman"/>
            </a:endParaRPr>
          </a:p>
        </p:txBody>
      </p:sp>
      <p:sp>
        <p:nvSpPr>
          <p:cNvPr id="327" name="PlaceHolder 4"/>
          <p:cNvSpPr>
            <a:spLocks noGrp="1"/>
          </p:cNvSpPr>
          <p:nvPr>
            <p:ph type="sldNum" idx="75"/>
          </p:nvPr>
        </p:nvSpPr>
        <p:spPr>
          <a:xfrm>
            <a:off x="0" y="7221600"/>
            <a:ext cx="9136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fld id="{BC4B4508-6316-4709-A671-28E7D18BBAEB}" type="slidenum">
              <a:rPr b="0" lang="en-US" sz="200" strike="noStrike" u="none">
                <a:solidFill>
                  <a:schemeClr val="dk1"/>
                </a:solidFill>
                <a:effectLst/>
                <a:uFillTx/>
                <a:latin typeface="Arial"/>
              </a:rPr>
              <a:t>&lt;number&gt;</a:t>
            </a:fld>
            <a:endParaRPr b="0" lang="en-US" sz="200" strike="noStrike" u="none">
              <a:solidFill>
                <a:srgbClr val="000000"/>
              </a:solidFill>
              <a:effectLst/>
              <a:uFillTx/>
              <a:latin typeface="Times New Roman"/>
            </a:endParaRPr>
          </a:p>
        </p:txBody>
      </p:sp>
      <p:sp>
        <p:nvSpPr>
          <p:cNvPr id="328" name="PlaceHolder 5"/>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600" strike="noStrike" u="none">
                <a:solidFill>
                  <a:schemeClr val="dk1"/>
                </a:solidFill>
                <a:effectLst/>
                <a:uFillTx/>
                <a:latin typeface="Arial"/>
              </a:rPr>
              <a:t>Click to edit the outline text format</a:t>
            </a:r>
            <a:endParaRPr b="0" lang="en-US" sz="16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600" strike="noStrike" u="none">
                <a:solidFill>
                  <a:schemeClr val="dk1"/>
                </a:solidFill>
                <a:effectLst/>
                <a:uFillTx/>
                <a:latin typeface="Arial"/>
              </a:rPr>
              <a:t>Second Outline Level</a:t>
            </a:r>
            <a:endParaRPr b="0" lang="en-US" sz="16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1600" strike="noStrike" u="none">
                <a:solidFill>
                  <a:schemeClr val="dk1"/>
                </a:solidFill>
                <a:effectLst/>
                <a:uFillTx/>
                <a:latin typeface="Arial"/>
              </a:rPr>
              <a:t>Third Outline Level</a:t>
            </a:r>
            <a:endParaRPr b="0" lang="en-US" sz="16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1400" strike="noStrike" u="none">
                <a:solidFill>
                  <a:schemeClr val="dk1"/>
                </a:solidFill>
                <a:effectLst/>
                <a:uFillTx/>
                <a:latin typeface="Arial"/>
              </a:rPr>
              <a:t>Fourth Outline Level</a:t>
            </a:r>
            <a:endParaRPr b="0" lang="en-US" sz="14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2000" strike="noStrike" u="none">
                <a:solidFill>
                  <a:schemeClr val="dk1"/>
                </a:solidFill>
                <a:effectLst/>
                <a:uFillTx/>
                <a:latin typeface="Arial"/>
              </a:rPr>
              <a:t>Fifth Outline Level</a:t>
            </a:r>
            <a:endParaRPr b="0" lang="en-US" sz="20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2000" strike="noStrike" u="none">
                <a:solidFill>
                  <a:schemeClr val="dk1"/>
                </a:solidFill>
                <a:effectLst/>
                <a:uFillTx/>
                <a:latin typeface="Arial"/>
              </a:rPr>
              <a:t>Sixth Outline Level</a:t>
            </a:r>
            <a:endParaRPr b="0" lang="en-US" sz="20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2000" strike="noStrike" u="none">
                <a:solidFill>
                  <a:schemeClr val="dk1"/>
                </a:solidFill>
                <a:effectLst/>
                <a:uFillTx/>
                <a:latin typeface="Arial"/>
              </a:rPr>
              <a:t>Seventh Outline Level</a:t>
            </a:r>
            <a:endParaRPr b="0" lang="en-US" sz="2000" strike="noStrike" u="none">
              <a:solidFill>
                <a:srgbClr val="000000"/>
              </a:solidFill>
              <a:effectLst/>
              <a:uFillTx/>
              <a:latin typeface="Arial"/>
            </a:endParaRP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 Dynamic O">
    <p:bg>
      <p:bgPr>
        <a:solidFill>
          <a:srgbClr val="ffffff"/>
        </a:solidFill>
      </p:bgPr>
    </p:bg>
    <p:spTree>
      <p:nvGrpSpPr>
        <p:cNvPr id="1" name=""/>
        <p:cNvGrpSpPr/>
        <p:nvPr/>
      </p:nvGrpSpPr>
      <p:grpSpPr>
        <a:xfrm>
          <a:off x="0" y="0"/>
          <a:ext cx="0" cy="0"/>
          <a:chOff x="0" y="0"/>
          <a:chExt cx="0" cy="0"/>
        </a:xfrm>
      </p:grpSpPr>
      <p:pic>
        <p:nvPicPr>
          <p:cNvPr id="329" name="Optum Logo" descr="Optum"/>
          <p:cNvPicPr/>
          <p:nvPr/>
        </p:nvPicPr>
        <p:blipFill>
          <a:blip r:embed="rId2">
            <a:extLst>
              <a:ext uri="{96DAC541-7B7A-43D3-8B79-37D633B846F1}">
                <asvg:svgBlip xmlns:asvg="http://schemas.microsoft.com/office/drawing/2016/SVG/main" r:embed="rId3"/>
              </a:ext>
            </a:extLst>
          </a:blip>
          <a:stretch/>
        </p:blipFill>
        <p:spPr>
          <a:xfrm>
            <a:off x="461880" y="6343560"/>
            <a:ext cx="772200" cy="223200"/>
          </a:xfrm>
          <a:prstGeom prst="rect">
            <a:avLst/>
          </a:prstGeom>
          <a:noFill/>
          <a:ln w="0">
            <a:noFill/>
          </a:ln>
        </p:spPr>
      </p:pic>
      <p:sp>
        <p:nvSpPr>
          <p:cNvPr id="330" name="Page Number"/>
          <p:cNvSpPr/>
          <p:nvPr/>
        </p:nvSpPr>
        <p:spPr>
          <a:xfrm>
            <a:off x="11576160" y="6394320"/>
            <a:ext cx="156240" cy="15300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57FAF27F-49E7-4470-9201-20EE400A1E4E}" type="slidenum">
              <a:rPr b="1" lang="en-US" sz="1000" strike="noStrike" u="none">
                <a:solidFill>
                  <a:schemeClr val="dk1"/>
                </a:solidFill>
                <a:effectLst/>
                <a:uFillTx/>
                <a:latin typeface="Arial"/>
              </a:rPr>
              <a:t>&lt;number&gt;</a:t>
            </a:fld>
            <a:endParaRPr b="0" lang="en-US" sz="1000" strike="noStrike" u="none">
              <a:solidFill>
                <a:srgbClr val="000000"/>
              </a:solidFill>
              <a:effectLst/>
              <a:uFillTx/>
              <a:latin typeface="Arial"/>
            </a:endParaRPr>
          </a:p>
        </p:txBody>
      </p:sp>
      <p:sp>
        <p:nvSpPr>
          <p:cNvPr id="331" name="Copyright"/>
          <p:cNvSpPr/>
          <p:nvPr/>
        </p:nvSpPr>
        <p:spPr>
          <a:xfrm>
            <a:off x="4699080" y="6431760"/>
            <a:ext cx="2793240" cy="10656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000000"/>
              </a:solidFill>
              <a:effectLst/>
              <a:uFillTx/>
              <a:latin typeface="Arial"/>
            </a:endParaRPr>
          </a:p>
        </p:txBody>
      </p:sp>
      <p:cxnSp>
        <p:nvCxnSpPr>
          <p:cNvPr id="332" name="Stroke">
            <a:extLst>
              <a:ext uri="{C183D7F6-B498-43B3-948B-1728B52AA6E4}">
                <adec:decorative xmlns:adec="http://schemas.microsoft.com/office/drawing/2017/decorative" val="1"/>
              </a:ext>
            </a:extLst>
          </p:cNvPr>
          <p:cNvCxnSpPr/>
          <p:nvPr/>
        </p:nvCxnSpPr>
        <p:spPr>
          <a:xfrm>
            <a:off x="467640" y="410760"/>
            <a:ext cx="522720" cy="720"/>
          </a:xfrm>
          <a:prstGeom prst="straightConnector1">
            <a:avLst/>
          </a:prstGeom>
          <a:ln cap="rnd" w="38100">
            <a:solidFill>
              <a:srgbClr val="ff612b"/>
            </a:solidFill>
            <a:round/>
          </a:ln>
        </p:spPr>
      </p:cxnSp>
      <p:sp>
        <p:nvSpPr>
          <p:cNvPr id="333" name="PlaceHolder 1"/>
          <p:cNvSpPr>
            <a:spLocks noGrp="1"/>
          </p:cNvSpPr>
          <p:nvPr>
            <p:ph type="title"/>
          </p:nvPr>
        </p:nvSpPr>
        <p:spPr>
          <a:xfrm>
            <a:off x="468000" y="555480"/>
            <a:ext cx="9600480" cy="303840"/>
          </a:xfrm>
          <a:prstGeom prst="rect">
            <a:avLst/>
          </a:prstGeom>
          <a:noFill/>
          <a:ln w="0">
            <a:noFill/>
          </a:ln>
        </p:spPr>
        <p:txBody>
          <a:bodyPr lIns="0" rIns="0" tIns="0" bIns="0" anchor="t">
            <a:noAutofit/>
          </a:bodyPr>
          <a:p>
            <a:pPr indent="0" defTabSz="914400">
              <a:lnSpc>
                <a:spcPct val="90000"/>
              </a:lnSpc>
              <a:buNone/>
              <a:tabLst>
                <a:tab algn="l" pos="0"/>
              </a:tabLst>
            </a:pPr>
            <a:r>
              <a:rPr b="0" lang="en-US" sz="2200" strike="noStrike" u="none">
                <a:solidFill>
                  <a:schemeClr val="dk1"/>
                </a:solidFill>
                <a:effectLst/>
                <a:uFillTx/>
                <a:latin typeface="Georgia Pro"/>
              </a:rPr>
              <a:t>Slide title; Georgia Pro 22pt, sentence case (1 line)</a:t>
            </a:r>
            <a:endParaRPr b="0" lang="en-US" sz="2200" strike="noStrike" u="none">
              <a:solidFill>
                <a:srgbClr val="000000"/>
              </a:solidFill>
              <a:effectLst/>
              <a:uFillTx/>
              <a:latin typeface="Arial"/>
            </a:endParaRPr>
          </a:p>
        </p:txBody>
      </p:sp>
      <p:sp>
        <p:nvSpPr>
          <p:cNvPr id="334" name="PlaceHolder 2"/>
          <p:cNvSpPr>
            <a:spLocks noGrp="1"/>
          </p:cNvSpPr>
          <p:nvPr>
            <p:ph type="body"/>
          </p:nvPr>
        </p:nvSpPr>
        <p:spPr>
          <a:xfrm>
            <a:off x="1398240" y="1557360"/>
            <a:ext cx="7740000" cy="3929400"/>
          </a:xfrm>
          <a:prstGeom prst="rect">
            <a:avLst/>
          </a:prstGeom>
          <a:noFill/>
          <a:ln w="0">
            <a:noFill/>
          </a:ln>
        </p:spPr>
        <p:txBody>
          <a:bodyPr lIns="0" rIns="0" tIns="0" bIns="0" anchor="t">
            <a:noAutofit/>
          </a:bodyPr>
          <a:p>
            <a:pPr indent="0" defTabSz="914400">
              <a:lnSpc>
                <a:spcPct val="100000"/>
              </a:lnSpc>
              <a:spcBef>
                <a:spcPts val="601"/>
              </a:spcBef>
              <a:buNone/>
              <a:tabLst>
                <a:tab algn="l" pos="0"/>
              </a:tabLst>
            </a:pPr>
            <a:r>
              <a:rPr b="0" lang="en-US" sz="1600" strike="noStrike" u="none">
                <a:solidFill>
                  <a:schemeClr val="dk1"/>
                </a:solidFill>
                <a:effectLst/>
                <a:uFillTx/>
                <a:latin typeface="Arial"/>
              </a:rPr>
              <a:t>Click to type text. To activate sub-level formatting, place cursor at beginning of text/line and hit tab or shift tab. Click icon for chart or table.</a:t>
            </a:r>
            <a:endParaRPr b="0" lang="en-US" sz="1600" strike="noStrike" u="none">
              <a:solidFill>
                <a:srgbClr val="000000"/>
              </a:solidFill>
              <a:effectLst/>
              <a:uFillTx/>
              <a:latin typeface="Arial"/>
            </a:endParaRPr>
          </a:p>
          <a:p>
            <a:pPr lvl="1" marL="171360" indent="-171360" defTabSz="914400">
              <a:lnSpc>
                <a:spcPct val="100000"/>
              </a:lnSpc>
              <a:spcBef>
                <a:spcPts val="601"/>
              </a:spcBef>
              <a:buClr>
                <a:srgbClr val="3d3c38"/>
              </a:buClr>
              <a:buFont typeface="Arial"/>
              <a:buChar char="•"/>
              <a:tabLst>
                <a:tab algn="l" pos="0"/>
              </a:tabLst>
            </a:pPr>
            <a:r>
              <a:rPr b="0" lang="en-US" sz="1600" strike="noStrike" u="none">
                <a:solidFill>
                  <a:schemeClr val="dk1"/>
                </a:solidFill>
                <a:effectLst/>
                <a:uFillTx/>
                <a:latin typeface="Arial"/>
              </a:rPr>
              <a:t>Second level</a:t>
            </a:r>
            <a:endParaRPr b="0" lang="en-US" sz="1600" strike="noStrike" u="none">
              <a:solidFill>
                <a:srgbClr val="000000"/>
              </a:solidFill>
              <a:effectLst/>
              <a:uFillTx/>
              <a:latin typeface="Arial"/>
            </a:endParaRPr>
          </a:p>
          <a:p>
            <a:pPr marL="171360" indent="0" defTabSz="914400">
              <a:lnSpc>
                <a:spcPct val="100000"/>
              </a:lnSpc>
              <a:spcBef>
                <a:spcPts val="601"/>
              </a:spcBef>
              <a:buNone/>
              <a:tabLst>
                <a:tab algn="l" pos="0"/>
              </a:tabLst>
            </a:pPr>
            <a:r>
              <a:rPr b="0" lang="en-US" sz="1600" strike="noStrike" u="none">
                <a:solidFill>
                  <a:schemeClr val="dk1"/>
                </a:solidFill>
                <a:effectLst/>
                <a:uFillTx/>
                <a:latin typeface="Arial"/>
              </a:rPr>
              <a:t>Third level</a:t>
            </a:r>
            <a:endParaRPr b="0" lang="en-US" sz="1600" strike="noStrike" u="none">
              <a:solidFill>
                <a:srgbClr val="000000"/>
              </a:solidFill>
              <a:effectLst/>
              <a:uFillTx/>
              <a:latin typeface="Arial"/>
            </a:endParaRPr>
          </a:p>
          <a:p>
            <a:pPr lvl="3" marL="399960" indent="-228600" defTabSz="914400">
              <a:lnSpc>
                <a:spcPct val="100000"/>
              </a:lnSpc>
              <a:spcBef>
                <a:spcPts val="601"/>
              </a:spcBef>
              <a:buClr>
                <a:srgbClr val="3d3c38"/>
              </a:buClr>
              <a:buFont typeface="Arial"/>
              <a:buChar char="–"/>
              <a:tabLst>
                <a:tab algn="l" pos="0"/>
              </a:tabLst>
            </a:pPr>
            <a:r>
              <a:rPr b="0" lang="en-US" sz="1600" strike="noStrike" u="none">
                <a:solidFill>
                  <a:schemeClr val="dk1"/>
                </a:solidFill>
                <a:effectLst/>
                <a:uFillTx/>
                <a:latin typeface="Arial"/>
              </a:rPr>
              <a:t>Fourth level</a:t>
            </a:r>
            <a:endParaRPr b="0" lang="en-US" sz="1600" strike="noStrike" u="none">
              <a:solidFill>
                <a:srgbClr val="000000"/>
              </a:solidFill>
              <a:effectLst/>
              <a:uFillTx/>
              <a:latin typeface="Arial"/>
            </a:endParaRPr>
          </a:p>
          <a:p>
            <a:pPr lvl="4" marL="571680" indent="-171360" defTabSz="914400">
              <a:lnSpc>
                <a:spcPct val="100000"/>
              </a:lnSpc>
              <a:spcBef>
                <a:spcPts val="601"/>
              </a:spcBef>
              <a:buClr>
                <a:srgbClr val="3d3c38"/>
              </a:buClr>
              <a:buFont typeface="Arial"/>
              <a:buChar char="•"/>
              <a:tabLst>
                <a:tab algn="l" pos="0"/>
              </a:tabLst>
            </a:pPr>
            <a:r>
              <a:rPr b="0" lang="en-US" sz="1400" strike="noStrike" u="none">
                <a:solidFill>
                  <a:schemeClr val="dk1"/>
                </a:solidFill>
                <a:effectLst/>
                <a:uFillTx/>
                <a:latin typeface="Arial"/>
              </a:rPr>
              <a:t>Fifth level</a:t>
            </a:r>
            <a:endParaRPr b="0" lang="en-US" sz="1400" strike="noStrike" u="none">
              <a:solidFill>
                <a:srgbClr val="000000"/>
              </a:solidFill>
              <a:effectLst/>
              <a:uFillTx/>
              <a:latin typeface="Arial"/>
            </a:endParaRPr>
          </a:p>
        </p:txBody>
      </p:sp>
      <p:sp>
        <p:nvSpPr>
          <p:cNvPr id="335" name="Dynamic O">
            <a:extLst>
              <a:ext uri="{C183D7F6-B498-43B3-948B-1728B52AA6E4}">
                <adec:decorative xmlns:adec="http://schemas.microsoft.com/office/drawing/2017/decorative" val="1"/>
              </a:ext>
            </a:extLst>
          </p:cNvPr>
          <p:cNvSpPr/>
          <p:nvPr/>
        </p:nvSpPr>
        <p:spPr>
          <a:xfrm>
            <a:off x="9839160" y="4542120"/>
            <a:ext cx="2351880" cy="2315160"/>
          </a:xfrm>
          <a:custGeom>
            <a:avLst/>
            <a:gdLst>
              <a:gd name="textAreaLeft" fmla="*/ 0 w 2351880"/>
              <a:gd name="textAreaRight" fmla="*/ 2352600 w 2351880"/>
              <a:gd name="textAreaTop" fmla="*/ 0 h 2315160"/>
              <a:gd name="textAreaBottom" fmla="*/ 2315880 h 2315160"/>
              <a:gd name="GluePoint1X" fmla="*/ 0 w 2352714"/>
              <a:gd name="GluePoint1Y" fmla="*/ 0 h 2315783"/>
              <a:gd name="GluePoint2X" fmla="*/ 2352714 w 2352714"/>
              <a:gd name="GluePoint2Y" fmla="*/ 0 h 2315783"/>
              <a:gd name="GluePoint3X" fmla="*/ 2352714 w 2352714"/>
              <a:gd name="GluePoint3Y" fmla="*/ 2315783 h 2315783"/>
              <a:gd name="GluePoint4X" fmla="*/ 0 w 2352714"/>
              <a:gd name="GluePoint4Y" fmla="*/ 2315783 h 2315783"/>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352714" h="2315783">
                <a:moveTo>
                  <a:pt x="0" y="0"/>
                </a:moveTo>
                <a:lnTo>
                  <a:pt x="2352714" y="0"/>
                </a:lnTo>
                <a:lnTo>
                  <a:pt x="2352714" y="2315783"/>
                </a:lnTo>
                <a:lnTo>
                  <a:pt x="0" y="2315783"/>
                </a:lnTo>
                <a:close/>
              </a:path>
            </a:pathLst>
          </a:custGeom>
          <a:blipFill rotWithShape="0">
            <a:blip r:embed="rId4"/>
            <a:srcRect/>
            <a:stretch/>
          </a:blip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336" name="PlaceHolder 3"/>
          <p:cNvSpPr>
            <a:spLocks noGrp="1"/>
          </p:cNvSpPr>
          <p:nvPr>
            <p:ph type="dt" idx="76"/>
          </p:nvPr>
        </p:nvSpPr>
        <p:spPr>
          <a:xfrm>
            <a:off x="0" y="7170840"/>
            <a:ext cx="9136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r>
              <a:rPr b="0" lang="en-US" sz="200" strike="noStrike" u="none">
                <a:solidFill>
                  <a:schemeClr val="dk1"/>
                </a:solidFill>
                <a:effectLst/>
                <a:uFillTx/>
                <a:latin typeface="Arial"/>
              </a:rPr>
              <a:t>&lt;date/time&gt;</a:t>
            </a:r>
            <a:endParaRPr b="0" lang="en-US" sz="200" strike="noStrike" u="none">
              <a:solidFill>
                <a:srgbClr val="000000"/>
              </a:solidFill>
              <a:effectLst/>
              <a:uFillTx/>
              <a:latin typeface="Times New Roman"/>
            </a:endParaRPr>
          </a:p>
        </p:txBody>
      </p:sp>
      <p:sp>
        <p:nvSpPr>
          <p:cNvPr id="337" name="PlaceHolder 4"/>
          <p:cNvSpPr>
            <a:spLocks noGrp="1"/>
          </p:cNvSpPr>
          <p:nvPr>
            <p:ph type="ftr" idx="77"/>
          </p:nvPr>
        </p:nvSpPr>
        <p:spPr>
          <a:xfrm>
            <a:off x="0" y="7120440"/>
            <a:ext cx="11548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r>
              <a:rPr b="0" lang="en-US" sz="200" strike="noStrike" u="none">
                <a:solidFill>
                  <a:schemeClr val="dk1"/>
                </a:solidFill>
                <a:effectLst/>
                <a:uFillTx/>
                <a:latin typeface="Arial"/>
              </a:rPr>
              <a:t>&lt;footer&gt;</a:t>
            </a:r>
            <a:endParaRPr b="0" lang="en-US" sz="200" strike="noStrike" u="none">
              <a:solidFill>
                <a:srgbClr val="000000"/>
              </a:solidFill>
              <a:effectLst/>
              <a:uFillTx/>
              <a:latin typeface="Times New Roman"/>
            </a:endParaRPr>
          </a:p>
        </p:txBody>
      </p:sp>
      <p:sp>
        <p:nvSpPr>
          <p:cNvPr id="338" name="PlaceHolder 5"/>
          <p:cNvSpPr>
            <a:spLocks noGrp="1"/>
          </p:cNvSpPr>
          <p:nvPr>
            <p:ph type="sldNum" idx="78"/>
          </p:nvPr>
        </p:nvSpPr>
        <p:spPr>
          <a:xfrm>
            <a:off x="0" y="7221600"/>
            <a:ext cx="9136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fld id="{7570E407-6C8C-4324-812E-E5635A474BB6}" type="slidenum">
              <a:rPr b="0" lang="en-US" sz="200" strike="noStrike" u="none">
                <a:solidFill>
                  <a:schemeClr val="dk1"/>
                </a:solidFill>
                <a:effectLst/>
                <a:uFillTx/>
                <a:latin typeface="Arial"/>
              </a:rPr>
              <a:t>&lt;number&gt;</a:t>
            </a:fld>
            <a:endParaRPr b="0" lang="en-US" sz="200" strike="noStrike" u="none">
              <a:solidFill>
                <a:srgbClr val="000000"/>
              </a:solidFill>
              <a:effectLst/>
              <a:uFillTx/>
              <a:latin typeface="Times New Roman"/>
            </a:endParaRP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04">
    <p:bg>
      <p:bgPr>
        <a:solidFill>
          <a:schemeClr val="lt2"/>
        </a:solidFill>
      </p:bgPr>
    </p:bg>
    <p:spTree>
      <p:nvGrpSpPr>
        <p:cNvPr id="1" name=""/>
        <p:cNvGrpSpPr/>
        <p:nvPr/>
      </p:nvGrpSpPr>
      <p:grpSpPr>
        <a:xfrm>
          <a:off x="0" y="0"/>
          <a:ext cx="0" cy="0"/>
          <a:chOff x="0" y="0"/>
          <a:chExt cx="0" cy="0"/>
        </a:xfrm>
      </p:grpSpPr>
      <p:pic>
        <p:nvPicPr>
          <p:cNvPr id="339" name="Optum Logo" descr="Optum"/>
          <p:cNvPicPr/>
          <p:nvPr/>
        </p:nvPicPr>
        <p:blipFill>
          <a:blip r:embed="rId2">
            <a:extLst>
              <a:ext uri="{96DAC541-7B7A-43D3-8B79-37D633B846F1}">
                <asvg:svgBlip xmlns:asvg="http://schemas.microsoft.com/office/drawing/2016/SVG/main" r:embed="rId3"/>
              </a:ext>
            </a:extLst>
          </a:blip>
          <a:stretch/>
        </p:blipFill>
        <p:spPr>
          <a:xfrm>
            <a:off x="461880" y="6343560"/>
            <a:ext cx="772200" cy="223200"/>
          </a:xfrm>
          <a:prstGeom prst="rect">
            <a:avLst/>
          </a:prstGeom>
          <a:noFill/>
          <a:ln w="0">
            <a:noFill/>
          </a:ln>
        </p:spPr>
      </p:pic>
      <p:sp>
        <p:nvSpPr>
          <p:cNvPr id="340" name="Page Number" hidden="1"/>
          <p:cNvSpPr/>
          <p:nvPr/>
        </p:nvSpPr>
        <p:spPr>
          <a:xfrm>
            <a:off x="11576160" y="6394320"/>
            <a:ext cx="156240" cy="15300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1C8636C8-886B-4E7D-A274-FC31BE2CB39D}" type="slidenum">
              <a:rPr b="1" lang="en-US" sz="1000" strike="noStrike" u="none">
                <a:solidFill>
                  <a:schemeClr val="dk1"/>
                </a:solidFill>
                <a:effectLst/>
                <a:uFillTx/>
                <a:latin typeface="Arial"/>
              </a:rPr>
              <a:t>&lt;number&gt;</a:t>
            </a:fld>
            <a:endParaRPr b="0" lang="en-US" sz="1000" strike="noStrike" u="none">
              <a:solidFill>
                <a:srgbClr val="000000"/>
              </a:solidFill>
              <a:effectLst/>
              <a:uFillTx/>
              <a:latin typeface="Arial"/>
            </a:endParaRPr>
          </a:p>
        </p:txBody>
      </p:sp>
      <p:sp>
        <p:nvSpPr>
          <p:cNvPr id="341" name="Copyright" hidden="1"/>
          <p:cNvSpPr/>
          <p:nvPr/>
        </p:nvSpPr>
        <p:spPr>
          <a:xfrm>
            <a:off x="4699080" y="6431760"/>
            <a:ext cx="2793240" cy="10656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000000"/>
              </a:solidFill>
              <a:effectLst/>
              <a:uFillTx/>
              <a:latin typeface="Arial"/>
            </a:endParaRPr>
          </a:p>
        </p:txBody>
      </p:sp>
      <p:sp>
        <p:nvSpPr>
          <p:cNvPr id="342" name="Orange Title Block">
            <a:extLst>
              <a:ext uri="{C183D7F6-B498-43B3-948B-1728B52AA6E4}">
                <adec:decorative xmlns:adec="http://schemas.microsoft.com/office/drawing/2017/decorative" val="1"/>
              </a:ext>
            </a:extLst>
          </p:cNvPr>
          <p:cNvSpPr/>
          <p:nvPr/>
        </p:nvSpPr>
        <p:spPr>
          <a:xfrm>
            <a:off x="0" y="2456280"/>
            <a:ext cx="139320" cy="1377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lIns="90000" rIns="90000" tIns="45000" bIns="45000" anchor="ctr">
            <a:noAutofit/>
          </a:bodyPr>
          <a:p>
            <a:pPr algn="ctr" defTabSz="914400">
              <a:lnSpc>
                <a:spcPct val="100000"/>
              </a:lnSpc>
              <a:spcBef>
                <a:spcPts val="601"/>
              </a:spcBef>
              <a:tabLst>
                <a:tab algn="l" pos="0"/>
              </a:tabLst>
            </a:pPr>
            <a:endParaRPr b="0" lang="en-US" sz="1400" strike="noStrike" u="none">
              <a:solidFill>
                <a:srgbClr val="ffffff"/>
              </a:solidFill>
              <a:effectLst/>
              <a:uFillTx/>
              <a:latin typeface="Arial"/>
            </a:endParaRPr>
          </a:p>
        </p:txBody>
      </p:sp>
      <p:sp>
        <p:nvSpPr>
          <p:cNvPr id="343" name="PlaceHolder 1"/>
          <p:cNvSpPr>
            <a:spLocks noGrp="1"/>
          </p:cNvSpPr>
          <p:nvPr>
            <p:ph type="title"/>
          </p:nvPr>
        </p:nvSpPr>
        <p:spPr>
          <a:xfrm>
            <a:off x="1044000" y="2397240"/>
            <a:ext cx="4114080" cy="1495080"/>
          </a:xfrm>
          <a:prstGeom prst="rect">
            <a:avLst/>
          </a:prstGeom>
          <a:noFill/>
          <a:ln w="0">
            <a:noFill/>
          </a:ln>
        </p:spPr>
        <p:txBody>
          <a:bodyPr lIns="0" rIns="0" tIns="0" bIns="0" anchor="ctr">
            <a:noAutofit/>
          </a:bodyPr>
          <a:p>
            <a:pPr indent="0" defTabSz="914400">
              <a:lnSpc>
                <a:spcPct val="90000"/>
              </a:lnSpc>
              <a:buNone/>
              <a:tabLst>
                <a:tab algn="l" pos="0"/>
              </a:tabLst>
            </a:pPr>
            <a:r>
              <a:rPr b="0" lang="en-US" sz="3600" strike="noStrike" u="none">
                <a:solidFill>
                  <a:schemeClr val="dk1"/>
                </a:solidFill>
                <a:effectLst/>
                <a:uFillTx/>
                <a:latin typeface="Georgia Pro"/>
              </a:rPr>
              <a:t>Section title; Georgia Pro 36pt, sentence case</a:t>
            </a:r>
            <a:endParaRPr b="0" lang="en-US" sz="3600" strike="noStrike" u="none">
              <a:solidFill>
                <a:srgbClr val="000000"/>
              </a:solidFill>
              <a:effectLst/>
              <a:uFillTx/>
              <a:latin typeface="Arial"/>
            </a:endParaRPr>
          </a:p>
        </p:txBody>
      </p:sp>
      <p:sp>
        <p:nvSpPr>
          <p:cNvPr id="344" name="PlaceHolder 2"/>
          <p:cNvSpPr>
            <a:spLocks noGrp="1"/>
          </p:cNvSpPr>
          <p:nvPr>
            <p:ph type="body"/>
          </p:nvPr>
        </p:nvSpPr>
        <p:spPr>
          <a:xfrm>
            <a:off x="6020640" y="800280"/>
            <a:ext cx="5257080" cy="5257080"/>
          </a:xfrm>
          <a:prstGeom prst="rect">
            <a:avLst/>
          </a:prstGeom>
          <a:noFill/>
          <a:ln w="0">
            <a:noFill/>
          </a:ln>
        </p:spPr>
        <p:txBody>
          <a:bodyPr lIns="90000" rIns="90000" tIns="45000" bIns="45000" anchor="t">
            <a:noAutofit/>
          </a:bodyPr>
          <a:p>
            <a:pPr indent="0" algn="ctr" defTabSz="914400">
              <a:lnSpc>
                <a:spcPct val="100000"/>
              </a:lnSpc>
              <a:buNone/>
              <a:tabLst>
                <a:tab algn="l" pos="0"/>
              </a:tabLst>
            </a:pPr>
            <a:br>
              <a:rPr sz="1400"/>
            </a:br>
            <a:r>
              <a:rPr b="0" lang="en-US" sz="1400" strike="noStrike" u="none">
                <a:solidFill>
                  <a:schemeClr val="dk1"/>
                </a:solidFill>
                <a:effectLst/>
                <a:uFillTx/>
                <a:latin typeface="Arial"/>
              </a:rPr>
              <a:t>Photography should be inserted into this placeholder with unchanged dimensions (5.75” H x 5.75” W). </a:t>
            </a:r>
            <a:br>
              <a:rPr sz="1400"/>
            </a:br>
            <a:br>
              <a:rPr sz="1400"/>
            </a:br>
            <a:r>
              <a:rPr b="0" lang="en-US" sz="1400" strike="noStrike" u="none">
                <a:solidFill>
                  <a:schemeClr val="dk1"/>
                </a:solidFill>
                <a:effectLst/>
                <a:uFillTx/>
                <a:latin typeface="Arial"/>
              </a:rPr>
              <a:t>To access brand approved photography, visit: brand.optum.com/content/photography-new.</a:t>
            </a:r>
            <a:br>
              <a:rPr sz="1400"/>
            </a:br>
            <a:br>
              <a:rPr sz="1400"/>
            </a:br>
            <a:br>
              <a:rPr sz="1400"/>
            </a:br>
            <a:r>
              <a:rPr b="0" lang="en-US" sz="1400" strike="noStrike" u="none">
                <a:solidFill>
                  <a:schemeClr val="dk1"/>
                </a:solidFill>
                <a:effectLst/>
                <a:uFillTx/>
                <a:latin typeface="Arial"/>
              </a:rPr>
              <a:t>DO NOT use Copilot inserted imagery.</a:t>
            </a:r>
            <a:endParaRPr b="0" lang="en-US" sz="1400" strike="noStrike" u="none">
              <a:solidFill>
                <a:srgbClr val="000000"/>
              </a:solidFill>
              <a:effectLst/>
              <a:uFillTx/>
              <a:latin typeface="Arial"/>
            </a:endParaRPr>
          </a:p>
          <a:p>
            <a:pPr indent="0" algn="ctr" defTabSz="914400">
              <a:lnSpc>
                <a:spcPct val="100000"/>
              </a:lnSpc>
              <a:buNone/>
              <a:tabLst>
                <a:tab algn="l" pos="0"/>
              </a:tabLst>
            </a:pPr>
            <a:endParaRPr b="0" lang="en-US" sz="1400" strike="noStrike" u="none">
              <a:solidFill>
                <a:srgbClr val="000000"/>
              </a:solidFill>
              <a:effectLst/>
              <a:uFillTx/>
              <a:latin typeface="Arial"/>
            </a:endParaRPr>
          </a:p>
          <a:p>
            <a:pPr indent="0" algn="ctr" defTabSz="914400">
              <a:lnSpc>
                <a:spcPct val="100000"/>
              </a:lnSpc>
              <a:buNone/>
              <a:tabLst>
                <a:tab algn="l" pos="0"/>
              </a:tabLst>
            </a:pPr>
            <a:endParaRPr b="0" lang="en-US" sz="1400" strike="noStrike" u="none">
              <a:solidFill>
                <a:srgbClr val="000000"/>
              </a:solidFill>
              <a:effectLst/>
              <a:uFillTx/>
              <a:latin typeface="Arial"/>
            </a:endParaRPr>
          </a:p>
        </p:txBody>
      </p:sp>
      <p:pic>
        <p:nvPicPr>
          <p:cNvPr id="345" name="Optum Logo" descr="Optum"/>
          <p:cNvPicPr/>
          <p:nvPr/>
        </p:nvPicPr>
        <p:blipFill>
          <a:blip r:embed="rId4">
            <a:extLst>
              <a:ext uri="{96DAC541-7B7A-43D3-8B79-37D633B846F1}">
                <asvg:svgBlip xmlns:asvg="http://schemas.microsoft.com/office/drawing/2016/SVG/main" r:embed="rId5"/>
              </a:ext>
            </a:extLst>
          </a:blip>
          <a:stretch/>
        </p:blipFill>
        <p:spPr>
          <a:xfrm>
            <a:off x="461880" y="6343560"/>
            <a:ext cx="772200" cy="223200"/>
          </a:xfrm>
          <a:prstGeom prst="rect">
            <a:avLst/>
          </a:prstGeom>
          <a:noFill/>
          <a:ln w="0">
            <a:noFill/>
          </a:ln>
        </p:spPr>
      </p:pic>
      <p:sp>
        <p:nvSpPr>
          <p:cNvPr id="346" name="PlaceHolder 3"/>
          <p:cNvSpPr>
            <a:spLocks noGrp="1"/>
          </p:cNvSpPr>
          <p:nvPr>
            <p:ph type="dt" idx="79"/>
          </p:nvPr>
        </p:nvSpPr>
        <p:spPr>
          <a:xfrm>
            <a:off x="0" y="7170840"/>
            <a:ext cx="9136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r>
              <a:rPr b="0" lang="en-US" sz="200" strike="noStrike" u="none">
                <a:solidFill>
                  <a:schemeClr val="dk1"/>
                </a:solidFill>
                <a:effectLst/>
                <a:uFillTx/>
                <a:latin typeface="Arial"/>
              </a:rPr>
              <a:t>&lt;date/time&gt;</a:t>
            </a:r>
            <a:endParaRPr b="0" lang="en-US" sz="200" strike="noStrike" u="none">
              <a:solidFill>
                <a:srgbClr val="000000"/>
              </a:solidFill>
              <a:effectLst/>
              <a:uFillTx/>
              <a:latin typeface="Times New Roman"/>
            </a:endParaRPr>
          </a:p>
        </p:txBody>
      </p:sp>
      <p:sp>
        <p:nvSpPr>
          <p:cNvPr id="347" name="PlaceHolder 4"/>
          <p:cNvSpPr>
            <a:spLocks noGrp="1"/>
          </p:cNvSpPr>
          <p:nvPr>
            <p:ph type="ftr" idx="80"/>
          </p:nvPr>
        </p:nvSpPr>
        <p:spPr>
          <a:xfrm>
            <a:off x="0" y="7120440"/>
            <a:ext cx="11548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r>
              <a:rPr b="0" lang="en-US" sz="200" strike="noStrike" u="none">
                <a:solidFill>
                  <a:schemeClr val="dk1"/>
                </a:solidFill>
                <a:effectLst/>
                <a:uFillTx/>
                <a:latin typeface="Arial"/>
              </a:rPr>
              <a:t>&lt;footer&gt;</a:t>
            </a:r>
            <a:endParaRPr b="0" lang="en-US" sz="200" strike="noStrike" u="none">
              <a:solidFill>
                <a:srgbClr val="000000"/>
              </a:solidFill>
              <a:effectLst/>
              <a:uFillTx/>
              <a:latin typeface="Times New Roman"/>
            </a:endParaRPr>
          </a:p>
        </p:txBody>
      </p:sp>
      <p:sp>
        <p:nvSpPr>
          <p:cNvPr id="348" name="PlaceHolder 5"/>
          <p:cNvSpPr>
            <a:spLocks noGrp="1"/>
          </p:cNvSpPr>
          <p:nvPr>
            <p:ph type="sldNum" idx="81"/>
          </p:nvPr>
        </p:nvSpPr>
        <p:spPr>
          <a:xfrm>
            <a:off x="0" y="7221600"/>
            <a:ext cx="9136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fld id="{9B9345B7-D62C-41F4-8AE6-11BA07A639A4}" type="slidenum">
              <a:rPr b="0" lang="en-US" sz="200" strike="noStrike" u="none">
                <a:solidFill>
                  <a:schemeClr val="dk1"/>
                </a:solidFill>
                <a:effectLst/>
                <a:uFillTx/>
                <a:latin typeface="Arial"/>
              </a:rPr>
              <a:t>&lt;number&gt;</a:t>
            </a:fld>
            <a:endParaRPr b="0" lang="en-US" sz="200" strike="noStrike" u="none">
              <a:solidFill>
                <a:srgbClr val="000000"/>
              </a:solidFill>
              <a:effectLst/>
              <a:uFillTx/>
              <a:latin typeface="Times New Roman"/>
            </a:endParaRP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 Dynamic O">
    <p:bg>
      <p:bgPr>
        <a:solidFill>
          <a:srgbClr val="ffffff"/>
        </a:solidFill>
      </p:bgPr>
    </p:bg>
    <p:spTree>
      <p:nvGrpSpPr>
        <p:cNvPr id="1" name=""/>
        <p:cNvGrpSpPr/>
        <p:nvPr/>
      </p:nvGrpSpPr>
      <p:grpSpPr>
        <a:xfrm>
          <a:off x="0" y="0"/>
          <a:ext cx="0" cy="0"/>
          <a:chOff x="0" y="0"/>
          <a:chExt cx="0" cy="0"/>
        </a:xfrm>
      </p:grpSpPr>
      <p:pic>
        <p:nvPicPr>
          <p:cNvPr id="349" name="Optum Logo" descr="Optum"/>
          <p:cNvPicPr/>
          <p:nvPr/>
        </p:nvPicPr>
        <p:blipFill>
          <a:blip r:embed="rId2">
            <a:extLst>
              <a:ext uri="{96DAC541-7B7A-43D3-8B79-37D633B846F1}">
                <asvg:svgBlip xmlns:asvg="http://schemas.microsoft.com/office/drawing/2016/SVG/main" r:embed="rId3"/>
              </a:ext>
            </a:extLst>
          </a:blip>
          <a:stretch/>
        </p:blipFill>
        <p:spPr>
          <a:xfrm>
            <a:off x="461880" y="6343560"/>
            <a:ext cx="772200" cy="223200"/>
          </a:xfrm>
          <a:prstGeom prst="rect">
            <a:avLst/>
          </a:prstGeom>
          <a:noFill/>
          <a:ln w="0">
            <a:noFill/>
          </a:ln>
        </p:spPr>
      </p:pic>
      <p:sp>
        <p:nvSpPr>
          <p:cNvPr id="350" name="Page Number"/>
          <p:cNvSpPr/>
          <p:nvPr/>
        </p:nvSpPr>
        <p:spPr>
          <a:xfrm>
            <a:off x="11576160" y="6394320"/>
            <a:ext cx="156240" cy="15300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76F99BAD-EE4A-4880-801D-535A37E990EE}" type="slidenum">
              <a:rPr b="1" lang="en-US" sz="1000" strike="noStrike" u="none">
                <a:solidFill>
                  <a:schemeClr val="dk1"/>
                </a:solidFill>
                <a:effectLst/>
                <a:uFillTx/>
                <a:latin typeface="Arial"/>
              </a:rPr>
              <a:t>&lt;number&gt;</a:t>
            </a:fld>
            <a:endParaRPr b="0" lang="en-US" sz="1000" strike="noStrike" u="none">
              <a:solidFill>
                <a:srgbClr val="000000"/>
              </a:solidFill>
              <a:effectLst/>
              <a:uFillTx/>
              <a:latin typeface="Arial"/>
            </a:endParaRPr>
          </a:p>
        </p:txBody>
      </p:sp>
      <p:sp>
        <p:nvSpPr>
          <p:cNvPr id="351" name="Copyright"/>
          <p:cNvSpPr/>
          <p:nvPr/>
        </p:nvSpPr>
        <p:spPr>
          <a:xfrm>
            <a:off x="4699080" y="6431760"/>
            <a:ext cx="2793240" cy="10656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000000"/>
              </a:solidFill>
              <a:effectLst/>
              <a:uFillTx/>
              <a:latin typeface="Arial"/>
            </a:endParaRPr>
          </a:p>
        </p:txBody>
      </p:sp>
      <p:sp>
        <p:nvSpPr>
          <p:cNvPr id="352" name="Dynamic O">
            <a:extLst>
              <a:ext uri="{C183D7F6-B498-43B3-948B-1728B52AA6E4}">
                <adec:decorative xmlns:adec="http://schemas.microsoft.com/office/drawing/2017/decorative" val="1"/>
              </a:ext>
            </a:extLst>
          </p:cNvPr>
          <p:cNvSpPr/>
          <p:nvPr/>
        </p:nvSpPr>
        <p:spPr>
          <a:xfrm>
            <a:off x="9839160" y="4542120"/>
            <a:ext cx="2351880" cy="2315160"/>
          </a:xfrm>
          <a:custGeom>
            <a:avLst/>
            <a:gdLst>
              <a:gd name="textAreaLeft" fmla="*/ 0 w 2351880"/>
              <a:gd name="textAreaRight" fmla="*/ 2352600 w 2351880"/>
              <a:gd name="textAreaTop" fmla="*/ 0 h 2315160"/>
              <a:gd name="textAreaBottom" fmla="*/ 2315880 h 2315160"/>
              <a:gd name="GluePoint1X" fmla="*/ 0 w 2352714"/>
              <a:gd name="GluePoint1Y" fmla="*/ 0 h 2315783"/>
              <a:gd name="GluePoint2X" fmla="*/ 2352714 w 2352714"/>
              <a:gd name="GluePoint2Y" fmla="*/ 0 h 2315783"/>
              <a:gd name="GluePoint3X" fmla="*/ 2352714 w 2352714"/>
              <a:gd name="GluePoint3Y" fmla="*/ 2315783 h 2315783"/>
              <a:gd name="GluePoint4X" fmla="*/ 0 w 2352714"/>
              <a:gd name="GluePoint4Y" fmla="*/ 2315783 h 2315783"/>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352714" h="2315783">
                <a:moveTo>
                  <a:pt x="0" y="0"/>
                </a:moveTo>
                <a:lnTo>
                  <a:pt x="2352714" y="0"/>
                </a:lnTo>
                <a:lnTo>
                  <a:pt x="2352714" y="2315783"/>
                </a:lnTo>
                <a:lnTo>
                  <a:pt x="0" y="2315783"/>
                </a:lnTo>
                <a:close/>
              </a:path>
            </a:pathLst>
          </a:custGeom>
          <a:blipFill rotWithShape="0">
            <a:blip r:embed="rId4"/>
            <a:srcRect/>
            <a:stretch/>
          </a:blipFill>
          <a:ln w="0">
            <a:noFill/>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353" name="PlaceHolder 1"/>
          <p:cNvSpPr>
            <a:spLocks noGrp="1"/>
          </p:cNvSpPr>
          <p:nvPr>
            <p:ph type="dt" idx="82"/>
          </p:nvPr>
        </p:nvSpPr>
        <p:spPr>
          <a:xfrm>
            <a:off x="0" y="7170840"/>
            <a:ext cx="9136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r>
              <a:rPr b="0" lang="en-US" sz="200" strike="noStrike" u="none">
                <a:solidFill>
                  <a:schemeClr val="dk1"/>
                </a:solidFill>
                <a:effectLst/>
                <a:uFillTx/>
                <a:latin typeface="Arial"/>
              </a:rPr>
              <a:t>&lt;date/time&gt;</a:t>
            </a:r>
            <a:endParaRPr b="0" lang="en-US" sz="200" strike="noStrike" u="none">
              <a:solidFill>
                <a:srgbClr val="000000"/>
              </a:solidFill>
              <a:effectLst/>
              <a:uFillTx/>
              <a:latin typeface="Times New Roman"/>
            </a:endParaRPr>
          </a:p>
        </p:txBody>
      </p:sp>
      <p:sp>
        <p:nvSpPr>
          <p:cNvPr id="354" name="PlaceHolder 2"/>
          <p:cNvSpPr>
            <a:spLocks noGrp="1"/>
          </p:cNvSpPr>
          <p:nvPr>
            <p:ph type="ftr" idx="83"/>
          </p:nvPr>
        </p:nvSpPr>
        <p:spPr>
          <a:xfrm>
            <a:off x="0" y="7120440"/>
            <a:ext cx="11548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r>
              <a:rPr b="0" lang="en-US" sz="200" strike="noStrike" u="none">
                <a:solidFill>
                  <a:schemeClr val="dk1"/>
                </a:solidFill>
                <a:effectLst/>
                <a:uFillTx/>
                <a:latin typeface="Arial"/>
              </a:rPr>
              <a:t>&lt;footer&gt;</a:t>
            </a:r>
            <a:endParaRPr b="0" lang="en-US" sz="200" strike="noStrike" u="none">
              <a:solidFill>
                <a:srgbClr val="000000"/>
              </a:solidFill>
              <a:effectLst/>
              <a:uFillTx/>
              <a:latin typeface="Times New Roman"/>
            </a:endParaRPr>
          </a:p>
        </p:txBody>
      </p:sp>
      <p:sp>
        <p:nvSpPr>
          <p:cNvPr id="355" name="PlaceHolder 3"/>
          <p:cNvSpPr>
            <a:spLocks noGrp="1"/>
          </p:cNvSpPr>
          <p:nvPr>
            <p:ph type="sldNum" idx="84"/>
          </p:nvPr>
        </p:nvSpPr>
        <p:spPr>
          <a:xfrm>
            <a:off x="0" y="7221600"/>
            <a:ext cx="9136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fld id="{7957628B-8C36-44B9-8D0F-7F7C7D79A5DC}" type="slidenum">
              <a:rPr b="0" lang="en-US" sz="200" strike="noStrike" u="none">
                <a:solidFill>
                  <a:schemeClr val="dk1"/>
                </a:solidFill>
                <a:effectLst/>
                <a:uFillTx/>
                <a:latin typeface="Arial"/>
              </a:rPr>
              <a:t>&lt;number&gt;</a:t>
            </a:fld>
            <a:endParaRPr b="0" lang="en-US" sz="200" strike="noStrike" u="none">
              <a:solidFill>
                <a:srgbClr val="000000"/>
              </a:solidFill>
              <a:effectLst/>
              <a:uFillTx/>
              <a:latin typeface="Times New Roman"/>
            </a:endParaRP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    ___    ">
    <p:bg>
      <p:bgPr>
        <a:solidFill>
          <a:srgbClr val="7030a0"/>
        </a:solidFill>
      </p:bgPr>
    </p:bg>
    <p:spTree>
      <p:nvGrpSpPr>
        <p:cNvPr id="1" name=""/>
        <p:cNvGrpSpPr/>
        <p:nvPr/>
      </p:nvGrpSpPr>
      <p:grpSpPr>
        <a:xfrm>
          <a:off x="0" y="0"/>
          <a:ext cx="0" cy="0"/>
          <a:chOff x="0" y="0"/>
          <a:chExt cx="0" cy="0"/>
        </a:xfrm>
      </p:grpSpPr>
      <p:pic>
        <p:nvPicPr>
          <p:cNvPr id="356" name="Optum Logo" descr="Optum"/>
          <p:cNvPicPr/>
          <p:nvPr/>
        </p:nvPicPr>
        <p:blipFill>
          <a:blip r:embed="rId2">
            <a:extLst>
              <a:ext uri="{96DAC541-7B7A-43D3-8B79-37D633B846F1}">
                <asvg:svgBlip xmlns:asvg="http://schemas.microsoft.com/office/drawing/2016/SVG/main" r:embed="rId3"/>
              </a:ext>
            </a:extLst>
          </a:blip>
          <a:stretch/>
        </p:blipFill>
        <p:spPr>
          <a:xfrm>
            <a:off x="461880" y="6343560"/>
            <a:ext cx="772200" cy="223200"/>
          </a:xfrm>
          <a:prstGeom prst="rect">
            <a:avLst/>
          </a:prstGeom>
          <a:noFill/>
          <a:ln w="0">
            <a:noFill/>
          </a:ln>
        </p:spPr>
      </p:pic>
      <p:sp>
        <p:nvSpPr>
          <p:cNvPr id="357" name="Page Number" hidden="1"/>
          <p:cNvSpPr/>
          <p:nvPr/>
        </p:nvSpPr>
        <p:spPr>
          <a:xfrm>
            <a:off x="11576160" y="6394320"/>
            <a:ext cx="156240" cy="15300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A3A61F35-E879-4ABE-BCDE-DD8716BE532F}" type="slidenum">
              <a:rPr b="1" lang="en-US" sz="1000" strike="noStrike" u="none">
                <a:solidFill>
                  <a:schemeClr val="dk1"/>
                </a:solidFill>
                <a:effectLst/>
                <a:uFillTx/>
                <a:latin typeface="Arial"/>
              </a:rPr>
              <a:t>&lt;number&gt;</a:t>
            </a:fld>
            <a:endParaRPr b="0" lang="en-US" sz="1000" strike="noStrike" u="none">
              <a:solidFill>
                <a:srgbClr val="ffffff"/>
              </a:solidFill>
              <a:effectLst/>
              <a:uFillTx/>
              <a:latin typeface="Arial"/>
            </a:endParaRPr>
          </a:p>
        </p:txBody>
      </p:sp>
      <p:sp>
        <p:nvSpPr>
          <p:cNvPr id="358" name="Copyright" hidden="1"/>
          <p:cNvSpPr/>
          <p:nvPr/>
        </p:nvSpPr>
        <p:spPr>
          <a:xfrm>
            <a:off x="4699080" y="6431760"/>
            <a:ext cx="2793240" cy="10656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ffffff"/>
              </a:solidFill>
              <a:effectLst/>
              <a:uFillTx/>
              <a:latin typeface="Arial"/>
            </a:endParaRPr>
          </a:p>
        </p:txBody>
      </p:sp>
      <p:sp>
        <p:nvSpPr>
          <p:cNvPr id="359" name="TextBox 1"/>
          <p:cNvSpPr/>
          <p:nvPr/>
        </p:nvSpPr>
        <p:spPr>
          <a:xfrm>
            <a:off x="743040" y="1351440"/>
            <a:ext cx="9890640" cy="4154400"/>
          </a:xfrm>
          <a:prstGeom prst="rect">
            <a:avLst/>
          </a:prstGeom>
          <a:noFill/>
          <a:ln w="0">
            <a:noFill/>
          </a:ln>
        </p:spPr>
        <p:style>
          <a:lnRef idx="0"/>
          <a:fillRef idx="0"/>
          <a:effectRef idx="0"/>
          <a:fontRef idx="minor"/>
        </p:style>
        <p:txBody>
          <a:bodyPr lIns="0" rIns="0" tIns="0" bIns="0" anchor="t">
            <a:spAutoFit/>
          </a:bodyPr>
          <a:p>
            <a:pPr defTabSz="914400">
              <a:lnSpc>
                <a:spcPct val="90000"/>
              </a:lnSpc>
            </a:pPr>
            <a:r>
              <a:rPr b="1" lang="en-US" sz="15000" strike="noStrike" u="none">
                <a:solidFill>
                  <a:schemeClr val="lt1"/>
                </a:solidFill>
                <a:effectLst/>
                <a:uFillTx/>
                <a:latin typeface="Arial"/>
              </a:rPr>
              <a:t>Quotes/</a:t>
            </a:r>
            <a:br>
              <a:rPr sz="15000"/>
            </a:br>
            <a:r>
              <a:rPr b="1" lang="en-US" sz="15000" strike="noStrike" u="none">
                <a:solidFill>
                  <a:schemeClr val="lt1"/>
                </a:solidFill>
                <a:effectLst/>
                <a:uFillTx/>
                <a:latin typeface="Arial"/>
              </a:rPr>
              <a:t>facts</a:t>
            </a:r>
            <a:endParaRPr b="0" lang="en-US" sz="15000" strike="noStrike" u="none">
              <a:solidFill>
                <a:srgbClr val="ffffff"/>
              </a:solidFill>
              <a:effectLst/>
              <a:uFillTx/>
              <a:latin typeface="Arial"/>
            </a:endParaRPr>
          </a:p>
        </p:txBody>
      </p:sp>
      <p:cxnSp>
        <p:nvCxnSpPr>
          <p:cNvPr id="360" name="Arrow">
            <a:extLst>
              <a:ext uri="{C183D7F6-B498-43B3-948B-1728B52AA6E4}">
                <adec:decorative xmlns:adec="http://schemas.microsoft.com/office/drawing/2017/decorative" val="1"/>
              </a:ext>
            </a:extLst>
          </p:cNvPr>
          <p:cNvCxnSpPr/>
          <p:nvPr/>
        </p:nvCxnSpPr>
        <p:spPr>
          <a:xfrm>
            <a:off x="9496800" y="3429000"/>
            <a:ext cx="1952640" cy="720"/>
          </a:xfrm>
          <a:prstGeom prst="straightConnector1">
            <a:avLst/>
          </a:prstGeom>
          <a:ln cap="rnd" w="317500">
            <a:solidFill>
              <a:srgbClr val="ffffff"/>
            </a:solidFill>
            <a:round/>
            <a:tailEnd len="sm" type="arrow" w="lg"/>
          </a:ln>
        </p:spPr>
      </p:cxn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Quote">
    <p:bg>
      <p:bgPr>
        <a:solidFill>
          <a:srgbClr val="ffffff"/>
        </a:solidFill>
      </p:bgPr>
    </p:bg>
    <p:spTree>
      <p:nvGrpSpPr>
        <p:cNvPr id="1" name=""/>
        <p:cNvGrpSpPr/>
        <p:nvPr/>
      </p:nvGrpSpPr>
      <p:grpSpPr>
        <a:xfrm>
          <a:off x="0" y="0"/>
          <a:ext cx="0" cy="0"/>
          <a:chOff x="0" y="0"/>
          <a:chExt cx="0" cy="0"/>
        </a:xfrm>
      </p:grpSpPr>
      <p:pic>
        <p:nvPicPr>
          <p:cNvPr id="361" name="Optum Logo" descr="Optum"/>
          <p:cNvPicPr/>
          <p:nvPr/>
        </p:nvPicPr>
        <p:blipFill>
          <a:blip r:embed="rId2">
            <a:extLst>
              <a:ext uri="{96DAC541-7B7A-43D3-8B79-37D633B846F1}">
                <asvg:svgBlip xmlns:asvg="http://schemas.microsoft.com/office/drawing/2016/SVG/main" r:embed="rId3"/>
              </a:ext>
            </a:extLst>
          </a:blip>
          <a:stretch/>
        </p:blipFill>
        <p:spPr>
          <a:xfrm>
            <a:off x="461880" y="6343560"/>
            <a:ext cx="772200" cy="223200"/>
          </a:xfrm>
          <a:prstGeom prst="rect">
            <a:avLst/>
          </a:prstGeom>
          <a:noFill/>
          <a:ln w="0">
            <a:noFill/>
          </a:ln>
        </p:spPr>
      </p:pic>
      <p:sp>
        <p:nvSpPr>
          <p:cNvPr id="362" name="Page Number"/>
          <p:cNvSpPr/>
          <p:nvPr/>
        </p:nvSpPr>
        <p:spPr>
          <a:xfrm>
            <a:off x="11576160" y="6394320"/>
            <a:ext cx="156240" cy="15300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B242F2CD-4627-42F0-96F1-5CA5277F381C}" type="slidenum">
              <a:rPr b="1" lang="en-US" sz="1000" strike="noStrike" u="none">
                <a:solidFill>
                  <a:schemeClr val="dk1"/>
                </a:solidFill>
                <a:effectLst/>
                <a:uFillTx/>
                <a:latin typeface="Arial"/>
              </a:rPr>
              <a:t>&lt;number&gt;</a:t>
            </a:fld>
            <a:endParaRPr b="0" lang="en-US" sz="1000" strike="noStrike" u="none">
              <a:solidFill>
                <a:srgbClr val="000000"/>
              </a:solidFill>
              <a:effectLst/>
              <a:uFillTx/>
              <a:latin typeface="Arial"/>
            </a:endParaRPr>
          </a:p>
        </p:txBody>
      </p:sp>
      <p:sp>
        <p:nvSpPr>
          <p:cNvPr id="363" name="Copyright"/>
          <p:cNvSpPr/>
          <p:nvPr/>
        </p:nvSpPr>
        <p:spPr>
          <a:xfrm>
            <a:off x="4699080" y="6431760"/>
            <a:ext cx="2793240" cy="10656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000000"/>
              </a:solidFill>
              <a:effectLst/>
              <a:uFillTx/>
              <a:latin typeface="Arial"/>
            </a:endParaRPr>
          </a:p>
        </p:txBody>
      </p:sp>
      <p:sp>
        <p:nvSpPr>
          <p:cNvPr id="364" name="Warm White Background">
            <a:extLst>
              <a:ext uri="{C183D7F6-B498-43B3-948B-1728B52AA6E4}">
                <adec:decorative xmlns:adec="http://schemas.microsoft.com/office/drawing/2017/decorative" val="1"/>
              </a:ext>
            </a:extLst>
          </p:cNvPr>
          <p:cNvSpPr/>
          <p:nvPr/>
        </p:nvSpPr>
        <p:spPr>
          <a:xfrm>
            <a:off x="0" y="0"/>
            <a:ext cx="12191400" cy="599364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lIns="90000" rIns="90000" tIns="45000" bIns="45000" anchor="ctr">
            <a:noAutofit/>
          </a:bodyPr>
          <a:p>
            <a:pPr algn="ctr" defTabSz="914400">
              <a:lnSpc>
                <a:spcPct val="100000"/>
              </a:lnSpc>
            </a:pPr>
            <a:endParaRPr b="0" lang="en-US" sz="1400" strike="noStrike" u="none">
              <a:solidFill>
                <a:srgbClr val="ffffff"/>
              </a:solidFill>
              <a:effectLst/>
              <a:uFillTx/>
              <a:latin typeface="Arial"/>
            </a:endParaRPr>
          </a:p>
        </p:txBody>
      </p:sp>
      <p:sp>
        <p:nvSpPr>
          <p:cNvPr id="365" name="Quotemark">
            <a:extLst>
              <a:ext uri="{C183D7F6-B498-43B3-948B-1728B52AA6E4}">
                <adec:decorative xmlns:adec="http://schemas.microsoft.com/office/drawing/2017/decorative" val="1"/>
              </a:ext>
            </a:extLst>
          </p:cNvPr>
          <p:cNvSpPr/>
          <p:nvPr/>
        </p:nvSpPr>
        <p:spPr>
          <a:xfrm>
            <a:off x="1678680" y="853920"/>
            <a:ext cx="1026000" cy="787320"/>
          </a:xfrm>
          <a:custGeom>
            <a:avLst/>
            <a:gdLst>
              <a:gd name="textAreaLeft" fmla="*/ 0 w 1026000"/>
              <a:gd name="textAreaRight" fmla="*/ 1026720 w 1026000"/>
              <a:gd name="textAreaTop" fmla="*/ 0 h 787320"/>
              <a:gd name="textAreaBottom" fmla="*/ 788040 h 787320"/>
              <a:gd name="GluePoint1X" fmla="*/ 160281 w 454634"/>
              <a:gd name="GluePoint1Y" fmla="*/ 0 h 348947"/>
              <a:gd name="GluePoint2X" fmla="*/ 205697 w 454634"/>
              <a:gd name="GluePoint2Y" fmla="*/ 64813 h 348947"/>
              <a:gd name="GluePoint3X" fmla="*/ 102281 w 454634"/>
              <a:gd name="GluePoint3Y" fmla="*/ 169364 h 348947"/>
              <a:gd name="GluePoint4X" fmla="*/ 187531 w 454634"/>
              <a:gd name="GluePoint4Y" fmla="*/ 258021 h 348947"/>
              <a:gd name="GluePoint5X" fmla="*/ 96604 w 454634"/>
              <a:gd name="GluePoint5Y" fmla="*/ 348947 h 348947"/>
              <a:gd name="GluePoint6X" fmla="*/ 0 w 454634"/>
              <a:gd name="GluePoint6Y" fmla="*/ 237583 h 348947"/>
              <a:gd name="GluePoint7X" fmla="*/ 160281 w 454634"/>
              <a:gd name="GluePoint7Y" fmla="*/ 0 h 348947"/>
              <a:gd name="GluePoint8X" fmla="*/ 409219 w 454634"/>
              <a:gd name="GluePoint8Y" fmla="*/ 0 h 348947"/>
              <a:gd name="GluePoint9X" fmla="*/ 454635 w 454634"/>
              <a:gd name="GluePoint9Y" fmla="*/ 64813 h 348947"/>
              <a:gd name="GluePoint10X" fmla="*/ 351218 w 454634"/>
              <a:gd name="GluePoint10Y" fmla="*/ 169364 h 348947"/>
              <a:gd name="GluePoint11X" fmla="*/ 436468 w 454634"/>
              <a:gd name="GluePoint11Y" fmla="*/ 258021 h 348947"/>
              <a:gd name="GluePoint12X" fmla="*/ 345541 w 454634"/>
              <a:gd name="GluePoint12Y" fmla="*/ 348947 h 348947"/>
              <a:gd name="GluePoint13X" fmla="*/ 248937 w 454634"/>
              <a:gd name="GluePoint13Y" fmla="*/ 237583 h 348947"/>
              <a:gd name="GluePoint14X" fmla="*/ 409219 w 454634"/>
              <a:gd name="GluePoint14Y" fmla="*/ 0 h 34894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Lst>
            <a:rect l="textAreaLeft" t="textAreaTop" r="textAreaRight" b="textAreaBottom"/>
            <a:pathLst>
              <a:path w="454634" h="348947">
                <a:moveTo>
                  <a:pt x="160281" y="0"/>
                </a:moveTo>
                <a:lnTo>
                  <a:pt x="205697" y="64813"/>
                </a:lnTo>
                <a:cubicBezTo>
                  <a:pt x="153374" y="96604"/>
                  <a:pt x="115906" y="130761"/>
                  <a:pt x="102281" y="169364"/>
                </a:cubicBezTo>
                <a:cubicBezTo>
                  <a:pt x="151103" y="172771"/>
                  <a:pt x="187531" y="209198"/>
                  <a:pt x="187531" y="258021"/>
                </a:cubicBezTo>
                <a:cubicBezTo>
                  <a:pt x="187531" y="307978"/>
                  <a:pt x="148927" y="348947"/>
                  <a:pt x="96604" y="348947"/>
                </a:cubicBezTo>
                <a:cubicBezTo>
                  <a:pt x="42010" y="348947"/>
                  <a:pt x="0" y="304667"/>
                  <a:pt x="0" y="237583"/>
                </a:cubicBezTo>
                <a:cubicBezTo>
                  <a:pt x="0" y="134072"/>
                  <a:pt x="58000" y="50052"/>
                  <a:pt x="160281" y="0"/>
                </a:cubicBezTo>
                <a:close/>
                <a:moveTo>
                  <a:pt x="409219" y="0"/>
                </a:moveTo>
                <a:lnTo>
                  <a:pt x="454635" y="64813"/>
                </a:lnTo>
                <a:cubicBezTo>
                  <a:pt x="402406" y="96604"/>
                  <a:pt x="364843" y="130761"/>
                  <a:pt x="351218" y="169364"/>
                </a:cubicBezTo>
                <a:cubicBezTo>
                  <a:pt x="400041" y="172771"/>
                  <a:pt x="436468" y="209198"/>
                  <a:pt x="436468" y="258021"/>
                </a:cubicBezTo>
                <a:cubicBezTo>
                  <a:pt x="436468" y="307978"/>
                  <a:pt x="397865" y="348947"/>
                  <a:pt x="345541" y="348947"/>
                </a:cubicBezTo>
                <a:cubicBezTo>
                  <a:pt x="290947" y="348947"/>
                  <a:pt x="248937" y="304667"/>
                  <a:pt x="248937" y="237583"/>
                </a:cubicBezTo>
                <a:cubicBezTo>
                  <a:pt x="248937" y="134072"/>
                  <a:pt x="306938" y="50052"/>
                  <a:pt x="409219" y="0"/>
                </a:cubicBezTo>
                <a:close/>
              </a:path>
            </a:pathLst>
          </a:custGeom>
          <a:solidFill>
            <a:schemeClr val="tx2"/>
          </a:solidFill>
          <a:ln w="9335">
            <a:noFill/>
          </a:ln>
        </p:spPr>
        <p:style>
          <a:lnRef idx="0"/>
          <a:fillRef idx="0"/>
          <a:effectRef idx="0"/>
          <a:fontRef idx="minor"/>
        </p:style>
        <p:txBody>
          <a:bodyPr lIns="90000" rIns="90000" tIns="45000" bIns="45000" anchor="ctr">
            <a:noAutofit/>
          </a:bodyPr>
          <a:p>
            <a:pPr defTabSz="914400">
              <a:lnSpc>
                <a:spcPct val="100000"/>
              </a:lnSpc>
            </a:pPr>
            <a:endParaRPr b="0" lang="en-US" sz="1800" strike="noStrike" u="none">
              <a:solidFill>
                <a:schemeClr val="dk1"/>
              </a:solidFill>
              <a:effectLst/>
              <a:uFillTx/>
              <a:latin typeface="Arial"/>
            </a:endParaRPr>
          </a:p>
        </p:txBody>
      </p:sp>
      <p:sp>
        <p:nvSpPr>
          <p:cNvPr id="366" name="PlaceHolder 1"/>
          <p:cNvSpPr>
            <a:spLocks noGrp="1"/>
          </p:cNvSpPr>
          <p:nvPr>
            <p:ph type="body"/>
          </p:nvPr>
        </p:nvSpPr>
        <p:spPr>
          <a:xfrm>
            <a:off x="1678680" y="1993320"/>
            <a:ext cx="8845920" cy="2870640"/>
          </a:xfrm>
          <a:prstGeom prst="rect">
            <a:avLst/>
          </a:prstGeom>
          <a:noFill/>
          <a:ln w="0">
            <a:noFill/>
          </a:ln>
        </p:spPr>
        <p:txBody>
          <a:bodyPr lIns="0" rIns="0" tIns="0" bIns="0" anchor="t">
            <a:normAutofit/>
          </a:bodyPr>
          <a:p>
            <a:pPr indent="0" defTabSz="914400">
              <a:lnSpc>
                <a:spcPct val="100000"/>
              </a:lnSpc>
              <a:spcBef>
                <a:spcPts val="1199"/>
              </a:spcBef>
              <a:buNone/>
              <a:tabLst>
                <a:tab algn="l" pos="0"/>
              </a:tabLst>
            </a:pPr>
            <a:r>
              <a:rPr b="0" lang="en-US" sz="3200" strike="noStrike" u="none">
                <a:solidFill>
                  <a:schemeClr val="dk1"/>
                </a:solidFill>
                <a:effectLst/>
                <a:uFillTx/>
                <a:latin typeface="Georgia Pro"/>
              </a:rPr>
              <a:t>“Use this textbox to include quotes without an attribution photo. Georgia Pro 32pt, sentence case. Don’t modify size or placement of textbox.”</a:t>
            </a:r>
            <a:endParaRPr b="0" lang="en-US" sz="3200" strike="noStrike" u="none">
              <a:solidFill>
                <a:srgbClr val="000000"/>
              </a:solidFill>
              <a:effectLst/>
              <a:uFillTx/>
              <a:latin typeface="Arial"/>
            </a:endParaRPr>
          </a:p>
        </p:txBody>
      </p:sp>
      <p:sp>
        <p:nvSpPr>
          <p:cNvPr id="367" name="PlaceHolder 2"/>
          <p:cNvSpPr>
            <a:spLocks noGrp="1"/>
          </p:cNvSpPr>
          <p:nvPr>
            <p:ph type="body"/>
          </p:nvPr>
        </p:nvSpPr>
        <p:spPr>
          <a:xfrm>
            <a:off x="5713560" y="2795760"/>
            <a:ext cx="4799880" cy="2626920"/>
          </a:xfrm>
          <a:prstGeom prst="rect">
            <a:avLst/>
          </a:prstGeom>
          <a:noFill/>
          <a:ln w="0">
            <a:noFill/>
          </a:ln>
        </p:spPr>
        <p:txBody>
          <a:bodyPr lIns="0" rIns="0" tIns="0" bIns="0" anchor="b">
            <a:spAutoFit/>
          </a:bodyPr>
          <a:p>
            <a:pPr indent="0" algn="r" defTabSz="914400">
              <a:lnSpc>
                <a:spcPct val="100000"/>
              </a:lnSpc>
              <a:spcBef>
                <a:spcPts val="601"/>
              </a:spcBef>
              <a:buNone/>
              <a:tabLst>
                <a:tab algn="l" pos="0"/>
              </a:tabLst>
            </a:pPr>
            <a:r>
              <a:rPr b="1" lang="en-US" sz="1400" strike="noStrike" u="none">
                <a:solidFill>
                  <a:schemeClr val="dk1"/>
                </a:solidFill>
                <a:effectLst/>
                <a:uFillTx/>
                <a:latin typeface="Arial"/>
              </a:rPr>
              <a:t>Attribution name, Arial 14pt</a:t>
            </a:r>
            <a:endParaRPr b="0" lang="en-US" sz="1400" strike="noStrike" u="none">
              <a:solidFill>
                <a:srgbClr val="000000"/>
              </a:solidFill>
              <a:effectLst/>
              <a:uFillTx/>
              <a:latin typeface="Arial"/>
            </a:endParaRPr>
          </a:p>
        </p:txBody>
      </p:sp>
      <p:sp>
        <p:nvSpPr>
          <p:cNvPr id="368" name="PlaceHolder 3"/>
          <p:cNvSpPr>
            <a:spLocks noGrp="1"/>
          </p:cNvSpPr>
          <p:nvPr>
            <p:ph type="body"/>
          </p:nvPr>
        </p:nvSpPr>
        <p:spPr>
          <a:xfrm>
            <a:off x="5713560" y="5450040"/>
            <a:ext cx="4799880" cy="2626920"/>
          </a:xfrm>
          <a:prstGeom prst="rect">
            <a:avLst/>
          </a:prstGeom>
          <a:noFill/>
          <a:ln w="0">
            <a:noFill/>
          </a:ln>
        </p:spPr>
        <p:txBody>
          <a:bodyPr lIns="0" rIns="0" tIns="0" bIns="0" anchor="t">
            <a:spAutoFit/>
          </a:bodyPr>
          <a:p>
            <a:pPr indent="0" algn="r" defTabSz="914400">
              <a:lnSpc>
                <a:spcPct val="100000"/>
              </a:lnSpc>
              <a:spcBef>
                <a:spcPts val="601"/>
              </a:spcBef>
              <a:buNone/>
              <a:tabLst>
                <a:tab algn="l" pos="0"/>
              </a:tabLst>
            </a:pPr>
            <a:r>
              <a:rPr b="0" lang="en-US" sz="1200" strike="noStrike" u="none">
                <a:solidFill>
                  <a:schemeClr val="dk1"/>
                </a:solidFill>
                <a:effectLst/>
                <a:uFillTx/>
                <a:latin typeface="Arial"/>
              </a:rPr>
              <a:t>Attribution title, Arial 12pt</a:t>
            </a:r>
            <a:endParaRPr b="0" lang="en-US" sz="1200" strike="noStrike" u="none">
              <a:solidFill>
                <a:srgbClr val="000000"/>
              </a:solidFill>
              <a:effectLst/>
              <a:uFillTx/>
              <a:latin typeface="Arial"/>
            </a:endParaRPr>
          </a:p>
        </p:txBody>
      </p:sp>
      <p:sp>
        <p:nvSpPr>
          <p:cNvPr id="369" name="PlaceHolder 4"/>
          <p:cNvSpPr>
            <a:spLocks noGrp="1"/>
          </p:cNvSpPr>
          <p:nvPr>
            <p:ph type="dt" idx="85"/>
          </p:nvPr>
        </p:nvSpPr>
        <p:spPr>
          <a:xfrm>
            <a:off x="0" y="7170840"/>
            <a:ext cx="9136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r>
              <a:rPr b="0" lang="en-US" sz="200" strike="noStrike" u="none">
                <a:solidFill>
                  <a:schemeClr val="dk1"/>
                </a:solidFill>
                <a:effectLst/>
                <a:uFillTx/>
                <a:latin typeface="Arial"/>
              </a:rPr>
              <a:t>&lt;date/time&gt;</a:t>
            </a:r>
            <a:endParaRPr b="0" lang="en-US" sz="200" strike="noStrike" u="none">
              <a:solidFill>
                <a:srgbClr val="000000"/>
              </a:solidFill>
              <a:effectLst/>
              <a:uFillTx/>
              <a:latin typeface="Times New Roman"/>
            </a:endParaRPr>
          </a:p>
        </p:txBody>
      </p:sp>
      <p:sp>
        <p:nvSpPr>
          <p:cNvPr id="370" name="PlaceHolder 5"/>
          <p:cNvSpPr>
            <a:spLocks noGrp="1"/>
          </p:cNvSpPr>
          <p:nvPr>
            <p:ph type="ftr" idx="86"/>
          </p:nvPr>
        </p:nvSpPr>
        <p:spPr>
          <a:xfrm>
            <a:off x="0" y="7120440"/>
            <a:ext cx="11548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r>
              <a:rPr b="0" lang="en-US" sz="200" strike="noStrike" u="none">
                <a:solidFill>
                  <a:schemeClr val="dk1"/>
                </a:solidFill>
                <a:effectLst/>
                <a:uFillTx/>
                <a:latin typeface="Arial"/>
              </a:rPr>
              <a:t>&lt;footer&gt;</a:t>
            </a:r>
            <a:endParaRPr b="0" lang="en-US" sz="200" strike="noStrike" u="none">
              <a:solidFill>
                <a:srgbClr val="000000"/>
              </a:solidFill>
              <a:effectLst/>
              <a:uFillTx/>
              <a:latin typeface="Times New Roman"/>
            </a:endParaRPr>
          </a:p>
        </p:txBody>
      </p:sp>
      <p:sp>
        <p:nvSpPr>
          <p:cNvPr id="371" name="PlaceHolder 6"/>
          <p:cNvSpPr>
            <a:spLocks noGrp="1"/>
          </p:cNvSpPr>
          <p:nvPr>
            <p:ph type="sldNum" idx="87"/>
          </p:nvPr>
        </p:nvSpPr>
        <p:spPr>
          <a:xfrm>
            <a:off x="0" y="7221600"/>
            <a:ext cx="9136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fld id="{26D0519B-A07D-41D7-9E27-B0834499D187}" type="slidenum">
              <a:rPr b="0" lang="en-US" sz="200" strike="noStrike" u="none">
                <a:solidFill>
                  <a:schemeClr val="dk1"/>
                </a:solidFill>
                <a:effectLst/>
                <a:uFillTx/>
                <a:latin typeface="Arial"/>
              </a:rPr>
              <a:t>&lt;number&gt;</a:t>
            </a:fld>
            <a:endParaRPr b="0" lang="en-US" sz="200" strike="noStrike" u="none">
              <a:solidFill>
                <a:srgbClr val="000000"/>
              </a:solidFill>
              <a:effectLst/>
              <a:uFillTx/>
              <a:latin typeface="Times New Roman"/>
            </a:endParaRPr>
          </a:p>
        </p:txBody>
      </p:sp>
      <p:sp>
        <p:nvSpPr>
          <p:cNvPr id="372" name="PlaceHolder 7"/>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lnSpc>
                <a:spcPct val="100000"/>
              </a:lnSpc>
              <a:buNone/>
              <a:tabLst>
                <a:tab algn="l" pos="0"/>
              </a:tabLst>
            </a:pPr>
            <a:r>
              <a:rPr b="0" lang="en-US" sz="1800" strike="noStrike" u="none">
                <a:solidFill>
                  <a:schemeClr val="dk1"/>
                </a:solidFill>
                <a:effectLst/>
                <a:uFillTx/>
                <a:latin typeface="Arial"/>
              </a:rPr>
              <a:t>Click to edit the title text format</a:t>
            </a:r>
            <a:endParaRPr b="0" lang="en-US" sz="1800" strike="noStrike" u="none">
              <a:solidFill>
                <a:srgbClr val="000000"/>
              </a:solidFill>
              <a:effectLst/>
              <a:uFillTx/>
              <a:latin typeface="Arial"/>
            </a:endParaRP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Quote with Photo">
    <p:bg>
      <p:bgPr>
        <a:solidFill>
          <a:srgbClr val="ffffff"/>
        </a:solidFill>
      </p:bgPr>
    </p:bg>
    <p:spTree>
      <p:nvGrpSpPr>
        <p:cNvPr id="1" name=""/>
        <p:cNvGrpSpPr/>
        <p:nvPr/>
      </p:nvGrpSpPr>
      <p:grpSpPr>
        <a:xfrm>
          <a:off x="0" y="0"/>
          <a:ext cx="0" cy="0"/>
          <a:chOff x="0" y="0"/>
          <a:chExt cx="0" cy="0"/>
        </a:xfrm>
      </p:grpSpPr>
      <p:pic>
        <p:nvPicPr>
          <p:cNvPr id="373" name="Optum Logo" descr="Optum"/>
          <p:cNvPicPr/>
          <p:nvPr/>
        </p:nvPicPr>
        <p:blipFill>
          <a:blip r:embed="rId2">
            <a:extLst>
              <a:ext uri="{96DAC541-7B7A-43D3-8B79-37D633B846F1}">
                <asvg:svgBlip xmlns:asvg="http://schemas.microsoft.com/office/drawing/2016/SVG/main" r:embed="rId3"/>
              </a:ext>
            </a:extLst>
          </a:blip>
          <a:stretch/>
        </p:blipFill>
        <p:spPr>
          <a:xfrm>
            <a:off x="461880" y="6343560"/>
            <a:ext cx="772200" cy="223200"/>
          </a:xfrm>
          <a:prstGeom prst="rect">
            <a:avLst/>
          </a:prstGeom>
          <a:noFill/>
          <a:ln w="0">
            <a:noFill/>
          </a:ln>
        </p:spPr>
      </p:pic>
      <p:sp>
        <p:nvSpPr>
          <p:cNvPr id="374" name="Page Number"/>
          <p:cNvSpPr/>
          <p:nvPr/>
        </p:nvSpPr>
        <p:spPr>
          <a:xfrm>
            <a:off x="11576160" y="6394320"/>
            <a:ext cx="156240" cy="15300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70BEA47A-1D11-4D49-95AF-0040A8617CDF}" type="slidenum">
              <a:rPr b="1" lang="en-US" sz="1000" strike="noStrike" u="none">
                <a:solidFill>
                  <a:schemeClr val="dk1"/>
                </a:solidFill>
                <a:effectLst/>
                <a:uFillTx/>
                <a:latin typeface="Arial"/>
              </a:rPr>
              <a:t>&lt;number&gt;</a:t>
            </a:fld>
            <a:endParaRPr b="0" lang="en-US" sz="1000" strike="noStrike" u="none">
              <a:solidFill>
                <a:srgbClr val="000000"/>
              </a:solidFill>
              <a:effectLst/>
              <a:uFillTx/>
              <a:latin typeface="Arial"/>
            </a:endParaRPr>
          </a:p>
        </p:txBody>
      </p:sp>
      <p:sp>
        <p:nvSpPr>
          <p:cNvPr id="375" name="Copyright"/>
          <p:cNvSpPr/>
          <p:nvPr/>
        </p:nvSpPr>
        <p:spPr>
          <a:xfrm>
            <a:off x="4699080" y="6431760"/>
            <a:ext cx="2793240" cy="10656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000000"/>
              </a:solidFill>
              <a:effectLst/>
              <a:uFillTx/>
              <a:latin typeface="Arial"/>
            </a:endParaRPr>
          </a:p>
        </p:txBody>
      </p:sp>
      <p:sp>
        <p:nvSpPr>
          <p:cNvPr id="376" name="Warm White Background">
            <a:extLst>
              <a:ext uri="{C183D7F6-B498-43B3-948B-1728B52AA6E4}">
                <adec:decorative xmlns:adec="http://schemas.microsoft.com/office/drawing/2017/decorative" val="1"/>
              </a:ext>
            </a:extLst>
          </p:cNvPr>
          <p:cNvSpPr/>
          <p:nvPr/>
        </p:nvSpPr>
        <p:spPr>
          <a:xfrm>
            <a:off x="0" y="0"/>
            <a:ext cx="12191400" cy="599364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lIns="90000" rIns="90000" tIns="45000" bIns="45000" anchor="ctr">
            <a:noAutofit/>
          </a:bodyPr>
          <a:p>
            <a:pPr algn="ctr" defTabSz="914400">
              <a:lnSpc>
                <a:spcPct val="100000"/>
              </a:lnSpc>
            </a:pPr>
            <a:endParaRPr b="0" lang="en-US" sz="1400" strike="noStrike" u="none">
              <a:solidFill>
                <a:srgbClr val="ffffff"/>
              </a:solidFill>
              <a:effectLst/>
              <a:uFillTx/>
              <a:latin typeface="Arial"/>
            </a:endParaRPr>
          </a:p>
        </p:txBody>
      </p:sp>
      <p:sp>
        <p:nvSpPr>
          <p:cNvPr id="377" name="Quotemark">
            <a:extLst>
              <a:ext uri="{C183D7F6-B498-43B3-948B-1728B52AA6E4}">
                <adec:decorative xmlns:adec="http://schemas.microsoft.com/office/drawing/2017/decorative" val="1"/>
              </a:ext>
            </a:extLst>
          </p:cNvPr>
          <p:cNvSpPr/>
          <p:nvPr/>
        </p:nvSpPr>
        <p:spPr>
          <a:xfrm>
            <a:off x="1678680" y="853920"/>
            <a:ext cx="1026000" cy="787320"/>
          </a:xfrm>
          <a:custGeom>
            <a:avLst/>
            <a:gdLst>
              <a:gd name="textAreaLeft" fmla="*/ 0 w 1026000"/>
              <a:gd name="textAreaRight" fmla="*/ 1026720 w 1026000"/>
              <a:gd name="textAreaTop" fmla="*/ 0 h 787320"/>
              <a:gd name="textAreaBottom" fmla="*/ 788040 h 787320"/>
              <a:gd name="GluePoint1X" fmla="*/ 160281 w 454634"/>
              <a:gd name="GluePoint1Y" fmla="*/ 0 h 348947"/>
              <a:gd name="GluePoint2X" fmla="*/ 205697 w 454634"/>
              <a:gd name="GluePoint2Y" fmla="*/ 64813 h 348947"/>
              <a:gd name="GluePoint3X" fmla="*/ 102281 w 454634"/>
              <a:gd name="GluePoint3Y" fmla="*/ 169364 h 348947"/>
              <a:gd name="GluePoint4X" fmla="*/ 187531 w 454634"/>
              <a:gd name="GluePoint4Y" fmla="*/ 258021 h 348947"/>
              <a:gd name="GluePoint5X" fmla="*/ 96604 w 454634"/>
              <a:gd name="GluePoint5Y" fmla="*/ 348947 h 348947"/>
              <a:gd name="GluePoint6X" fmla="*/ 0 w 454634"/>
              <a:gd name="GluePoint6Y" fmla="*/ 237583 h 348947"/>
              <a:gd name="GluePoint7X" fmla="*/ 160281 w 454634"/>
              <a:gd name="GluePoint7Y" fmla="*/ 0 h 348947"/>
              <a:gd name="GluePoint8X" fmla="*/ 409219 w 454634"/>
              <a:gd name="GluePoint8Y" fmla="*/ 0 h 348947"/>
              <a:gd name="GluePoint9X" fmla="*/ 454635 w 454634"/>
              <a:gd name="GluePoint9Y" fmla="*/ 64813 h 348947"/>
              <a:gd name="GluePoint10X" fmla="*/ 351218 w 454634"/>
              <a:gd name="GluePoint10Y" fmla="*/ 169364 h 348947"/>
              <a:gd name="GluePoint11X" fmla="*/ 436468 w 454634"/>
              <a:gd name="GluePoint11Y" fmla="*/ 258021 h 348947"/>
              <a:gd name="GluePoint12X" fmla="*/ 345541 w 454634"/>
              <a:gd name="GluePoint12Y" fmla="*/ 348947 h 348947"/>
              <a:gd name="GluePoint13X" fmla="*/ 248937 w 454634"/>
              <a:gd name="GluePoint13Y" fmla="*/ 237583 h 348947"/>
              <a:gd name="GluePoint14X" fmla="*/ 409219 w 454634"/>
              <a:gd name="GluePoint14Y" fmla="*/ 0 h 34894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Lst>
            <a:rect l="textAreaLeft" t="textAreaTop" r="textAreaRight" b="textAreaBottom"/>
            <a:pathLst>
              <a:path w="454634" h="348947">
                <a:moveTo>
                  <a:pt x="160281" y="0"/>
                </a:moveTo>
                <a:lnTo>
                  <a:pt x="205697" y="64813"/>
                </a:lnTo>
                <a:cubicBezTo>
                  <a:pt x="153374" y="96604"/>
                  <a:pt x="115906" y="130761"/>
                  <a:pt x="102281" y="169364"/>
                </a:cubicBezTo>
                <a:cubicBezTo>
                  <a:pt x="151103" y="172771"/>
                  <a:pt x="187531" y="209198"/>
                  <a:pt x="187531" y="258021"/>
                </a:cubicBezTo>
                <a:cubicBezTo>
                  <a:pt x="187531" y="307978"/>
                  <a:pt x="148927" y="348947"/>
                  <a:pt x="96604" y="348947"/>
                </a:cubicBezTo>
                <a:cubicBezTo>
                  <a:pt x="42010" y="348947"/>
                  <a:pt x="0" y="304667"/>
                  <a:pt x="0" y="237583"/>
                </a:cubicBezTo>
                <a:cubicBezTo>
                  <a:pt x="0" y="134072"/>
                  <a:pt x="58000" y="50052"/>
                  <a:pt x="160281" y="0"/>
                </a:cubicBezTo>
                <a:close/>
                <a:moveTo>
                  <a:pt x="409219" y="0"/>
                </a:moveTo>
                <a:lnTo>
                  <a:pt x="454635" y="64813"/>
                </a:lnTo>
                <a:cubicBezTo>
                  <a:pt x="402406" y="96604"/>
                  <a:pt x="364843" y="130761"/>
                  <a:pt x="351218" y="169364"/>
                </a:cubicBezTo>
                <a:cubicBezTo>
                  <a:pt x="400041" y="172771"/>
                  <a:pt x="436468" y="209198"/>
                  <a:pt x="436468" y="258021"/>
                </a:cubicBezTo>
                <a:cubicBezTo>
                  <a:pt x="436468" y="307978"/>
                  <a:pt x="397865" y="348947"/>
                  <a:pt x="345541" y="348947"/>
                </a:cubicBezTo>
                <a:cubicBezTo>
                  <a:pt x="290947" y="348947"/>
                  <a:pt x="248937" y="304667"/>
                  <a:pt x="248937" y="237583"/>
                </a:cubicBezTo>
                <a:cubicBezTo>
                  <a:pt x="248937" y="134072"/>
                  <a:pt x="306938" y="50052"/>
                  <a:pt x="409219" y="0"/>
                </a:cubicBezTo>
                <a:close/>
              </a:path>
            </a:pathLst>
          </a:custGeom>
          <a:solidFill>
            <a:schemeClr val="tx2"/>
          </a:solidFill>
          <a:ln w="9335">
            <a:noFill/>
          </a:ln>
        </p:spPr>
        <p:style>
          <a:lnRef idx="0"/>
          <a:fillRef idx="0"/>
          <a:effectRef idx="0"/>
          <a:fontRef idx="minor"/>
        </p:style>
        <p:txBody>
          <a:bodyPr lIns="90000" rIns="90000" tIns="45000" bIns="45000" anchor="ctr">
            <a:noAutofit/>
          </a:bodyPr>
          <a:p>
            <a:pPr defTabSz="914400">
              <a:lnSpc>
                <a:spcPct val="100000"/>
              </a:lnSpc>
            </a:pPr>
            <a:endParaRPr b="0" lang="en-US" sz="1800" strike="noStrike" u="none">
              <a:solidFill>
                <a:schemeClr val="dk1"/>
              </a:solidFill>
              <a:effectLst/>
              <a:uFillTx/>
              <a:latin typeface="Arial"/>
            </a:endParaRPr>
          </a:p>
        </p:txBody>
      </p:sp>
      <p:sp>
        <p:nvSpPr>
          <p:cNvPr id="378" name="PlaceHolder 1"/>
          <p:cNvSpPr>
            <a:spLocks noGrp="1"/>
          </p:cNvSpPr>
          <p:nvPr>
            <p:ph type="body"/>
          </p:nvPr>
        </p:nvSpPr>
        <p:spPr>
          <a:xfrm>
            <a:off x="1678680" y="1993320"/>
            <a:ext cx="8850600" cy="2010240"/>
          </a:xfrm>
          <a:prstGeom prst="rect">
            <a:avLst/>
          </a:prstGeom>
          <a:noFill/>
          <a:ln w="0">
            <a:noFill/>
          </a:ln>
        </p:spPr>
        <p:txBody>
          <a:bodyPr lIns="0" rIns="0" tIns="0" bIns="0" anchor="t">
            <a:normAutofit/>
          </a:bodyPr>
          <a:p>
            <a:pPr indent="0" defTabSz="914400">
              <a:lnSpc>
                <a:spcPct val="100000"/>
              </a:lnSpc>
              <a:spcBef>
                <a:spcPts val="1199"/>
              </a:spcBef>
              <a:buNone/>
              <a:tabLst>
                <a:tab algn="l" pos="0"/>
              </a:tabLst>
            </a:pPr>
            <a:r>
              <a:rPr b="0" lang="en-US" sz="3200" strike="noStrike" u="none">
                <a:solidFill>
                  <a:schemeClr val="dk1"/>
                </a:solidFill>
                <a:effectLst/>
                <a:uFillTx/>
                <a:latin typeface="Georgia Pro"/>
              </a:rPr>
              <a:t>“Use this textbox to include quotes with an attribution photo. Georgia Pro 32pt, sentence case. Don’t modify size or placement of textbox.”</a:t>
            </a:r>
            <a:endParaRPr b="0" lang="en-US" sz="3200" strike="noStrike" u="none">
              <a:solidFill>
                <a:srgbClr val="000000"/>
              </a:solidFill>
              <a:effectLst/>
              <a:uFillTx/>
              <a:latin typeface="Arial"/>
            </a:endParaRPr>
          </a:p>
        </p:txBody>
      </p:sp>
      <p:sp>
        <p:nvSpPr>
          <p:cNvPr id="379" name="PlaceHolder 2">
            <a:extLst>
              <a:ext uri="{C183D7F6-B498-43B3-948B-1728B52AA6E4}">
                <adec:decorative xmlns:adec="http://schemas.microsoft.com/office/drawing/2017/decorative" val="1"/>
              </a:ext>
            </a:extLst>
          </p:cNvPr>
          <p:cNvSpPr>
            <a:spLocks noGrp="1"/>
          </p:cNvSpPr>
          <p:nvPr>
            <p:ph type="body"/>
          </p:nvPr>
        </p:nvSpPr>
        <p:spPr>
          <a:xfrm>
            <a:off x="3337920" y="4492080"/>
            <a:ext cx="1046160" cy="1046160"/>
          </a:xfrm>
          <a:prstGeom prst="rect">
            <a:avLst/>
          </a:prstGeom>
          <a:noFill/>
          <a:ln w="0">
            <a:noFill/>
          </a:ln>
        </p:spPr>
        <p:txBody>
          <a:bodyPr lIns="90000" rIns="90000" tIns="45000" bIns="45000" anchor="t">
            <a:normAutofit/>
          </a:bodyPr>
          <a:p>
            <a:pPr indent="0" algn="ctr" defTabSz="914400">
              <a:lnSpc>
                <a:spcPct val="100000"/>
              </a:lnSpc>
              <a:buNone/>
              <a:tabLst>
                <a:tab algn="l" pos="0"/>
              </a:tabLst>
            </a:pPr>
            <a:r>
              <a:rPr b="0" lang="en-US" sz="800" strike="noStrike" u="none">
                <a:solidFill>
                  <a:schemeClr val="dk1"/>
                </a:solidFill>
                <a:effectLst/>
                <a:uFillTx/>
                <a:latin typeface="Arial"/>
              </a:rPr>
              <a:t>Insert attribution</a:t>
            </a:r>
            <a:endParaRPr b="0" lang="en-US" sz="800" strike="noStrike" u="none">
              <a:solidFill>
                <a:srgbClr val="000000"/>
              </a:solidFill>
              <a:effectLst/>
              <a:uFillTx/>
              <a:latin typeface="Arial"/>
            </a:endParaRPr>
          </a:p>
        </p:txBody>
      </p:sp>
      <p:sp>
        <p:nvSpPr>
          <p:cNvPr id="380" name="PlaceHolder 3"/>
          <p:cNvSpPr>
            <a:spLocks noGrp="1"/>
          </p:cNvSpPr>
          <p:nvPr>
            <p:ph type="body"/>
          </p:nvPr>
        </p:nvSpPr>
        <p:spPr>
          <a:xfrm>
            <a:off x="4673160" y="179280"/>
            <a:ext cx="3656880" cy="4821480"/>
          </a:xfrm>
          <a:prstGeom prst="rect">
            <a:avLst/>
          </a:prstGeom>
          <a:noFill/>
          <a:ln w="0">
            <a:noFill/>
          </a:ln>
        </p:spPr>
        <p:txBody>
          <a:bodyPr lIns="0" rIns="0" tIns="0" bIns="0" anchor="b">
            <a:spAutoFit/>
          </a:bodyPr>
          <a:p>
            <a:pPr indent="0" defTabSz="914400">
              <a:lnSpc>
                <a:spcPct val="100000"/>
              </a:lnSpc>
              <a:spcBef>
                <a:spcPts val="601"/>
              </a:spcBef>
              <a:buNone/>
              <a:tabLst>
                <a:tab algn="l" pos="0"/>
              </a:tabLst>
            </a:pPr>
            <a:r>
              <a:rPr b="1" lang="en-US" sz="1400" strike="noStrike" u="none">
                <a:solidFill>
                  <a:schemeClr val="dk1"/>
                </a:solidFill>
                <a:effectLst/>
                <a:uFillTx/>
                <a:latin typeface="Arial"/>
              </a:rPr>
              <a:t>Attribution name, Arial 14pt</a:t>
            </a:r>
            <a:endParaRPr b="0" lang="en-US" sz="1400" strike="noStrike" u="none">
              <a:solidFill>
                <a:srgbClr val="000000"/>
              </a:solidFill>
              <a:effectLst/>
              <a:uFillTx/>
              <a:latin typeface="Arial"/>
            </a:endParaRPr>
          </a:p>
        </p:txBody>
      </p:sp>
      <p:sp>
        <p:nvSpPr>
          <p:cNvPr id="381" name="PlaceHolder 4"/>
          <p:cNvSpPr>
            <a:spLocks noGrp="1"/>
          </p:cNvSpPr>
          <p:nvPr>
            <p:ph type="body"/>
          </p:nvPr>
        </p:nvSpPr>
        <p:spPr>
          <a:xfrm>
            <a:off x="4673160" y="5028120"/>
            <a:ext cx="3656880" cy="4821480"/>
          </a:xfrm>
          <a:prstGeom prst="rect">
            <a:avLst/>
          </a:prstGeom>
          <a:noFill/>
          <a:ln w="0">
            <a:noFill/>
          </a:ln>
        </p:spPr>
        <p:txBody>
          <a:bodyPr lIns="0" rIns="0" tIns="0" bIns="0" anchor="t">
            <a:spAutoFit/>
          </a:bodyPr>
          <a:p>
            <a:pPr indent="0" defTabSz="914400">
              <a:lnSpc>
                <a:spcPct val="100000"/>
              </a:lnSpc>
              <a:spcBef>
                <a:spcPts val="601"/>
              </a:spcBef>
              <a:buNone/>
              <a:tabLst>
                <a:tab algn="l" pos="0"/>
              </a:tabLst>
            </a:pPr>
            <a:r>
              <a:rPr b="0" lang="en-US" sz="1200" strike="noStrike" u="none">
                <a:solidFill>
                  <a:schemeClr val="dk1"/>
                </a:solidFill>
                <a:effectLst/>
                <a:uFillTx/>
                <a:latin typeface="Arial"/>
              </a:rPr>
              <a:t>Attribution title, Arial 12pt</a:t>
            </a:r>
            <a:endParaRPr b="0" lang="en-US" sz="1200" strike="noStrike" u="none">
              <a:solidFill>
                <a:srgbClr val="000000"/>
              </a:solidFill>
              <a:effectLst/>
              <a:uFillTx/>
              <a:latin typeface="Arial"/>
            </a:endParaRPr>
          </a:p>
        </p:txBody>
      </p:sp>
      <p:sp>
        <p:nvSpPr>
          <p:cNvPr id="382" name="PlaceHolder 5"/>
          <p:cNvSpPr>
            <a:spLocks noGrp="1"/>
          </p:cNvSpPr>
          <p:nvPr>
            <p:ph type="dt" idx="88"/>
          </p:nvPr>
        </p:nvSpPr>
        <p:spPr>
          <a:xfrm>
            <a:off x="0" y="7170840"/>
            <a:ext cx="9136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r>
              <a:rPr b="0" lang="en-US" sz="200" strike="noStrike" u="none">
                <a:solidFill>
                  <a:schemeClr val="dk1"/>
                </a:solidFill>
                <a:effectLst/>
                <a:uFillTx/>
                <a:latin typeface="Arial"/>
              </a:rPr>
              <a:t>&lt;date/time&gt;</a:t>
            </a:r>
            <a:endParaRPr b="0" lang="en-US" sz="200" strike="noStrike" u="none">
              <a:solidFill>
                <a:srgbClr val="000000"/>
              </a:solidFill>
              <a:effectLst/>
              <a:uFillTx/>
              <a:latin typeface="Times New Roman"/>
            </a:endParaRPr>
          </a:p>
        </p:txBody>
      </p:sp>
      <p:sp>
        <p:nvSpPr>
          <p:cNvPr id="383" name="PlaceHolder 6"/>
          <p:cNvSpPr>
            <a:spLocks noGrp="1"/>
          </p:cNvSpPr>
          <p:nvPr>
            <p:ph type="ftr" idx="89"/>
          </p:nvPr>
        </p:nvSpPr>
        <p:spPr>
          <a:xfrm>
            <a:off x="0" y="7120440"/>
            <a:ext cx="11548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r>
              <a:rPr b="0" lang="en-US" sz="200" strike="noStrike" u="none">
                <a:solidFill>
                  <a:schemeClr val="dk1"/>
                </a:solidFill>
                <a:effectLst/>
                <a:uFillTx/>
                <a:latin typeface="Arial"/>
              </a:rPr>
              <a:t>&lt;footer&gt;</a:t>
            </a:r>
            <a:endParaRPr b="0" lang="en-US" sz="200" strike="noStrike" u="none">
              <a:solidFill>
                <a:srgbClr val="000000"/>
              </a:solidFill>
              <a:effectLst/>
              <a:uFillTx/>
              <a:latin typeface="Times New Roman"/>
            </a:endParaRPr>
          </a:p>
        </p:txBody>
      </p:sp>
      <p:sp>
        <p:nvSpPr>
          <p:cNvPr id="384" name="PlaceHolder 7"/>
          <p:cNvSpPr>
            <a:spLocks noGrp="1"/>
          </p:cNvSpPr>
          <p:nvPr>
            <p:ph type="sldNum" idx="90"/>
          </p:nvPr>
        </p:nvSpPr>
        <p:spPr>
          <a:xfrm>
            <a:off x="0" y="7221600"/>
            <a:ext cx="9136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fld id="{73D0323D-6035-475A-954F-1B2C7BE6CDC4}" type="slidenum">
              <a:rPr b="0" lang="en-US" sz="200" strike="noStrike" u="none">
                <a:solidFill>
                  <a:schemeClr val="dk1"/>
                </a:solidFill>
                <a:effectLst/>
                <a:uFillTx/>
                <a:latin typeface="Arial"/>
              </a:rPr>
              <a:t>&lt;number&gt;</a:t>
            </a:fld>
            <a:endParaRPr b="0" lang="en-US" sz="200" strike="noStrike" u="none">
              <a:solidFill>
                <a:srgbClr val="000000"/>
              </a:solidFill>
              <a:effectLst/>
              <a:uFillTx/>
              <a:latin typeface="Times New Roman"/>
            </a:endParaRPr>
          </a:p>
        </p:txBody>
      </p:sp>
      <p:sp>
        <p:nvSpPr>
          <p:cNvPr id="385" name="PlaceHolder 8"/>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lnSpc>
                <a:spcPct val="100000"/>
              </a:lnSpc>
              <a:buNone/>
              <a:tabLst>
                <a:tab algn="l" pos="0"/>
              </a:tabLst>
            </a:pPr>
            <a:r>
              <a:rPr b="0" lang="en-US" sz="1800" strike="noStrike" u="none">
                <a:solidFill>
                  <a:schemeClr val="dk1"/>
                </a:solidFill>
                <a:effectLst/>
                <a:uFillTx/>
                <a:latin typeface="Arial"/>
              </a:rPr>
              <a:t>Click to edit the title text format</a:t>
            </a:r>
            <a:endParaRPr b="0" lang="en-US" sz="1800" strike="noStrike" u="none">
              <a:solidFill>
                <a:srgbClr val="000000"/>
              </a:solidFill>
              <a:effectLst/>
              <a:uFillTx/>
              <a:latin typeface="Arial"/>
            </a:endParaRPr>
          </a:p>
        </p:txBody>
      </p:sp>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ig Fact">
    <p:bg>
      <p:bgPr>
        <a:solidFill>
          <a:srgbClr val="ffffff"/>
        </a:solidFill>
      </p:bgPr>
    </p:bg>
    <p:spTree>
      <p:nvGrpSpPr>
        <p:cNvPr id="1" name=""/>
        <p:cNvGrpSpPr/>
        <p:nvPr/>
      </p:nvGrpSpPr>
      <p:grpSpPr>
        <a:xfrm>
          <a:off x="0" y="0"/>
          <a:ext cx="0" cy="0"/>
          <a:chOff x="0" y="0"/>
          <a:chExt cx="0" cy="0"/>
        </a:xfrm>
      </p:grpSpPr>
      <p:pic>
        <p:nvPicPr>
          <p:cNvPr id="386" name="Optum Logo" descr="Optum"/>
          <p:cNvPicPr/>
          <p:nvPr/>
        </p:nvPicPr>
        <p:blipFill>
          <a:blip r:embed="rId2">
            <a:extLst>
              <a:ext uri="{96DAC541-7B7A-43D3-8B79-37D633B846F1}">
                <asvg:svgBlip xmlns:asvg="http://schemas.microsoft.com/office/drawing/2016/SVG/main" r:embed="rId3"/>
              </a:ext>
            </a:extLst>
          </a:blip>
          <a:stretch/>
        </p:blipFill>
        <p:spPr>
          <a:xfrm>
            <a:off x="461880" y="6343560"/>
            <a:ext cx="772200" cy="223200"/>
          </a:xfrm>
          <a:prstGeom prst="rect">
            <a:avLst/>
          </a:prstGeom>
          <a:noFill/>
          <a:ln w="0">
            <a:noFill/>
          </a:ln>
        </p:spPr>
      </p:pic>
      <p:sp>
        <p:nvSpPr>
          <p:cNvPr id="387" name="Page Number"/>
          <p:cNvSpPr/>
          <p:nvPr/>
        </p:nvSpPr>
        <p:spPr>
          <a:xfrm>
            <a:off x="11576160" y="6394320"/>
            <a:ext cx="156240" cy="15300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A388A04A-651F-47FA-AD35-AB7B97318C85}" type="slidenum">
              <a:rPr b="1" lang="en-US" sz="1000" strike="noStrike" u="none">
                <a:solidFill>
                  <a:schemeClr val="dk1"/>
                </a:solidFill>
                <a:effectLst/>
                <a:uFillTx/>
                <a:latin typeface="Arial"/>
              </a:rPr>
              <a:t>&lt;number&gt;</a:t>
            </a:fld>
            <a:endParaRPr b="0" lang="en-US" sz="1000" strike="noStrike" u="none">
              <a:solidFill>
                <a:srgbClr val="000000"/>
              </a:solidFill>
              <a:effectLst/>
              <a:uFillTx/>
              <a:latin typeface="Arial"/>
            </a:endParaRPr>
          </a:p>
        </p:txBody>
      </p:sp>
      <p:sp>
        <p:nvSpPr>
          <p:cNvPr id="388" name="Copyright"/>
          <p:cNvSpPr/>
          <p:nvPr/>
        </p:nvSpPr>
        <p:spPr>
          <a:xfrm>
            <a:off x="4699080" y="6431760"/>
            <a:ext cx="2793240" cy="10656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000000"/>
              </a:solidFill>
              <a:effectLst/>
              <a:uFillTx/>
              <a:latin typeface="Arial"/>
            </a:endParaRPr>
          </a:p>
        </p:txBody>
      </p:sp>
      <p:sp>
        <p:nvSpPr>
          <p:cNvPr id="389" name="Warm White Background">
            <a:extLst>
              <a:ext uri="{C183D7F6-B498-43B3-948B-1728B52AA6E4}">
                <adec:decorative xmlns:adec="http://schemas.microsoft.com/office/drawing/2017/decorative" val="1"/>
              </a:ext>
            </a:extLst>
          </p:cNvPr>
          <p:cNvSpPr/>
          <p:nvPr/>
        </p:nvSpPr>
        <p:spPr>
          <a:xfrm>
            <a:off x="0" y="0"/>
            <a:ext cx="12191400" cy="599364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lIns="90000" rIns="90000" tIns="45000" bIns="45000"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390" name="Background Circle">
            <a:extLst>
              <a:ext uri="{C183D7F6-B498-43B3-948B-1728B52AA6E4}">
                <adec:decorative xmlns:adec="http://schemas.microsoft.com/office/drawing/2017/decorative" val="1"/>
              </a:ext>
            </a:extLst>
          </p:cNvPr>
          <p:cNvSpPr/>
          <p:nvPr/>
        </p:nvSpPr>
        <p:spPr>
          <a:xfrm>
            <a:off x="3734280" y="699840"/>
            <a:ext cx="4722480" cy="472248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lIns="90000" rIns="90000" tIns="45000" bIns="45000"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391" name="PlaceHolder 1"/>
          <p:cNvSpPr>
            <a:spLocks noGrp="1"/>
          </p:cNvSpPr>
          <p:nvPr>
            <p:ph type="body"/>
          </p:nvPr>
        </p:nvSpPr>
        <p:spPr>
          <a:xfrm>
            <a:off x="4038480" y="500760"/>
            <a:ext cx="4114080" cy="3175560"/>
          </a:xfrm>
          <a:prstGeom prst="rect">
            <a:avLst/>
          </a:prstGeom>
          <a:noFill/>
          <a:ln w="0">
            <a:noFill/>
          </a:ln>
        </p:spPr>
        <p:txBody>
          <a:bodyPr lIns="0" rIns="0" tIns="0" bIns="0" anchor="b">
            <a:spAutoFit/>
          </a:bodyPr>
          <a:p>
            <a:pPr indent="0" algn="ctr" defTabSz="914400">
              <a:lnSpc>
                <a:spcPct val="100000"/>
              </a:lnSpc>
              <a:buNone/>
              <a:tabLst>
                <a:tab algn="l" pos="0"/>
              </a:tabLst>
            </a:pPr>
            <a:r>
              <a:rPr b="1" lang="en-US" sz="8000" spc="-71" strike="noStrike" u="none">
                <a:solidFill>
                  <a:schemeClr val="dk1"/>
                </a:solidFill>
                <a:effectLst/>
                <a:uFillTx/>
                <a:latin typeface="Georgia Pro"/>
              </a:rPr>
              <a:t>###%</a:t>
            </a:r>
            <a:endParaRPr b="0" lang="en-US" sz="8000" strike="noStrike" u="none">
              <a:solidFill>
                <a:srgbClr val="000000"/>
              </a:solidFill>
              <a:effectLst/>
              <a:uFillTx/>
              <a:latin typeface="Arial"/>
            </a:endParaRPr>
          </a:p>
        </p:txBody>
      </p:sp>
      <p:sp>
        <p:nvSpPr>
          <p:cNvPr id="392" name="PlaceHolder 2"/>
          <p:cNvSpPr>
            <a:spLocks noGrp="1"/>
          </p:cNvSpPr>
          <p:nvPr>
            <p:ph type="body"/>
          </p:nvPr>
        </p:nvSpPr>
        <p:spPr>
          <a:xfrm>
            <a:off x="4038480" y="3708360"/>
            <a:ext cx="4114080" cy="3175560"/>
          </a:xfrm>
          <a:prstGeom prst="rect">
            <a:avLst/>
          </a:prstGeom>
          <a:noFill/>
          <a:ln w="0">
            <a:noFill/>
          </a:ln>
        </p:spPr>
        <p:txBody>
          <a:bodyPr lIns="0" rIns="0" tIns="0" bIns="0" anchor="t">
            <a:spAutoFit/>
          </a:bodyPr>
          <a:p>
            <a:pPr indent="0" algn="ctr" defTabSz="914400">
              <a:lnSpc>
                <a:spcPct val="100000"/>
              </a:lnSpc>
              <a:spcBef>
                <a:spcPts val="601"/>
              </a:spcBef>
              <a:buNone/>
              <a:tabLst>
                <a:tab algn="l" pos="0"/>
              </a:tabLst>
            </a:pPr>
            <a:r>
              <a:rPr b="0" lang="en-US" sz="1500" strike="noStrike" u="none">
                <a:solidFill>
                  <a:schemeClr val="dk1"/>
                </a:solidFill>
                <a:effectLst/>
                <a:uFillTx/>
                <a:latin typeface="Arial"/>
              </a:rPr>
              <a:t>Context about fact</a:t>
            </a:r>
            <a:endParaRPr b="0" lang="en-US" sz="1500" strike="noStrike" u="none">
              <a:solidFill>
                <a:srgbClr val="000000"/>
              </a:solidFill>
              <a:effectLst/>
              <a:uFillTx/>
              <a:latin typeface="Arial"/>
            </a:endParaRPr>
          </a:p>
        </p:txBody>
      </p:sp>
      <p:sp>
        <p:nvSpPr>
          <p:cNvPr id="393" name="PlaceHolder 3"/>
          <p:cNvSpPr>
            <a:spLocks noGrp="1"/>
          </p:cNvSpPr>
          <p:nvPr>
            <p:ph type="dt" idx="91"/>
          </p:nvPr>
        </p:nvSpPr>
        <p:spPr>
          <a:xfrm>
            <a:off x="0" y="7170840"/>
            <a:ext cx="9136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r>
              <a:rPr b="0" lang="en-US" sz="200" strike="noStrike" u="none">
                <a:solidFill>
                  <a:schemeClr val="dk1"/>
                </a:solidFill>
                <a:effectLst/>
                <a:uFillTx/>
                <a:latin typeface="Arial"/>
              </a:rPr>
              <a:t>&lt;date/time&gt;</a:t>
            </a:r>
            <a:endParaRPr b="0" lang="en-US" sz="200" strike="noStrike" u="none">
              <a:solidFill>
                <a:srgbClr val="000000"/>
              </a:solidFill>
              <a:effectLst/>
              <a:uFillTx/>
              <a:latin typeface="Times New Roman"/>
            </a:endParaRPr>
          </a:p>
        </p:txBody>
      </p:sp>
      <p:sp>
        <p:nvSpPr>
          <p:cNvPr id="394" name="PlaceHolder 4"/>
          <p:cNvSpPr>
            <a:spLocks noGrp="1"/>
          </p:cNvSpPr>
          <p:nvPr>
            <p:ph type="ftr" idx="92"/>
          </p:nvPr>
        </p:nvSpPr>
        <p:spPr>
          <a:xfrm>
            <a:off x="0" y="7120440"/>
            <a:ext cx="11548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r>
              <a:rPr b="0" lang="en-US" sz="200" strike="noStrike" u="none">
                <a:solidFill>
                  <a:schemeClr val="dk1"/>
                </a:solidFill>
                <a:effectLst/>
                <a:uFillTx/>
                <a:latin typeface="Arial"/>
              </a:rPr>
              <a:t>&lt;footer&gt;</a:t>
            </a:r>
            <a:endParaRPr b="0" lang="en-US" sz="200" strike="noStrike" u="none">
              <a:solidFill>
                <a:srgbClr val="000000"/>
              </a:solidFill>
              <a:effectLst/>
              <a:uFillTx/>
              <a:latin typeface="Times New Roman"/>
            </a:endParaRPr>
          </a:p>
        </p:txBody>
      </p:sp>
      <p:sp>
        <p:nvSpPr>
          <p:cNvPr id="395" name="PlaceHolder 5"/>
          <p:cNvSpPr>
            <a:spLocks noGrp="1"/>
          </p:cNvSpPr>
          <p:nvPr>
            <p:ph type="sldNum" idx="93"/>
          </p:nvPr>
        </p:nvSpPr>
        <p:spPr>
          <a:xfrm>
            <a:off x="0" y="7221600"/>
            <a:ext cx="9136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fld id="{A95034D7-5CD6-41A5-9F50-DF6C771E8EED}" type="slidenum">
              <a:rPr b="0" lang="en-US" sz="200" strike="noStrike" u="none">
                <a:solidFill>
                  <a:schemeClr val="dk1"/>
                </a:solidFill>
                <a:effectLst/>
                <a:uFillTx/>
                <a:latin typeface="Arial"/>
              </a:rPr>
              <a:t>&lt;number&gt;</a:t>
            </a:fld>
            <a:endParaRPr b="0" lang="en-US" sz="200" strike="noStrike" u="none">
              <a:solidFill>
                <a:srgbClr val="000000"/>
              </a:solidFill>
              <a:effectLst/>
              <a:uFillTx/>
              <a:latin typeface="Times New Roman"/>
            </a:endParaRPr>
          </a:p>
        </p:txBody>
      </p:sp>
      <p:sp>
        <p:nvSpPr>
          <p:cNvPr id="396" name="PlaceHolder 6"/>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lnSpc>
                <a:spcPct val="100000"/>
              </a:lnSpc>
              <a:buNone/>
              <a:tabLst>
                <a:tab algn="l" pos="0"/>
              </a:tabLst>
            </a:pPr>
            <a:r>
              <a:rPr b="0" lang="en-US" sz="1800" strike="noStrike" u="none">
                <a:solidFill>
                  <a:schemeClr val="dk1"/>
                </a:solidFill>
                <a:effectLst/>
                <a:uFillTx/>
                <a:latin typeface="Arial"/>
              </a:rPr>
              <a:t>Click to edit the title text format</a:t>
            </a:r>
            <a:endParaRPr b="0" lang="en-US" sz="1800" strike="noStrike" u="none">
              <a:solidFill>
                <a:srgbClr val="000000"/>
              </a:solidFill>
              <a:effectLst/>
              <a:uFillTx/>
              <a:latin typeface="Arial"/>
            </a:endParaRP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ig Fact - Dawn">
    <p:bg>
      <p:bgPr>
        <a:solidFill>
          <a:srgbClr val="ffffff"/>
        </a:solidFill>
      </p:bgPr>
    </p:bg>
    <p:spTree>
      <p:nvGrpSpPr>
        <p:cNvPr id="1" name=""/>
        <p:cNvGrpSpPr/>
        <p:nvPr/>
      </p:nvGrpSpPr>
      <p:grpSpPr>
        <a:xfrm>
          <a:off x="0" y="0"/>
          <a:ext cx="0" cy="0"/>
          <a:chOff x="0" y="0"/>
          <a:chExt cx="0" cy="0"/>
        </a:xfrm>
      </p:grpSpPr>
      <p:pic>
        <p:nvPicPr>
          <p:cNvPr id="397" name="Optum Logo" descr="Optum"/>
          <p:cNvPicPr/>
          <p:nvPr/>
        </p:nvPicPr>
        <p:blipFill>
          <a:blip r:embed="rId2">
            <a:extLst>
              <a:ext uri="{96DAC541-7B7A-43D3-8B79-37D633B846F1}">
                <asvg:svgBlip xmlns:asvg="http://schemas.microsoft.com/office/drawing/2016/SVG/main" r:embed="rId3"/>
              </a:ext>
            </a:extLst>
          </a:blip>
          <a:stretch/>
        </p:blipFill>
        <p:spPr>
          <a:xfrm>
            <a:off x="461880" y="6343560"/>
            <a:ext cx="772200" cy="223200"/>
          </a:xfrm>
          <a:prstGeom prst="rect">
            <a:avLst/>
          </a:prstGeom>
          <a:noFill/>
          <a:ln w="0">
            <a:noFill/>
          </a:ln>
        </p:spPr>
      </p:pic>
      <p:sp>
        <p:nvSpPr>
          <p:cNvPr id="398" name="Page Number"/>
          <p:cNvSpPr/>
          <p:nvPr/>
        </p:nvSpPr>
        <p:spPr>
          <a:xfrm>
            <a:off x="11576160" y="6394320"/>
            <a:ext cx="156240" cy="15300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3A297C7F-488F-43AB-A799-65A1AF5921B0}" type="slidenum">
              <a:rPr b="1" lang="en-US" sz="1000" strike="noStrike" u="none">
                <a:solidFill>
                  <a:schemeClr val="dk1"/>
                </a:solidFill>
                <a:effectLst/>
                <a:uFillTx/>
                <a:latin typeface="Arial"/>
              </a:rPr>
              <a:t>&lt;number&gt;</a:t>
            </a:fld>
            <a:endParaRPr b="0" lang="en-US" sz="1000" strike="noStrike" u="none">
              <a:solidFill>
                <a:srgbClr val="000000"/>
              </a:solidFill>
              <a:effectLst/>
              <a:uFillTx/>
              <a:latin typeface="Arial"/>
            </a:endParaRPr>
          </a:p>
        </p:txBody>
      </p:sp>
      <p:sp>
        <p:nvSpPr>
          <p:cNvPr id="399" name="Copyright"/>
          <p:cNvSpPr/>
          <p:nvPr/>
        </p:nvSpPr>
        <p:spPr>
          <a:xfrm>
            <a:off x="4699080" y="6431760"/>
            <a:ext cx="2793240" cy="10656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000000"/>
              </a:solidFill>
              <a:effectLst/>
              <a:uFillTx/>
              <a:latin typeface="Arial"/>
            </a:endParaRPr>
          </a:p>
        </p:txBody>
      </p:sp>
      <p:sp>
        <p:nvSpPr>
          <p:cNvPr id="400" name="Warm White Background">
            <a:extLst>
              <a:ext uri="{C183D7F6-B498-43B3-948B-1728B52AA6E4}">
                <adec:decorative xmlns:adec="http://schemas.microsoft.com/office/drawing/2017/decorative" val="1"/>
              </a:ext>
            </a:extLst>
          </p:cNvPr>
          <p:cNvSpPr/>
          <p:nvPr/>
        </p:nvSpPr>
        <p:spPr>
          <a:xfrm>
            <a:off x="0" y="0"/>
            <a:ext cx="12191400" cy="599364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lIns="90000" rIns="90000" tIns="45000" bIns="45000"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401" name="Background Circle">
            <a:extLst>
              <a:ext uri="{C183D7F6-B498-43B3-948B-1728B52AA6E4}">
                <adec:decorative xmlns:adec="http://schemas.microsoft.com/office/drawing/2017/decorative" val="1"/>
              </a:ext>
            </a:extLst>
          </p:cNvPr>
          <p:cNvSpPr/>
          <p:nvPr/>
        </p:nvSpPr>
        <p:spPr>
          <a:xfrm>
            <a:off x="3734280" y="699840"/>
            <a:ext cx="4722480" cy="4722480"/>
          </a:xfrm>
          <a:prstGeom prst="ellipse">
            <a:avLst/>
          </a:prstGeom>
          <a:solidFill>
            <a:srgbClr val="ffd1ab"/>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lIns="90000" rIns="90000" tIns="45000" bIns="45000"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402" name="PlaceHolder 1"/>
          <p:cNvSpPr>
            <a:spLocks noGrp="1"/>
          </p:cNvSpPr>
          <p:nvPr>
            <p:ph type="body"/>
          </p:nvPr>
        </p:nvSpPr>
        <p:spPr>
          <a:xfrm>
            <a:off x="4038480" y="500760"/>
            <a:ext cx="4114080" cy="3175560"/>
          </a:xfrm>
          <a:prstGeom prst="rect">
            <a:avLst/>
          </a:prstGeom>
          <a:noFill/>
          <a:ln w="0">
            <a:noFill/>
          </a:ln>
        </p:spPr>
        <p:txBody>
          <a:bodyPr lIns="0" rIns="0" tIns="0" bIns="0" anchor="b">
            <a:spAutoFit/>
          </a:bodyPr>
          <a:p>
            <a:pPr indent="0" algn="ctr" defTabSz="914400">
              <a:lnSpc>
                <a:spcPct val="100000"/>
              </a:lnSpc>
              <a:buNone/>
              <a:tabLst>
                <a:tab algn="l" pos="0"/>
              </a:tabLst>
            </a:pPr>
            <a:r>
              <a:rPr b="1" lang="en-US" sz="8000" spc="-71" strike="noStrike" u="none">
                <a:solidFill>
                  <a:schemeClr val="dk1"/>
                </a:solidFill>
                <a:effectLst/>
                <a:uFillTx/>
                <a:latin typeface="Georgia Pro"/>
              </a:rPr>
              <a:t>###%</a:t>
            </a:r>
            <a:endParaRPr b="0" lang="en-US" sz="8000" strike="noStrike" u="none">
              <a:solidFill>
                <a:srgbClr val="000000"/>
              </a:solidFill>
              <a:effectLst/>
              <a:uFillTx/>
              <a:latin typeface="Arial"/>
            </a:endParaRPr>
          </a:p>
        </p:txBody>
      </p:sp>
      <p:sp>
        <p:nvSpPr>
          <p:cNvPr id="403" name="PlaceHolder 2"/>
          <p:cNvSpPr>
            <a:spLocks noGrp="1"/>
          </p:cNvSpPr>
          <p:nvPr>
            <p:ph type="body"/>
          </p:nvPr>
        </p:nvSpPr>
        <p:spPr>
          <a:xfrm>
            <a:off x="4038480" y="3708360"/>
            <a:ext cx="4114080" cy="3175560"/>
          </a:xfrm>
          <a:prstGeom prst="rect">
            <a:avLst/>
          </a:prstGeom>
          <a:noFill/>
          <a:ln w="0">
            <a:noFill/>
          </a:ln>
        </p:spPr>
        <p:txBody>
          <a:bodyPr lIns="0" rIns="0" tIns="0" bIns="0" anchor="t">
            <a:spAutoFit/>
          </a:bodyPr>
          <a:p>
            <a:pPr indent="0" algn="ctr" defTabSz="914400">
              <a:lnSpc>
                <a:spcPct val="100000"/>
              </a:lnSpc>
              <a:spcBef>
                <a:spcPts val="601"/>
              </a:spcBef>
              <a:buNone/>
              <a:tabLst>
                <a:tab algn="l" pos="0"/>
              </a:tabLst>
            </a:pPr>
            <a:r>
              <a:rPr b="0" lang="en-US" sz="1500" strike="noStrike" u="none">
                <a:solidFill>
                  <a:schemeClr val="dk1"/>
                </a:solidFill>
                <a:effectLst/>
                <a:uFillTx/>
                <a:latin typeface="Arial"/>
              </a:rPr>
              <a:t>Context about fact</a:t>
            </a:r>
            <a:endParaRPr b="0" lang="en-US" sz="1500" strike="noStrike" u="none">
              <a:solidFill>
                <a:srgbClr val="000000"/>
              </a:solidFill>
              <a:effectLst/>
              <a:uFillTx/>
              <a:latin typeface="Arial"/>
            </a:endParaRPr>
          </a:p>
        </p:txBody>
      </p:sp>
      <p:sp>
        <p:nvSpPr>
          <p:cNvPr id="404" name="PlaceHolder 3"/>
          <p:cNvSpPr>
            <a:spLocks noGrp="1"/>
          </p:cNvSpPr>
          <p:nvPr>
            <p:ph type="dt" idx="94"/>
          </p:nvPr>
        </p:nvSpPr>
        <p:spPr>
          <a:xfrm>
            <a:off x="0" y="7170840"/>
            <a:ext cx="9136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r>
              <a:rPr b="0" lang="en-US" sz="200" strike="noStrike" u="none">
                <a:solidFill>
                  <a:schemeClr val="dk1"/>
                </a:solidFill>
                <a:effectLst/>
                <a:uFillTx/>
                <a:latin typeface="Arial"/>
              </a:rPr>
              <a:t>&lt;date/time&gt;</a:t>
            </a:r>
            <a:endParaRPr b="0" lang="en-US" sz="200" strike="noStrike" u="none">
              <a:solidFill>
                <a:srgbClr val="000000"/>
              </a:solidFill>
              <a:effectLst/>
              <a:uFillTx/>
              <a:latin typeface="Times New Roman"/>
            </a:endParaRPr>
          </a:p>
        </p:txBody>
      </p:sp>
      <p:sp>
        <p:nvSpPr>
          <p:cNvPr id="405" name="PlaceHolder 4"/>
          <p:cNvSpPr>
            <a:spLocks noGrp="1"/>
          </p:cNvSpPr>
          <p:nvPr>
            <p:ph type="ftr" idx="95"/>
          </p:nvPr>
        </p:nvSpPr>
        <p:spPr>
          <a:xfrm>
            <a:off x="0" y="7120440"/>
            <a:ext cx="11548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r>
              <a:rPr b="0" lang="en-US" sz="200" strike="noStrike" u="none">
                <a:solidFill>
                  <a:schemeClr val="dk1"/>
                </a:solidFill>
                <a:effectLst/>
                <a:uFillTx/>
                <a:latin typeface="Arial"/>
              </a:rPr>
              <a:t>&lt;footer&gt;</a:t>
            </a:r>
            <a:endParaRPr b="0" lang="en-US" sz="200" strike="noStrike" u="none">
              <a:solidFill>
                <a:srgbClr val="000000"/>
              </a:solidFill>
              <a:effectLst/>
              <a:uFillTx/>
              <a:latin typeface="Times New Roman"/>
            </a:endParaRPr>
          </a:p>
        </p:txBody>
      </p:sp>
      <p:sp>
        <p:nvSpPr>
          <p:cNvPr id="406" name="PlaceHolder 5"/>
          <p:cNvSpPr>
            <a:spLocks noGrp="1"/>
          </p:cNvSpPr>
          <p:nvPr>
            <p:ph type="sldNum" idx="96"/>
          </p:nvPr>
        </p:nvSpPr>
        <p:spPr>
          <a:xfrm>
            <a:off x="0" y="7221600"/>
            <a:ext cx="9136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fld id="{38E70DEE-46DF-4708-830B-33EB9580C13F}" type="slidenum">
              <a:rPr b="0" lang="en-US" sz="200" strike="noStrike" u="none">
                <a:solidFill>
                  <a:schemeClr val="dk1"/>
                </a:solidFill>
                <a:effectLst/>
                <a:uFillTx/>
                <a:latin typeface="Arial"/>
              </a:rPr>
              <a:t>&lt;number&gt;</a:t>
            </a:fld>
            <a:endParaRPr b="0" lang="en-US" sz="200" strike="noStrike" u="none">
              <a:solidFill>
                <a:srgbClr val="000000"/>
              </a:solidFill>
              <a:effectLst/>
              <a:uFillTx/>
              <a:latin typeface="Times New Roman"/>
            </a:endParaRPr>
          </a:p>
        </p:txBody>
      </p:sp>
      <p:sp>
        <p:nvSpPr>
          <p:cNvPr id="407" name="PlaceHolder 6"/>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lnSpc>
                <a:spcPct val="100000"/>
              </a:lnSpc>
              <a:buNone/>
              <a:tabLst>
                <a:tab algn="l" pos="0"/>
              </a:tabLst>
            </a:pPr>
            <a:r>
              <a:rPr b="0" lang="en-US" sz="1800" strike="noStrike" u="none">
                <a:solidFill>
                  <a:schemeClr val="dk1"/>
                </a:solidFill>
                <a:effectLst/>
                <a:uFillTx/>
                <a:latin typeface="Arial"/>
              </a:rPr>
              <a:t>Click to edit the title text format</a:t>
            </a:r>
            <a:endParaRPr b="0" lang="en-US" sz="1800" strike="noStrike" u="none">
              <a:solidFill>
                <a:srgbClr val="000000"/>
              </a:solidFill>
              <a:effectLst/>
              <a:uFillTx/>
              <a:latin typeface="Arial"/>
            </a:endParaRP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ver 03">
    <p:bg>
      <p:bgPr>
        <a:solidFill>
          <a:srgbClr val="ffffff"/>
        </a:solidFill>
      </p:bgPr>
    </p:bg>
    <p:spTree>
      <p:nvGrpSpPr>
        <p:cNvPr id="1" name=""/>
        <p:cNvGrpSpPr/>
        <p:nvPr/>
      </p:nvGrpSpPr>
      <p:grpSpPr>
        <a:xfrm>
          <a:off x="0" y="0"/>
          <a:ext cx="0" cy="0"/>
          <a:chOff x="0" y="0"/>
          <a:chExt cx="0" cy="0"/>
        </a:xfrm>
      </p:grpSpPr>
      <p:pic>
        <p:nvPicPr>
          <p:cNvPr id="408" name="Optum Logo" descr="Optum"/>
          <p:cNvPicPr/>
          <p:nvPr/>
        </p:nvPicPr>
        <p:blipFill>
          <a:blip r:embed="rId2">
            <a:extLst>
              <a:ext uri="{96DAC541-7B7A-43D3-8B79-37D633B846F1}">
                <asvg:svgBlip xmlns:asvg="http://schemas.microsoft.com/office/drawing/2016/SVG/main" r:embed="rId3"/>
              </a:ext>
            </a:extLst>
          </a:blip>
          <a:stretch/>
        </p:blipFill>
        <p:spPr>
          <a:xfrm>
            <a:off x="461880" y="6343560"/>
            <a:ext cx="772200" cy="223200"/>
          </a:xfrm>
          <a:prstGeom prst="rect">
            <a:avLst/>
          </a:prstGeom>
          <a:noFill/>
          <a:ln w="0">
            <a:noFill/>
          </a:ln>
        </p:spPr>
      </p:pic>
      <p:sp>
        <p:nvSpPr>
          <p:cNvPr id="409" name="Page Number" hidden="1"/>
          <p:cNvSpPr/>
          <p:nvPr/>
        </p:nvSpPr>
        <p:spPr>
          <a:xfrm>
            <a:off x="11576160" y="6394320"/>
            <a:ext cx="156240" cy="15300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073FE6E9-794A-4CEE-BC19-671AA042DBD3}" type="slidenum">
              <a:rPr b="1" lang="en-US" sz="1000" strike="noStrike" u="none">
                <a:solidFill>
                  <a:schemeClr val="dk1"/>
                </a:solidFill>
                <a:effectLst/>
                <a:uFillTx/>
                <a:latin typeface="Arial"/>
              </a:rPr>
              <a:t>&lt;number&gt;</a:t>
            </a:fld>
            <a:endParaRPr b="0" lang="en-US" sz="1000" strike="noStrike" u="none">
              <a:solidFill>
                <a:srgbClr val="000000"/>
              </a:solidFill>
              <a:effectLst/>
              <a:uFillTx/>
              <a:latin typeface="Arial"/>
            </a:endParaRPr>
          </a:p>
        </p:txBody>
      </p:sp>
      <p:sp>
        <p:nvSpPr>
          <p:cNvPr id="410" name="Copyright" hidden="1"/>
          <p:cNvSpPr/>
          <p:nvPr/>
        </p:nvSpPr>
        <p:spPr>
          <a:xfrm>
            <a:off x="4699080" y="6431760"/>
            <a:ext cx="2793240" cy="10656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000000"/>
              </a:solidFill>
              <a:effectLst/>
              <a:uFillTx/>
              <a:latin typeface="Arial"/>
            </a:endParaRPr>
          </a:p>
        </p:txBody>
      </p:sp>
      <p:pic>
        <p:nvPicPr>
          <p:cNvPr id="411" name="Optum Logo" descr="Optum"/>
          <p:cNvPicPr/>
          <p:nvPr/>
        </p:nvPicPr>
        <p:blipFill>
          <a:blip r:embed="rId4"/>
          <a:stretch/>
        </p:blipFill>
        <p:spPr>
          <a:xfrm>
            <a:off x="0" y="0"/>
            <a:ext cx="1956240" cy="6857280"/>
          </a:xfrm>
          <a:prstGeom prst="rect">
            <a:avLst/>
          </a:prstGeom>
          <a:noFill/>
          <a:ln w="0">
            <a:noFill/>
          </a:ln>
        </p:spPr>
      </p:pic>
      <p:sp>
        <p:nvSpPr>
          <p:cNvPr id="412" name="PlaceHolder 1"/>
          <p:cNvSpPr>
            <a:spLocks noGrp="1"/>
          </p:cNvSpPr>
          <p:nvPr>
            <p:ph type="title"/>
          </p:nvPr>
        </p:nvSpPr>
        <p:spPr>
          <a:xfrm>
            <a:off x="2797560" y="1614240"/>
            <a:ext cx="7771680" cy="1661400"/>
          </a:xfrm>
          <a:prstGeom prst="rect">
            <a:avLst/>
          </a:prstGeom>
          <a:noFill/>
          <a:ln w="0">
            <a:noFill/>
          </a:ln>
        </p:spPr>
        <p:txBody>
          <a:bodyPr lIns="0" rIns="0" tIns="0" bIns="0" anchor="b">
            <a:noAutofit/>
          </a:bodyPr>
          <a:p>
            <a:pPr indent="0" defTabSz="914400">
              <a:lnSpc>
                <a:spcPct val="90000"/>
              </a:lnSpc>
              <a:buNone/>
              <a:tabLst>
                <a:tab algn="l" pos="0"/>
              </a:tabLst>
            </a:pPr>
            <a:r>
              <a:rPr b="0" lang="en-US" sz="6000" strike="noStrike" u="none">
                <a:solidFill>
                  <a:schemeClr val="dk1"/>
                </a:solidFill>
                <a:effectLst/>
                <a:uFillTx/>
                <a:latin typeface="Georgia Pro"/>
              </a:rPr>
              <a:t>Insightful presentation title (max. 2 lines)</a:t>
            </a:r>
            <a:endParaRPr b="0" lang="en-US" sz="6000" strike="noStrike" u="none">
              <a:solidFill>
                <a:srgbClr val="000000"/>
              </a:solidFill>
              <a:effectLst/>
              <a:uFillTx/>
              <a:latin typeface="Arial"/>
            </a:endParaRPr>
          </a:p>
        </p:txBody>
      </p:sp>
      <p:sp>
        <p:nvSpPr>
          <p:cNvPr id="413" name="PlaceHolder 2"/>
          <p:cNvSpPr>
            <a:spLocks noGrp="1"/>
          </p:cNvSpPr>
          <p:nvPr>
            <p:ph type="body"/>
          </p:nvPr>
        </p:nvSpPr>
        <p:spPr>
          <a:xfrm>
            <a:off x="2797560" y="3478680"/>
            <a:ext cx="5942880" cy="2352600"/>
          </a:xfrm>
          <a:prstGeom prst="rect">
            <a:avLst/>
          </a:prstGeom>
          <a:noFill/>
          <a:ln w="0">
            <a:noFill/>
          </a:ln>
        </p:spPr>
        <p:txBody>
          <a:bodyPr lIns="0" rIns="0" tIns="0" bIns="0" anchor="t">
            <a:spAutoFit/>
          </a:bodyPr>
          <a:p>
            <a:pPr indent="0" defTabSz="914400">
              <a:lnSpc>
                <a:spcPct val="100000"/>
              </a:lnSpc>
              <a:buNone/>
              <a:tabLst>
                <a:tab algn="l" pos="0"/>
              </a:tabLst>
            </a:pPr>
            <a:r>
              <a:rPr b="0" lang="en-US" sz="1800" strike="noStrike" u="none">
                <a:solidFill>
                  <a:schemeClr val="dk1"/>
                </a:solidFill>
                <a:effectLst/>
                <a:uFillTx/>
                <a:latin typeface="Arial"/>
              </a:rPr>
              <a:t>Presentation subtitle (optional); Arial 18pt, sentence case, max. 3 lines</a:t>
            </a:r>
            <a:endParaRPr b="0" lang="en-US" sz="1800" strike="noStrike" u="none">
              <a:solidFill>
                <a:srgbClr val="000000"/>
              </a:solidFill>
              <a:effectLst/>
              <a:uFillTx/>
              <a:latin typeface="Arial"/>
            </a:endParaRPr>
          </a:p>
        </p:txBody>
      </p:sp>
      <p:cxnSp>
        <p:nvCxnSpPr>
          <p:cNvPr id="414" name="Stroke">
            <a:extLst>
              <a:ext uri="{C183D7F6-B498-43B3-948B-1728B52AA6E4}">
                <adec:decorative xmlns:adec="http://schemas.microsoft.com/office/drawing/2017/decorative" val="1"/>
              </a:ext>
            </a:extLst>
          </p:cNvPr>
          <p:cNvCxnSpPr/>
          <p:nvPr/>
        </p:nvCxnSpPr>
        <p:spPr>
          <a:xfrm>
            <a:off x="2797560" y="4654440"/>
            <a:ext cx="522360" cy="720"/>
          </a:xfrm>
          <a:prstGeom prst="straightConnector1">
            <a:avLst/>
          </a:prstGeom>
          <a:ln cap="rnd" w="38100">
            <a:solidFill>
              <a:srgbClr val="ff612b"/>
            </a:solidFill>
            <a:round/>
          </a:ln>
        </p:spPr>
      </p:cxnSp>
      <p:sp>
        <p:nvSpPr>
          <p:cNvPr id="415" name="PlaceHolder 3"/>
          <p:cNvSpPr>
            <a:spLocks noGrp="1"/>
          </p:cNvSpPr>
          <p:nvPr>
            <p:ph type="body"/>
          </p:nvPr>
        </p:nvSpPr>
        <p:spPr>
          <a:xfrm>
            <a:off x="2797560" y="2855160"/>
            <a:ext cx="5942880" cy="2352600"/>
          </a:xfrm>
          <a:prstGeom prst="rect">
            <a:avLst/>
          </a:prstGeom>
          <a:noFill/>
          <a:ln w="0">
            <a:noFill/>
          </a:ln>
        </p:spPr>
        <p:txBody>
          <a:bodyPr lIns="0" rIns="0" tIns="0" bIns="0" anchor="b">
            <a:spAutoFit/>
          </a:bodyPr>
          <a:p>
            <a:pPr indent="0" defTabSz="914400">
              <a:lnSpc>
                <a:spcPct val="100000"/>
              </a:lnSpc>
              <a:buNone/>
              <a:tabLst>
                <a:tab algn="l" pos="0"/>
              </a:tabLst>
            </a:pPr>
            <a:r>
              <a:rPr b="0" lang="en-US" sz="1400" strike="noStrike" u="none">
                <a:solidFill>
                  <a:schemeClr val="dk1"/>
                </a:solidFill>
                <a:effectLst/>
                <a:uFillTx/>
                <a:latin typeface="Arial"/>
              </a:rPr>
              <a:t>Month DD, YYYY (May also be location or speaker)</a:t>
            </a:r>
            <a:endParaRPr b="0" lang="en-US" sz="1400" strike="noStrike" u="none">
              <a:solidFill>
                <a:srgbClr val="000000"/>
              </a:solidFill>
              <a:effectLst/>
              <a:uFillTx/>
              <a:latin typeface="Arial"/>
            </a:endParaRPr>
          </a:p>
        </p:txBody>
      </p:sp>
      <p:sp>
        <p:nvSpPr>
          <p:cNvPr id="416" name="PlaceHolder 4"/>
          <p:cNvSpPr>
            <a:spLocks noGrp="1"/>
          </p:cNvSpPr>
          <p:nvPr>
            <p:ph type="dt" idx="97"/>
          </p:nvPr>
        </p:nvSpPr>
        <p:spPr>
          <a:xfrm>
            <a:off x="0" y="7170840"/>
            <a:ext cx="9136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r>
              <a:rPr b="0" lang="en-US" sz="200" strike="noStrike" u="none">
                <a:solidFill>
                  <a:schemeClr val="dk1"/>
                </a:solidFill>
                <a:effectLst/>
                <a:uFillTx/>
                <a:latin typeface="Arial"/>
              </a:rPr>
              <a:t>&lt;date/time&gt;</a:t>
            </a:r>
            <a:endParaRPr b="0" lang="en-US" sz="200" strike="noStrike" u="none">
              <a:solidFill>
                <a:srgbClr val="000000"/>
              </a:solidFill>
              <a:effectLst/>
              <a:uFillTx/>
              <a:latin typeface="Times New Roman"/>
            </a:endParaRPr>
          </a:p>
        </p:txBody>
      </p:sp>
      <p:sp>
        <p:nvSpPr>
          <p:cNvPr id="417" name="PlaceHolder 5"/>
          <p:cNvSpPr>
            <a:spLocks noGrp="1"/>
          </p:cNvSpPr>
          <p:nvPr>
            <p:ph type="ftr" idx="98"/>
          </p:nvPr>
        </p:nvSpPr>
        <p:spPr>
          <a:xfrm>
            <a:off x="0" y="7120440"/>
            <a:ext cx="11548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r>
              <a:rPr b="0" lang="en-US" sz="200" strike="noStrike" u="none">
                <a:solidFill>
                  <a:schemeClr val="dk1"/>
                </a:solidFill>
                <a:effectLst/>
                <a:uFillTx/>
                <a:latin typeface="Arial"/>
              </a:rPr>
              <a:t>&lt;footer&gt;</a:t>
            </a:r>
            <a:endParaRPr b="0" lang="en-US" sz="200" strike="noStrike" u="none">
              <a:solidFill>
                <a:srgbClr val="000000"/>
              </a:solidFill>
              <a:effectLst/>
              <a:uFillTx/>
              <a:latin typeface="Times New Roman"/>
            </a:endParaRPr>
          </a:p>
        </p:txBody>
      </p:sp>
      <p:sp>
        <p:nvSpPr>
          <p:cNvPr id="418" name="PlaceHolder 6"/>
          <p:cNvSpPr>
            <a:spLocks noGrp="1"/>
          </p:cNvSpPr>
          <p:nvPr>
            <p:ph type="sldNum" idx="99"/>
          </p:nvPr>
        </p:nvSpPr>
        <p:spPr>
          <a:xfrm>
            <a:off x="0" y="7221600"/>
            <a:ext cx="9136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fld id="{6BFF4631-95C1-4E56-8BC5-37AEC1DF15BE}" type="slidenum">
              <a:rPr b="0" lang="en-US" sz="200" strike="noStrike" u="none">
                <a:solidFill>
                  <a:schemeClr val="dk1"/>
                </a:solidFill>
                <a:effectLst/>
                <a:uFillTx/>
                <a:latin typeface="Arial"/>
              </a:rPr>
              <a:t>&lt;number&gt;</a:t>
            </a:fld>
            <a:endParaRPr b="0" lang="en-US" sz="200" strike="noStrike" u="none">
              <a:solidFill>
                <a:srgbClr val="000000"/>
              </a:solidFill>
              <a:effectLst/>
              <a:uFillTx/>
              <a:latin typeface="Times New Roman"/>
            </a:endParaRP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ig Fact 02">
    <p:bg>
      <p:bgPr>
        <a:solidFill>
          <a:srgbClr val="ffffff"/>
        </a:solidFill>
      </p:bgPr>
    </p:bg>
    <p:spTree>
      <p:nvGrpSpPr>
        <p:cNvPr id="1" name=""/>
        <p:cNvGrpSpPr/>
        <p:nvPr/>
      </p:nvGrpSpPr>
      <p:grpSpPr>
        <a:xfrm>
          <a:off x="0" y="0"/>
          <a:ext cx="0" cy="0"/>
          <a:chOff x="0" y="0"/>
          <a:chExt cx="0" cy="0"/>
        </a:xfrm>
      </p:grpSpPr>
      <p:pic>
        <p:nvPicPr>
          <p:cNvPr id="419" name="Optum Logo" descr="Optum"/>
          <p:cNvPicPr/>
          <p:nvPr/>
        </p:nvPicPr>
        <p:blipFill>
          <a:blip r:embed="rId2">
            <a:extLst>
              <a:ext uri="{96DAC541-7B7A-43D3-8B79-37D633B846F1}">
                <asvg:svgBlip xmlns:asvg="http://schemas.microsoft.com/office/drawing/2016/SVG/main" r:embed="rId3"/>
              </a:ext>
            </a:extLst>
          </a:blip>
          <a:stretch/>
        </p:blipFill>
        <p:spPr>
          <a:xfrm>
            <a:off x="461880" y="6343560"/>
            <a:ext cx="772200" cy="223200"/>
          </a:xfrm>
          <a:prstGeom prst="rect">
            <a:avLst/>
          </a:prstGeom>
          <a:noFill/>
          <a:ln w="0">
            <a:noFill/>
          </a:ln>
        </p:spPr>
      </p:pic>
      <p:sp>
        <p:nvSpPr>
          <p:cNvPr id="420" name="Page Number"/>
          <p:cNvSpPr/>
          <p:nvPr/>
        </p:nvSpPr>
        <p:spPr>
          <a:xfrm>
            <a:off x="11576160" y="6394320"/>
            <a:ext cx="156240" cy="15300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316545CB-6370-4B93-ABB8-7C2097842D9E}" type="slidenum">
              <a:rPr b="1" lang="en-US" sz="1000" strike="noStrike" u="none">
                <a:solidFill>
                  <a:schemeClr val="dk1"/>
                </a:solidFill>
                <a:effectLst/>
                <a:uFillTx/>
                <a:latin typeface="Arial"/>
              </a:rPr>
              <a:t>&lt;number&gt;</a:t>
            </a:fld>
            <a:endParaRPr b="0" lang="en-US" sz="1000" strike="noStrike" u="none">
              <a:solidFill>
                <a:srgbClr val="000000"/>
              </a:solidFill>
              <a:effectLst/>
              <a:uFillTx/>
              <a:latin typeface="Arial"/>
            </a:endParaRPr>
          </a:p>
        </p:txBody>
      </p:sp>
      <p:sp>
        <p:nvSpPr>
          <p:cNvPr id="421" name="Copyright"/>
          <p:cNvSpPr/>
          <p:nvPr/>
        </p:nvSpPr>
        <p:spPr>
          <a:xfrm>
            <a:off x="4699080" y="6431760"/>
            <a:ext cx="2793240" cy="10656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000000"/>
              </a:solidFill>
              <a:effectLst/>
              <a:uFillTx/>
              <a:latin typeface="Arial"/>
            </a:endParaRPr>
          </a:p>
        </p:txBody>
      </p:sp>
      <p:sp>
        <p:nvSpPr>
          <p:cNvPr id="422" name="Warm White Background">
            <a:extLst>
              <a:ext uri="{C183D7F6-B498-43B3-948B-1728B52AA6E4}">
                <adec:decorative xmlns:adec="http://schemas.microsoft.com/office/drawing/2017/decorative" val="1"/>
              </a:ext>
            </a:extLst>
          </p:cNvPr>
          <p:cNvSpPr/>
          <p:nvPr/>
        </p:nvSpPr>
        <p:spPr>
          <a:xfrm>
            <a:off x="0" y="0"/>
            <a:ext cx="12191400" cy="599364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lIns="90000" rIns="90000" tIns="45000" bIns="45000"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423" name="PlaceHolder 1"/>
          <p:cNvSpPr>
            <a:spLocks noGrp="1"/>
          </p:cNvSpPr>
          <p:nvPr>
            <p:ph type="body"/>
          </p:nvPr>
        </p:nvSpPr>
        <p:spPr>
          <a:xfrm>
            <a:off x="1521360" y="500760"/>
            <a:ext cx="4342680" cy="3175560"/>
          </a:xfrm>
          <a:prstGeom prst="rect">
            <a:avLst/>
          </a:prstGeom>
          <a:noFill/>
          <a:ln w="0">
            <a:noFill/>
          </a:ln>
        </p:spPr>
        <p:txBody>
          <a:bodyPr lIns="0" rIns="0" tIns="0" bIns="0" anchor="b">
            <a:spAutoFit/>
          </a:bodyPr>
          <a:p>
            <a:pPr indent="0" algn="ctr" defTabSz="914400">
              <a:lnSpc>
                <a:spcPct val="100000"/>
              </a:lnSpc>
              <a:buNone/>
              <a:tabLst>
                <a:tab algn="l" pos="0"/>
              </a:tabLst>
            </a:pPr>
            <a:r>
              <a:rPr b="1" lang="en-US" sz="8000" spc="-71" strike="noStrike" u="none">
                <a:solidFill>
                  <a:schemeClr val="dk1"/>
                </a:solidFill>
                <a:effectLst/>
                <a:uFillTx/>
                <a:latin typeface="Georgia Pro"/>
              </a:rPr>
              <a:t>###%</a:t>
            </a:r>
            <a:endParaRPr b="0" lang="en-US" sz="8000" strike="noStrike" u="none">
              <a:solidFill>
                <a:srgbClr val="000000"/>
              </a:solidFill>
              <a:effectLst/>
              <a:uFillTx/>
              <a:latin typeface="Arial"/>
            </a:endParaRPr>
          </a:p>
        </p:txBody>
      </p:sp>
      <p:sp>
        <p:nvSpPr>
          <p:cNvPr id="424" name="PlaceHolder 2"/>
          <p:cNvSpPr>
            <a:spLocks noGrp="1"/>
          </p:cNvSpPr>
          <p:nvPr>
            <p:ph type="body"/>
          </p:nvPr>
        </p:nvSpPr>
        <p:spPr>
          <a:xfrm>
            <a:off x="1521360" y="3708360"/>
            <a:ext cx="4342680" cy="3175560"/>
          </a:xfrm>
          <a:prstGeom prst="rect">
            <a:avLst/>
          </a:prstGeom>
          <a:noFill/>
          <a:ln w="0">
            <a:noFill/>
          </a:ln>
        </p:spPr>
        <p:txBody>
          <a:bodyPr lIns="0" rIns="0" tIns="0" bIns="0" anchor="t">
            <a:spAutoFit/>
          </a:bodyPr>
          <a:p>
            <a:pPr indent="0" algn="ctr" defTabSz="914400">
              <a:lnSpc>
                <a:spcPct val="100000"/>
              </a:lnSpc>
              <a:spcBef>
                <a:spcPts val="601"/>
              </a:spcBef>
              <a:buNone/>
              <a:tabLst>
                <a:tab algn="l" pos="0"/>
              </a:tabLst>
            </a:pPr>
            <a:r>
              <a:rPr b="0" lang="en-US" sz="1500" strike="noStrike" u="none">
                <a:solidFill>
                  <a:schemeClr val="dk1"/>
                </a:solidFill>
                <a:effectLst/>
                <a:uFillTx/>
                <a:latin typeface="Arial"/>
              </a:rPr>
              <a:t>Context about fact</a:t>
            </a:r>
            <a:endParaRPr b="0" lang="en-US" sz="1500" strike="noStrike" u="none">
              <a:solidFill>
                <a:srgbClr val="000000"/>
              </a:solidFill>
              <a:effectLst/>
              <a:uFillTx/>
              <a:latin typeface="Arial"/>
            </a:endParaRPr>
          </a:p>
        </p:txBody>
      </p:sp>
      <p:sp>
        <p:nvSpPr>
          <p:cNvPr id="425" name="PlaceHolder 3"/>
          <p:cNvSpPr>
            <a:spLocks noGrp="1"/>
          </p:cNvSpPr>
          <p:nvPr>
            <p:ph type="body"/>
          </p:nvPr>
        </p:nvSpPr>
        <p:spPr>
          <a:xfrm>
            <a:off x="6330960" y="500760"/>
            <a:ext cx="4342680" cy="3175560"/>
          </a:xfrm>
          <a:prstGeom prst="rect">
            <a:avLst/>
          </a:prstGeom>
          <a:noFill/>
          <a:ln w="0">
            <a:noFill/>
          </a:ln>
        </p:spPr>
        <p:txBody>
          <a:bodyPr lIns="0" rIns="0" tIns="0" bIns="0" anchor="b">
            <a:spAutoFit/>
          </a:bodyPr>
          <a:p>
            <a:pPr indent="0" algn="ctr" defTabSz="914400">
              <a:lnSpc>
                <a:spcPct val="100000"/>
              </a:lnSpc>
              <a:buNone/>
              <a:tabLst>
                <a:tab algn="l" pos="0"/>
              </a:tabLst>
            </a:pPr>
            <a:r>
              <a:rPr b="1" lang="en-US" sz="8000" spc="-71" strike="noStrike" u="none">
                <a:solidFill>
                  <a:schemeClr val="dk1"/>
                </a:solidFill>
                <a:effectLst/>
                <a:uFillTx/>
                <a:latin typeface="Georgia Pro"/>
              </a:rPr>
              <a:t>###%</a:t>
            </a:r>
            <a:endParaRPr b="0" lang="en-US" sz="8000" strike="noStrike" u="none">
              <a:solidFill>
                <a:srgbClr val="000000"/>
              </a:solidFill>
              <a:effectLst/>
              <a:uFillTx/>
              <a:latin typeface="Arial"/>
            </a:endParaRPr>
          </a:p>
        </p:txBody>
      </p:sp>
      <p:sp>
        <p:nvSpPr>
          <p:cNvPr id="426" name="PlaceHolder 4"/>
          <p:cNvSpPr>
            <a:spLocks noGrp="1"/>
          </p:cNvSpPr>
          <p:nvPr>
            <p:ph type="body"/>
          </p:nvPr>
        </p:nvSpPr>
        <p:spPr>
          <a:xfrm>
            <a:off x="6330960" y="3708360"/>
            <a:ext cx="4342680" cy="3175560"/>
          </a:xfrm>
          <a:prstGeom prst="rect">
            <a:avLst/>
          </a:prstGeom>
          <a:noFill/>
          <a:ln w="0">
            <a:noFill/>
          </a:ln>
        </p:spPr>
        <p:txBody>
          <a:bodyPr lIns="0" rIns="0" tIns="0" bIns="0" anchor="t">
            <a:spAutoFit/>
          </a:bodyPr>
          <a:p>
            <a:pPr indent="0" algn="ctr" defTabSz="914400">
              <a:lnSpc>
                <a:spcPct val="100000"/>
              </a:lnSpc>
              <a:spcBef>
                <a:spcPts val="601"/>
              </a:spcBef>
              <a:buNone/>
              <a:tabLst>
                <a:tab algn="l" pos="0"/>
              </a:tabLst>
            </a:pPr>
            <a:r>
              <a:rPr b="0" lang="en-US" sz="1500" strike="noStrike" u="none">
                <a:solidFill>
                  <a:schemeClr val="dk1"/>
                </a:solidFill>
                <a:effectLst/>
                <a:uFillTx/>
                <a:latin typeface="Arial"/>
              </a:rPr>
              <a:t>Context about fact</a:t>
            </a:r>
            <a:endParaRPr b="0" lang="en-US" sz="1500" strike="noStrike" u="none">
              <a:solidFill>
                <a:srgbClr val="000000"/>
              </a:solidFill>
              <a:effectLst/>
              <a:uFillTx/>
              <a:latin typeface="Arial"/>
            </a:endParaRPr>
          </a:p>
        </p:txBody>
      </p:sp>
      <p:sp>
        <p:nvSpPr>
          <p:cNvPr id="427" name="PlaceHolder 5"/>
          <p:cNvSpPr>
            <a:spLocks noGrp="1"/>
          </p:cNvSpPr>
          <p:nvPr>
            <p:ph type="dt" idx="100"/>
          </p:nvPr>
        </p:nvSpPr>
        <p:spPr>
          <a:xfrm>
            <a:off x="0" y="7170840"/>
            <a:ext cx="9136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r>
              <a:rPr b="0" lang="en-US" sz="200" strike="noStrike" u="none">
                <a:solidFill>
                  <a:schemeClr val="dk1"/>
                </a:solidFill>
                <a:effectLst/>
                <a:uFillTx/>
                <a:latin typeface="Arial"/>
              </a:rPr>
              <a:t>&lt;date/time&gt;</a:t>
            </a:r>
            <a:endParaRPr b="0" lang="en-US" sz="200" strike="noStrike" u="none">
              <a:solidFill>
                <a:srgbClr val="000000"/>
              </a:solidFill>
              <a:effectLst/>
              <a:uFillTx/>
              <a:latin typeface="Times New Roman"/>
            </a:endParaRPr>
          </a:p>
        </p:txBody>
      </p:sp>
      <p:sp>
        <p:nvSpPr>
          <p:cNvPr id="428" name="PlaceHolder 6"/>
          <p:cNvSpPr>
            <a:spLocks noGrp="1"/>
          </p:cNvSpPr>
          <p:nvPr>
            <p:ph type="ftr" idx="101"/>
          </p:nvPr>
        </p:nvSpPr>
        <p:spPr>
          <a:xfrm>
            <a:off x="0" y="7120440"/>
            <a:ext cx="11548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r>
              <a:rPr b="0" lang="en-US" sz="200" strike="noStrike" u="none">
                <a:solidFill>
                  <a:schemeClr val="dk1"/>
                </a:solidFill>
                <a:effectLst/>
                <a:uFillTx/>
                <a:latin typeface="Arial"/>
              </a:rPr>
              <a:t>&lt;footer&gt;</a:t>
            </a:r>
            <a:endParaRPr b="0" lang="en-US" sz="200" strike="noStrike" u="none">
              <a:solidFill>
                <a:srgbClr val="000000"/>
              </a:solidFill>
              <a:effectLst/>
              <a:uFillTx/>
              <a:latin typeface="Times New Roman"/>
            </a:endParaRPr>
          </a:p>
        </p:txBody>
      </p:sp>
      <p:sp>
        <p:nvSpPr>
          <p:cNvPr id="429" name="PlaceHolder 7"/>
          <p:cNvSpPr>
            <a:spLocks noGrp="1"/>
          </p:cNvSpPr>
          <p:nvPr>
            <p:ph type="sldNum" idx="102"/>
          </p:nvPr>
        </p:nvSpPr>
        <p:spPr>
          <a:xfrm>
            <a:off x="0" y="7221600"/>
            <a:ext cx="9136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fld id="{8B755C55-3E5A-4C1F-9FF4-F0C440B8F404}" type="slidenum">
              <a:rPr b="0" lang="en-US" sz="200" strike="noStrike" u="none">
                <a:solidFill>
                  <a:schemeClr val="dk1"/>
                </a:solidFill>
                <a:effectLst/>
                <a:uFillTx/>
                <a:latin typeface="Arial"/>
              </a:rPr>
              <a:t>&lt;number&gt;</a:t>
            </a:fld>
            <a:endParaRPr b="0" lang="en-US" sz="200" strike="noStrike" u="none">
              <a:solidFill>
                <a:srgbClr val="000000"/>
              </a:solidFill>
              <a:effectLst/>
              <a:uFillTx/>
              <a:latin typeface="Times New Roman"/>
            </a:endParaRPr>
          </a:p>
        </p:txBody>
      </p:sp>
      <p:sp>
        <p:nvSpPr>
          <p:cNvPr id="430" name="PlaceHolder 8"/>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lnSpc>
                <a:spcPct val="100000"/>
              </a:lnSpc>
              <a:buNone/>
              <a:tabLst>
                <a:tab algn="l" pos="0"/>
              </a:tabLst>
            </a:pPr>
            <a:r>
              <a:rPr b="0" lang="en-US" sz="1800" strike="noStrike" u="none">
                <a:solidFill>
                  <a:schemeClr val="dk1"/>
                </a:solidFill>
                <a:effectLst/>
                <a:uFillTx/>
                <a:latin typeface="Arial"/>
              </a:rPr>
              <a:t>Click to edit the title text format</a:t>
            </a:r>
            <a:endParaRPr b="0" lang="en-US" sz="1800" strike="noStrike" u="none">
              <a:solidFill>
                <a:srgbClr val="000000"/>
              </a:solidFill>
              <a:effectLst/>
              <a:uFillTx/>
              <a:latin typeface="Arial"/>
            </a:endParaRP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      ___      ">
    <p:bg>
      <p:bgPr>
        <a:solidFill>
          <a:srgbClr val="7030a0"/>
        </a:solidFill>
      </p:bgPr>
    </p:bg>
    <p:spTree>
      <p:nvGrpSpPr>
        <p:cNvPr id="1" name=""/>
        <p:cNvGrpSpPr/>
        <p:nvPr/>
      </p:nvGrpSpPr>
      <p:grpSpPr>
        <a:xfrm>
          <a:off x="0" y="0"/>
          <a:ext cx="0" cy="0"/>
          <a:chOff x="0" y="0"/>
          <a:chExt cx="0" cy="0"/>
        </a:xfrm>
      </p:grpSpPr>
      <p:pic>
        <p:nvPicPr>
          <p:cNvPr id="431" name="Optum Logo" descr="Optum"/>
          <p:cNvPicPr/>
          <p:nvPr/>
        </p:nvPicPr>
        <p:blipFill>
          <a:blip r:embed="rId2">
            <a:extLst>
              <a:ext uri="{96DAC541-7B7A-43D3-8B79-37D633B846F1}">
                <asvg:svgBlip xmlns:asvg="http://schemas.microsoft.com/office/drawing/2016/SVG/main" r:embed="rId3"/>
              </a:ext>
            </a:extLst>
          </a:blip>
          <a:stretch/>
        </p:blipFill>
        <p:spPr>
          <a:xfrm>
            <a:off x="461880" y="6343560"/>
            <a:ext cx="772200" cy="223200"/>
          </a:xfrm>
          <a:prstGeom prst="rect">
            <a:avLst/>
          </a:prstGeom>
          <a:noFill/>
          <a:ln w="0">
            <a:noFill/>
          </a:ln>
        </p:spPr>
      </p:pic>
      <p:sp>
        <p:nvSpPr>
          <p:cNvPr id="432" name="Page Number" hidden="1"/>
          <p:cNvSpPr/>
          <p:nvPr/>
        </p:nvSpPr>
        <p:spPr>
          <a:xfrm>
            <a:off x="11576160" y="6394320"/>
            <a:ext cx="156240" cy="15300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7E231963-F458-437E-B068-CB3A3A0E7660}" type="slidenum">
              <a:rPr b="1" lang="en-US" sz="1000" strike="noStrike" u="none">
                <a:solidFill>
                  <a:schemeClr val="dk1"/>
                </a:solidFill>
                <a:effectLst/>
                <a:uFillTx/>
                <a:latin typeface="Arial"/>
              </a:rPr>
              <a:t>&lt;number&gt;</a:t>
            </a:fld>
            <a:endParaRPr b="0" lang="en-US" sz="1000" strike="noStrike" u="none">
              <a:solidFill>
                <a:srgbClr val="ffffff"/>
              </a:solidFill>
              <a:effectLst/>
              <a:uFillTx/>
              <a:latin typeface="Arial"/>
            </a:endParaRPr>
          </a:p>
        </p:txBody>
      </p:sp>
      <p:sp>
        <p:nvSpPr>
          <p:cNvPr id="433" name="Copyright" hidden="1"/>
          <p:cNvSpPr/>
          <p:nvPr/>
        </p:nvSpPr>
        <p:spPr>
          <a:xfrm>
            <a:off x="4699080" y="6431760"/>
            <a:ext cx="2793240" cy="10656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ffffff"/>
              </a:solidFill>
              <a:effectLst/>
              <a:uFillTx/>
              <a:latin typeface="Arial"/>
            </a:endParaRPr>
          </a:p>
        </p:txBody>
      </p:sp>
      <p:sp>
        <p:nvSpPr>
          <p:cNvPr id="434" name="TextBox 1"/>
          <p:cNvSpPr/>
          <p:nvPr/>
        </p:nvSpPr>
        <p:spPr>
          <a:xfrm>
            <a:off x="743040" y="2390400"/>
            <a:ext cx="9890640" cy="2076840"/>
          </a:xfrm>
          <a:prstGeom prst="rect">
            <a:avLst/>
          </a:prstGeom>
          <a:noFill/>
          <a:ln w="0">
            <a:noFill/>
          </a:ln>
        </p:spPr>
        <p:style>
          <a:lnRef idx="0"/>
          <a:fillRef idx="0"/>
          <a:effectRef idx="0"/>
          <a:fontRef idx="minor"/>
        </p:style>
        <p:txBody>
          <a:bodyPr lIns="0" rIns="0" tIns="0" bIns="0" anchor="t">
            <a:spAutoFit/>
          </a:bodyPr>
          <a:p>
            <a:pPr defTabSz="914400">
              <a:lnSpc>
                <a:spcPct val="90000"/>
              </a:lnSpc>
            </a:pPr>
            <a:r>
              <a:rPr b="1" lang="en-US" sz="15000" strike="noStrike" u="none">
                <a:solidFill>
                  <a:schemeClr val="lt1"/>
                </a:solidFill>
                <a:effectLst/>
                <a:uFillTx/>
                <a:latin typeface="Arial"/>
              </a:rPr>
              <a:t>Closing</a:t>
            </a:r>
            <a:endParaRPr b="0" lang="en-US" sz="15000" strike="noStrike" u="none">
              <a:solidFill>
                <a:srgbClr val="ffffff"/>
              </a:solidFill>
              <a:effectLst/>
              <a:uFillTx/>
              <a:latin typeface="Arial"/>
            </a:endParaRPr>
          </a:p>
        </p:txBody>
      </p:sp>
      <p:cxnSp>
        <p:nvCxnSpPr>
          <p:cNvPr id="435" name="Arrow">
            <a:extLst>
              <a:ext uri="{C183D7F6-B498-43B3-948B-1728B52AA6E4}">
                <adec:decorative xmlns:adec="http://schemas.microsoft.com/office/drawing/2017/decorative" val="1"/>
              </a:ext>
            </a:extLst>
          </p:cNvPr>
          <p:cNvCxnSpPr/>
          <p:nvPr/>
        </p:nvCxnSpPr>
        <p:spPr>
          <a:xfrm>
            <a:off x="9496800" y="3429000"/>
            <a:ext cx="1952640" cy="720"/>
          </a:xfrm>
          <a:prstGeom prst="straightConnector1">
            <a:avLst/>
          </a:prstGeom>
          <a:ln cap="rnd" w="317500">
            <a:solidFill>
              <a:srgbClr val="ffffff"/>
            </a:solidFill>
            <a:round/>
            <a:tailEnd len="sm" type="arrow" w="lg"/>
          </a:ln>
        </p:spPr>
      </p:cxn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losing Slide">
    <p:bg>
      <p:bgPr>
        <a:solidFill>
          <a:srgbClr val="ffffff"/>
        </a:solidFill>
      </p:bgPr>
    </p:bg>
    <p:spTree>
      <p:nvGrpSpPr>
        <p:cNvPr id="1" name=""/>
        <p:cNvGrpSpPr/>
        <p:nvPr/>
      </p:nvGrpSpPr>
      <p:grpSpPr>
        <a:xfrm>
          <a:off x="0" y="0"/>
          <a:ext cx="0" cy="0"/>
          <a:chOff x="0" y="0"/>
          <a:chExt cx="0" cy="0"/>
        </a:xfrm>
      </p:grpSpPr>
      <p:pic>
        <p:nvPicPr>
          <p:cNvPr id="436" name="Optum Logo" descr="Optum"/>
          <p:cNvPicPr/>
          <p:nvPr/>
        </p:nvPicPr>
        <p:blipFill>
          <a:blip r:embed="rId2">
            <a:extLst>
              <a:ext uri="{96DAC541-7B7A-43D3-8B79-37D633B846F1}">
                <asvg:svgBlip xmlns:asvg="http://schemas.microsoft.com/office/drawing/2016/SVG/main" r:embed="rId3"/>
              </a:ext>
            </a:extLst>
          </a:blip>
          <a:stretch/>
        </p:blipFill>
        <p:spPr>
          <a:xfrm>
            <a:off x="461880" y="6343560"/>
            <a:ext cx="772200" cy="223200"/>
          </a:xfrm>
          <a:prstGeom prst="rect">
            <a:avLst/>
          </a:prstGeom>
          <a:noFill/>
          <a:ln w="0">
            <a:noFill/>
          </a:ln>
        </p:spPr>
      </p:pic>
      <p:sp>
        <p:nvSpPr>
          <p:cNvPr id="437" name="Page Number" hidden="1"/>
          <p:cNvSpPr/>
          <p:nvPr/>
        </p:nvSpPr>
        <p:spPr>
          <a:xfrm>
            <a:off x="11576160" y="6394320"/>
            <a:ext cx="156240" cy="15300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34ED74BA-F576-4F98-8788-F6D2DE579CF2}" type="slidenum">
              <a:rPr b="1" lang="en-US" sz="1000" strike="noStrike" u="none">
                <a:solidFill>
                  <a:schemeClr val="dk1"/>
                </a:solidFill>
                <a:effectLst/>
                <a:uFillTx/>
                <a:latin typeface="Arial"/>
              </a:rPr>
              <a:t>&lt;number&gt;</a:t>
            </a:fld>
            <a:endParaRPr b="0" lang="en-US" sz="1000" strike="noStrike" u="none">
              <a:solidFill>
                <a:srgbClr val="000000"/>
              </a:solidFill>
              <a:effectLst/>
              <a:uFillTx/>
              <a:latin typeface="Arial"/>
            </a:endParaRPr>
          </a:p>
        </p:txBody>
      </p:sp>
      <p:sp>
        <p:nvSpPr>
          <p:cNvPr id="438" name="Copyright" hidden="1"/>
          <p:cNvSpPr/>
          <p:nvPr/>
        </p:nvSpPr>
        <p:spPr>
          <a:xfrm>
            <a:off x="4699080" y="6431760"/>
            <a:ext cx="2793240" cy="10656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000000"/>
              </a:solidFill>
              <a:effectLst/>
              <a:uFillTx/>
              <a:latin typeface="Arial"/>
            </a:endParaRPr>
          </a:p>
        </p:txBody>
      </p:sp>
      <p:sp>
        <p:nvSpPr>
          <p:cNvPr id="439" name="Warm White Background">
            <a:extLst>
              <a:ext uri="{C183D7F6-B498-43B3-948B-1728B52AA6E4}">
                <adec:decorative xmlns:adec="http://schemas.microsoft.com/office/drawing/2017/decorative" val="1"/>
              </a:ext>
            </a:extLst>
          </p:cNvPr>
          <p:cNvSpPr/>
          <p:nvPr/>
        </p:nvSpPr>
        <p:spPr>
          <a:xfrm>
            <a:off x="184320" y="182880"/>
            <a:ext cx="11822400" cy="6491520"/>
          </a:xfrm>
          <a:prstGeom prst="roundRect">
            <a:avLst>
              <a:gd name="adj" fmla="val 1011"/>
            </a:avLst>
          </a:prstGeom>
          <a:solidFill>
            <a:srgbClr val="fbf9f4"/>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lIns="90000" rIns="90000" tIns="45000" bIns="45000" anchor="ctr">
            <a:noAutofit/>
          </a:bodyPr>
          <a:p>
            <a:pPr algn="ctr" defTabSz="914400">
              <a:lnSpc>
                <a:spcPct val="100000"/>
              </a:lnSpc>
            </a:pPr>
            <a:endParaRPr b="0" lang="en-US" sz="1400" strike="noStrike" u="none">
              <a:solidFill>
                <a:srgbClr val="ffffff"/>
              </a:solidFill>
              <a:effectLst/>
              <a:uFillTx/>
              <a:latin typeface="Arial"/>
            </a:endParaRPr>
          </a:p>
        </p:txBody>
      </p:sp>
      <p:pic>
        <p:nvPicPr>
          <p:cNvPr id="440" name="Optum Logo" descr="Optum"/>
          <p:cNvPicPr/>
          <p:nvPr/>
        </p:nvPicPr>
        <p:blipFill>
          <a:blip r:embed="rId4">
            <a:extLst>
              <a:ext uri="{96DAC541-7B7A-43D3-8B79-37D633B846F1}">
                <asvg:svgBlip xmlns:asvg="http://schemas.microsoft.com/office/drawing/2016/SVG/main" r:embed="rId5"/>
              </a:ext>
            </a:extLst>
          </a:blip>
          <a:stretch/>
        </p:blipFill>
        <p:spPr>
          <a:xfrm>
            <a:off x="4051800" y="2837160"/>
            <a:ext cx="4087440" cy="1182960"/>
          </a:xfrm>
          <a:prstGeom prst="rect">
            <a:avLst/>
          </a:prstGeom>
          <a:noFill/>
          <a:ln w="0">
            <a:noFill/>
          </a:ln>
        </p:spPr>
      </p:pic>
      <p:sp>
        <p:nvSpPr>
          <p:cNvPr id="441" name="Boilerplate"/>
          <p:cNvSpPr/>
          <p:nvPr/>
        </p:nvSpPr>
        <p:spPr>
          <a:xfrm>
            <a:off x="3818880" y="5837040"/>
            <a:ext cx="4553640" cy="50724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spcBef>
                <a:spcPts val="601"/>
              </a:spcBef>
            </a:pPr>
            <a:r>
              <a:rPr b="0" lang="en-US" sz="700" strike="noStrike" u="none">
                <a:solidFill>
                  <a:schemeClr val="dk1"/>
                </a:solidFill>
                <a:effectLst/>
                <a:uFillTx/>
                <a:latin typeface="Arial"/>
              </a:rPr>
              <a:t>Optum is a registered trademark of Optum, Inc. in the U.S. and other jurisdictions. All other brand or product names are the property of their respective owners. Because we are continuously improving our products and services, Optum reserves the right to change specifications without prior notice. Optum is an equal opportunity employer.</a:t>
            </a:r>
            <a:endParaRPr b="0" lang="en-US" sz="700" strike="noStrike" u="none">
              <a:solidFill>
                <a:srgbClr val="000000"/>
              </a:solidFill>
              <a:effectLst/>
              <a:uFillTx/>
              <a:latin typeface="Arial"/>
            </a:endParaRPr>
          </a:p>
          <a:p>
            <a:pPr algn="ctr" defTabSz="914400">
              <a:lnSpc>
                <a:spcPct val="100000"/>
              </a:lnSpc>
              <a:spcBef>
                <a:spcPts val="601"/>
              </a:spcBef>
            </a:pPr>
            <a:r>
              <a:rPr b="0" lang="en-US" sz="700" strike="noStrike" u="none">
                <a:solidFill>
                  <a:schemeClr val="dk1"/>
                </a:solidFill>
                <a:effectLst/>
                <a:uFillTx/>
                <a:latin typeface="Arial"/>
              </a:rPr>
              <a:t>© 2026 Optum, Inc. All rights reserved.</a:t>
            </a:r>
            <a:endParaRPr b="0" lang="en-US" sz="700" strike="noStrike" u="none">
              <a:solidFill>
                <a:srgbClr val="000000"/>
              </a:solidFill>
              <a:effectLst/>
              <a:uFillTx/>
              <a:latin typeface="Arial"/>
            </a:endParaRP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05">
    <p:bg>
      <p:bgPr>
        <a:solidFill>
          <a:schemeClr val="lt2"/>
        </a:solidFill>
      </p:bgPr>
    </p:bg>
    <p:spTree>
      <p:nvGrpSpPr>
        <p:cNvPr id="1" name=""/>
        <p:cNvGrpSpPr/>
        <p:nvPr/>
      </p:nvGrpSpPr>
      <p:grpSpPr>
        <a:xfrm>
          <a:off x="0" y="0"/>
          <a:ext cx="0" cy="0"/>
          <a:chOff x="0" y="0"/>
          <a:chExt cx="0" cy="0"/>
        </a:xfrm>
      </p:grpSpPr>
      <p:pic>
        <p:nvPicPr>
          <p:cNvPr id="442" name="Optum Logo" descr="Optum"/>
          <p:cNvPicPr/>
          <p:nvPr/>
        </p:nvPicPr>
        <p:blipFill>
          <a:blip r:embed="rId2">
            <a:extLst>
              <a:ext uri="{96DAC541-7B7A-43D3-8B79-37D633B846F1}">
                <asvg:svgBlip xmlns:asvg="http://schemas.microsoft.com/office/drawing/2016/SVG/main" r:embed="rId3"/>
              </a:ext>
            </a:extLst>
          </a:blip>
          <a:stretch/>
        </p:blipFill>
        <p:spPr>
          <a:xfrm>
            <a:off x="461880" y="6343560"/>
            <a:ext cx="772200" cy="223200"/>
          </a:xfrm>
          <a:prstGeom prst="rect">
            <a:avLst/>
          </a:prstGeom>
          <a:noFill/>
          <a:ln w="0">
            <a:noFill/>
          </a:ln>
        </p:spPr>
      </p:pic>
      <p:sp>
        <p:nvSpPr>
          <p:cNvPr id="443" name="Page Number" hidden="1"/>
          <p:cNvSpPr/>
          <p:nvPr/>
        </p:nvSpPr>
        <p:spPr>
          <a:xfrm>
            <a:off x="11576160" y="6394320"/>
            <a:ext cx="156240" cy="15300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2534EE68-F94F-4134-90AD-78B6CBB073D1}" type="slidenum">
              <a:rPr b="1" lang="en-US" sz="1000" strike="noStrike" u="none">
                <a:solidFill>
                  <a:schemeClr val="dk1"/>
                </a:solidFill>
                <a:effectLst/>
                <a:uFillTx/>
                <a:latin typeface="Arial"/>
              </a:rPr>
              <a:t>&lt;number&gt;</a:t>
            </a:fld>
            <a:endParaRPr b="0" lang="en-US" sz="1000" strike="noStrike" u="none">
              <a:solidFill>
                <a:srgbClr val="000000"/>
              </a:solidFill>
              <a:effectLst/>
              <a:uFillTx/>
              <a:latin typeface="Arial"/>
            </a:endParaRPr>
          </a:p>
        </p:txBody>
      </p:sp>
      <p:sp>
        <p:nvSpPr>
          <p:cNvPr id="444" name="Copyright" hidden="1"/>
          <p:cNvSpPr/>
          <p:nvPr/>
        </p:nvSpPr>
        <p:spPr>
          <a:xfrm>
            <a:off x="4699080" y="6431760"/>
            <a:ext cx="2793240" cy="10656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000000"/>
              </a:solidFill>
              <a:effectLst/>
              <a:uFillTx/>
              <a:latin typeface="Arial"/>
            </a:endParaRPr>
          </a:p>
        </p:txBody>
      </p:sp>
      <p:sp>
        <p:nvSpPr>
          <p:cNvPr id="445" name="Dynamic O">
            <a:extLst>
              <a:ext uri="{C183D7F6-B498-43B3-948B-1728B52AA6E4}">
                <adec:decorative xmlns:adec="http://schemas.microsoft.com/office/drawing/2017/decorative" val="1"/>
              </a:ext>
            </a:extLst>
          </p:cNvPr>
          <p:cNvSpPr/>
          <p:nvPr/>
        </p:nvSpPr>
        <p:spPr>
          <a:xfrm>
            <a:off x="0" y="1814400"/>
            <a:ext cx="1105200" cy="2660760"/>
          </a:xfrm>
          <a:custGeom>
            <a:avLst/>
            <a:gdLst>
              <a:gd name="textAreaLeft" fmla="*/ 0 w 1105200"/>
              <a:gd name="textAreaRight" fmla="*/ 1105920 w 1105200"/>
              <a:gd name="textAreaTop" fmla="*/ 0 h 2660760"/>
              <a:gd name="textAreaBottom" fmla="*/ 2661480 h 2660760"/>
              <a:gd name="GluePoint1X" fmla="*/ 0 w 1105958"/>
              <a:gd name="GluePoint1Y" fmla="*/ 0 h 2661455"/>
              <a:gd name="GluePoint2X" fmla="*/ 24371 w 1105958"/>
              <a:gd name="GluePoint2Y" fmla="*/ 3721 h 2661455"/>
              <a:gd name="GluePoint3X" fmla="*/ 1105958 w 1105958"/>
              <a:gd name="GluePoint3Y" fmla="*/ 1330728 h 2661455"/>
              <a:gd name="GluePoint4X" fmla="*/ 24371 w 1105958"/>
              <a:gd name="GluePoint4Y" fmla="*/ 2657734 h 2661455"/>
              <a:gd name="GluePoint5X" fmla="*/ 0 w 1105958"/>
              <a:gd name="GluePoint5Y" fmla="*/ 2661455 h 2661455"/>
              <a:gd name="GluePoint6X" fmla="*/ 0 w 1105958"/>
              <a:gd name="GluePoint6Y" fmla="*/ 1981014 h 2661455"/>
              <a:gd name="GluePoint7X" fmla="*/ 23235 w 1105958"/>
              <a:gd name="GluePoint7Y" fmla="*/ 1973802 h 2661455"/>
              <a:gd name="GluePoint8X" fmla="*/ 449371 w 1105958"/>
              <a:gd name="GluePoint8Y" fmla="*/ 1330728 h 2661455"/>
              <a:gd name="GluePoint9X" fmla="*/ 23235 w 1105958"/>
              <a:gd name="GluePoint9Y" fmla="*/ 687655 h 2661455"/>
              <a:gd name="GluePoint10X" fmla="*/ 0 w 1105958"/>
              <a:gd name="GluePoint10Y" fmla="*/ 680442 h 266145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Lst>
            <a:rect l="textAreaLeft" t="textAreaTop" r="textAreaRight" b="textAreaBottom"/>
            <a:pathLst>
              <a:path w="1105958" h="2661455">
                <a:moveTo>
                  <a:pt x="0" y="0"/>
                </a:moveTo>
                <a:lnTo>
                  <a:pt x="24371" y="3721"/>
                </a:lnTo>
                <a:cubicBezTo>
                  <a:pt x="641527" y="130055"/>
                  <a:pt x="1105958" y="676295"/>
                  <a:pt x="1105958" y="1330728"/>
                </a:cubicBezTo>
                <a:cubicBezTo>
                  <a:pt x="1105958" y="1985162"/>
                  <a:pt x="641527" y="2531400"/>
                  <a:pt x="24371" y="2657734"/>
                </a:cubicBezTo>
                <a:lnTo>
                  <a:pt x="0" y="2661455"/>
                </a:lnTo>
                <a:lnTo>
                  <a:pt x="0" y="1981014"/>
                </a:lnTo>
                <a:lnTo>
                  <a:pt x="23235" y="1973802"/>
                </a:lnTo>
                <a:cubicBezTo>
                  <a:pt x="273779" y="1867815"/>
                  <a:pt x="449371" y="1619719"/>
                  <a:pt x="449371" y="1330728"/>
                </a:cubicBezTo>
                <a:cubicBezTo>
                  <a:pt x="449371" y="1041737"/>
                  <a:pt x="273779" y="793641"/>
                  <a:pt x="23235" y="687655"/>
                </a:cubicBezTo>
                <a:lnTo>
                  <a:pt x="0" y="680442"/>
                </a:lnTo>
                <a:close/>
              </a:path>
            </a:pathLst>
          </a:custGeom>
          <a:solidFill>
            <a:schemeClr val="tx2"/>
          </a:solidFill>
          <a:ln w="1842">
            <a:noFill/>
          </a:ln>
        </p:spPr>
        <p:style>
          <a:lnRef idx="0"/>
          <a:fillRef idx="0"/>
          <a:effectRef idx="0"/>
          <a:fontRef idx="minor"/>
        </p:style>
        <p:txBody>
          <a:bodyPr lIns="90000" rIns="90000" tIns="45000" bIns="45000" anchor="ctr">
            <a:noAutofit/>
          </a:bodyPr>
          <a:p>
            <a:pPr defTabSz="914400">
              <a:lnSpc>
                <a:spcPct val="100000"/>
              </a:lnSpc>
            </a:pPr>
            <a:endParaRPr b="0" lang="en-US" sz="1800" strike="noStrike" u="none">
              <a:solidFill>
                <a:schemeClr val="dk1"/>
              </a:solidFill>
              <a:effectLst/>
              <a:uFillTx/>
              <a:latin typeface="Arial"/>
            </a:endParaRPr>
          </a:p>
        </p:txBody>
      </p:sp>
      <p:sp>
        <p:nvSpPr>
          <p:cNvPr id="446" name="PlaceHolder 1"/>
          <p:cNvSpPr>
            <a:spLocks noGrp="1"/>
          </p:cNvSpPr>
          <p:nvPr>
            <p:ph type="title"/>
          </p:nvPr>
        </p:nvSpPr>
        <p:spPr>
          <a:xfrm>
            <a:off x="1551960" y="2397240"/>
            <a:ext cx="3610080" cy="1495080"/>
          </a:xfrm>
          <a:prstGeom prst="rect">
            <a:avLst/>
          </a:prstGeom>
          <a:noFill/>
          <a:ln w="0">
            <a:noFill/>
          </a:ln>
        </p:spPr>
        <p:txBody>
          <a:bodyPr lIns="0" rIns="0" tIns="0" bIns="0" anchor="ctr">
            <a:noAutofit/>
          </a:bodyPr>
          <a:p>
            <a:pPr indent="0" defTabSz="914400">
              <a:lnSpc>
                <a:spcPct val="90000"/>
              </a:lnSpc>
              <a:buNone/>
              <a:tabLst>
                <a:tab algn="l" pos="0"/>
              </a:tabLst>
            </a:pPr>
            <a:r>
              <a:rPr b="0" lang="en-US" sz="3600" strike="noStrike" u="none">
                <a:solidFill>
                  <a:schemeClr val="dk1"/>
                </a:solidFill>
                <a:effectLst/>
                <a:uFillTx/>
                <a:latin typeface="Georgia Pro"/>
              </a:rPr>
              <a:t>Section title; Georgia Pro 36pt, sentence case</a:t>
            </a:r>
            <a:endParaRPr b="0" lang="en-US" sz="3600" strike="noStrike" u="none">
              <a:solidFill>
                <a:srgbClr val="000000"/>
              </a:solidFill>
              <a:effectLst/>
              <a:uFillTx/>
              <a:latin typeface="Arial"/>
            </a:endParaRPr>
          </a:p>
        </p:txBody>
      </p:sp>
      <p:sp>
        <p:nvSpPr>
          <p:cNvPr id="447" name="PlaceHolder 2"/>
          <p:cNvSpPr>
            <a:spLocks noGrp="1"/>
          </p:cNvSpPr>
          <p:nvPr>
            <p:ph type="body"/>
          </p:nvPr>
        </p:nvSpPr>
        <p:spPr>
          <a:xfrm>
            <a:off x="6020640" y="800280"/>
            <a:ext cx="5257080" cy="5257080"/>
          </a:xfrm>
          <a:prstGeom prst="rect">
            <a:avLst/>
          </a:prstGeom>
          <a:noFill/>
          <a:ln w="0">
            <a:noFill/>
          </a:ln>
        </p:spPr>
        <p:txBody>
          <a:bodyPr lIns="90000" rIns="90000" tIns="45000" bIns="45000" anchor="t">
            <a:noAutofit/>
          </a:bodyPr>
          <a:p>
            <a:pPr indent="0" algn="ctr" defTabSz="914400">
              <a:lnSpc>
                <a:spcPct val="100000"/>
              </a:lnSpc>
              <a:buNone/>
              <a:tabLst>
                <a:tab algn="l" pos="0"/>
              </a:tabLst>
            </a:pPr>
            <a:br>
              <a:rPr sz="1400"/>
            </a:br>
            <a:r>
              <a:rPr b="0" lang="en-US" sz="1400" strike="noStrike" u="none">
                <a:solidFill>
                  <a:schemeClr val="dk1"/>
                </a:solidFill>
                <a:effectLst/>
                <a:uFillTx/>
                <a:latin typeface="Arial"/>
              </a:rPr>
              <a:t>Photography should be inserted into this placeholder with unchanged dimensions (5.75” H x 5.75” W). </a:t>
            </a:r>
            <a:br>
              <a:rPr sz="1400"/>
            </a:br>
            <a:br>
              <a:rPr sz="1400"/>
            </a:br>
            <a:r>
              <a:rPr b="0" lang="en-US" sz="1400" strike="noStrike" u="none">
                <a:solidFill>
                  <a:schemeClr val="dk1"/>
                </a:solidFill>
                <a:effectLst/>
                <a:uFillTx/>
                <a:latin typeface="Arial"/>
              </a:rPr>
              <a:t>To access brand approved photography, visit: brand.optum.com/content/photography-new.</a:t>
            </a:r>
            <a:br>
              <a:rPr sz="1400"/>
            </a:br>
            <a:br>
              <a:rPr sz="1400"/>
            </a:br>
            <a:br>
              <a:rPr sz="1400"/>
            </a:br>
            <a:r>
              <a:rPr b="0" lang="en-US" sz="1400" strike="noStrike" u="none">
                <a:solidFill>
                  <a:schemeClr val="dk1"/>
                </a:solidFill>
                <a:effectLst/>
                <a:uFillTx/>
                <a:latin typeface="Arial"/>
              </a:rPr>
              <a:t>DO NOT use Copilot inserted imagery.</a:t>
            </a:r>
            <a:endParaRPr b="0" lang="en-US" sz="1400" strike="noStrike" u="none">
              <a:solidFill>
                <a:srgbClr val="000000"/>
              </a:solidFill>
              <a:effectLst/>
              <a:uFillTx/>
              <a:latin typeface="Arial"/>
            </a:endParaRPr>
          </a:p>
          <a:p>
            <a:pPr indent="0" algn="ctr" defTabSz="914400">
              <a:lnSpc>
                <a:spcPct val="100000"/>
              </a:lnSpc>
              <a:buNone/>
              <a:tabLst>
                <a:tab algn="l" pos="0"/>
              </a:tabLst>
            </a:pPr>
            <a:endParaRPr b="0" lang="en-US" sz="1400" strike="noStrike" u="none">
              <a:solidFill>
                <a:srgbClr val="000000"/>
              </a:solidFill>
              <a:effectLst/>
              <a:uFillTx/>
              <a:latin typeface="Arial"/>
            </a:endParaRPr>
          </a:p>
          <a:p>
            <a:pPr indent="0" algn="ctr" defTabSz="914400">
              <a:lnSpc>
                <a:spcPct val="100000"/>
              </a:lnSpc>
              <a:buNone/>
              <a:tabLst>
                <a:tab algn="l" pos="0"/>
              </a:tabLst>
            </a:pPr>
            <a:endParaRPr b="0" lang="en-US" sz="1400" strike="noStrike" u="none">
              <a:solidFill>
                <a:srgbClr val="000000"/>
              </a:solidFill>
              <a:effectLst/>
              <a:uFillTx/>
              <a:latin typeface="Arial"/>
            </a:endParaRPr>
          </a:p>
        </p:txBody>
      </p:sp>
      <p:pic>
        <p:nvPicPr>
          <p:cNvPr id="448" name="Optum Logo" descr="Optum"/>
          <p:cNvPicPr/>
          <p:nvPr/>
        </p:nvPicPr>
        <p:blipFill>
          <a:blip r:embed="rId4">
            <a:extLst>
              <a:ext uri="{96DAC541-7B7A-43D3-8B79-37D633B846F1}">
                <asvg:svgBlip xmlns:asvg="http://schemas.microsoft.com/office/drawing/2016/SVG/main" r:embed="rId5"/>
              </a:ext>
            </a:extLst>
          </a:blip>
          <a:stretch/>
        </p:blipFill>
        <p:spPr>
          <a:xfrm>
            <a:off x="461880" y="6343560"/>
            <a:ext cx="772200" cy="223200"/>
          </a:xfrm>
          <a:prstGeom prst="rect">
            <a:avLst/>
          </a:prstGeom>
          <a:noFill/>
          <a:ln w="0">
            <a:noFill/>
          </a:ln>
        </p:spPr>
      </p:pic>
      <p:sp>
        <p:nvSpPr>
          <p:cNvPr id="449" name="PlaceHolder 3"/>
          <p:cNvSpPr>
            <a:spLocks noGrp="1"/>
          </p:cNvSpPr>
          <p:nvPr>
            <p:ph type="dt" idx="103"/>
          </p:nvPr>
        </p:nvSpPr>
        <p:spPr>
          <a:xfrm>
            <a:off x="0" y="7170840"/>
            <a:ext cx="9136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r>
              <a:rPr b="0" lang="en-US" sz="200" strike="noStrike" u="none">
                <a:solidFill>
                  <a:schemeClr val="dk1"/>
                </a:solidFill>
                <a:effectLst/>
                <a:uFillTx/>
                <a:latin typeface="Arial"/>
              </a:rPr>
              <a:t>&lt;date/time&gt;</a:t>
            </a:r>
            <a:endParaRPr b="0" lang="en-US" sz="200" strike="noStrike" u="none">
              <a:solidFill>
                <a:srgbClr val="000000"/>
              </a:solidFill>
              <a:effectLst/>
              <a:uFillTx/>
              <a:latin typeface="Times New Roman"/>
            </a:endParaRPr>
          </a:p>
        </p:txBody>
      </p:sp>
      <p:sp>
        <p:nvSpPr>
          <p:cNvPr id="450" name="PlaceHolder 4"/>
          <p:cNvSpPr>
            <a:spLocks noGrp="1"/>
          </p:cNvSpPr>
          <p:nvPr>
            <p:ph type="ftr" idx="104"/>
          </p:nvPr>
        </p:nvSpPr>
        <p:spPr>
          <a:xfrm>
            <a:off x="0" y="7120440"/>
            <a:ext cx="11548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r>
              <a:rPr b="0" lang="en-US" sz="200" strike="noStrike" u="none">
                <a:solidFill>
                  <a:schemeClr val="dk1"/>
                </a:solidFill>
                <a:effectLst/>
                <a:uFillTx/>
                <a:latin typeface="Arial"/>
              </a:rPr>
              <a:t>&lt;footer&gt;</a:t>
            </a:r>
            <a:endParaRPr b="0" lang="en-US" sz="200" strike="noStrike" u="none">
              <a:solidFill>
                <a:srgbClr val="000000"/>
              </a:solidFill>
              <a:effectLst/>
              <a:uFillTx/>
              <a:latin typeface="Times New Roman"/>
            </a:endParaRPr>
          </a:p>
        </p:txBody>
      </p:sp>
      <p:sp>
        <p:nvSpPr>
          <p:cNvPr id="451" name="PlaceHolder 5"/>
          <p:cNvSpPr>
            <a:spLocks noGrp="1"/>
          </p:cNvSpPr>
          <p:nvPr>
            <p:ph type="sldNum" idx="105"/>
          </p:nvPr>
        </p:nvSpPr>
        <p:spPr>
          <a:xfrm>
            <a:off x="0" y="7221600"/>
            <a:ext cx="9136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fld id="{494FFA61-0D31-46D8-9548-61D42BEABF56}" type="slidenum">
              <a:rPr b="0" lang="en-US" sz="200" strike="noStrike" u="none">
                <a:solidFill>
                  <a:schemeClr val="dk1"/>
                </a:solidFill>
                <a:effectLst/>
                <a:uFillTx/>
                <a:latin typeface="Arial"/>
              </a:rPr>
              <a:t>&lt;number&gt;</a:t>
            </a:fld>
            <a:endParaRPr b="0" lang="en-US" sz="200" strike="noStrike" u="none">
              <a:solidFill>
                <a:srgbClr val="000000"/>
              </a:solidFill>
              <a:effectLst/>
              <a:uFillTx/>
              <a:latin typeface="Times New Roman"/>
            </a:endParaRP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losing Slide - Alt">
    <p:bg>
      <p:bgPr>
        <a:solidFill>
          <a:srgbClr val="ffffff"/>
        </a:solidFill>
      </p:bgPr>
    </p:bg>
    <p:spTree>
      <p:nvGrpSpPr>
        <p:cNvPr id="1" name=""/>
        <p:cNvGrpSpPr/>
        <p:nvPr/>
      </p:nvGrpSpPr>
      <p:grpSpPr>
        <a:xfrm>
          <a:off x="0" y="0"/>
          <a:ext cx="0" cy="0"/>
          <a:chOff x="0" y="0"/>
          <a:chExt cx="0" cy="0"/>
        </a:xfrm>
      </p:grpSpPr>
      <p:pic>
        <p:nvPicPr>
          <p:cNvPr id="452" name="Optum Logo" descr="Optum"/>
          <p:cNvPicPr/>
          <p:nvPr/>
        </p:nvPicPr>
        <p:blipFill>
          <a:blip r:embed="rId2">
            <a:extLst>
              <a:ext uri="{96DAC541-7B7A-43D3-8B79-37D633B846F1}">
                <asvg:svgBlip xmlns:asvg="http://schemas.microsoft.com/office/drawing/2016/SVG/main" r:embed="rId3"/>
              </a:ext>
            </a:extLst>
          </a:blip>
          <a:stretch/>
        </p:blipFill>
        <p:spPr>
          <a:xfrm>
            <a:off x="461880" y="6343560"/>
            <a:ext cx="772200" cy="223200"/>
          </a:xfrm>
          <a:prstGeom prst="rect">
            <a:avLst/>
          </a:prstGeom>
          <a:noFill/>
          <a:ln w="0">
            <a:noFill/>
          </a:ln>
        </p:spPr>
      </p:pic>
      <p:sp>
        <p:nvSpPr>
          <p:cNvPr id="453" name="Page Number" hidden="1"/>
          <p:cNvSpPr/>
          <p:nvPr/>
        </p:nvSpPr>
        <p:spPr>
          <a:xfrm>
            <a:off x="11576160" y="6394320"/>
            <a:ext cx="156240" cy="15300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207EE10A-E51D-4CF6-81E9-B5DB185AB257}" type="slidenum">
              <a:rPr b="1" lang="en-US" sz="1000" strike="noStrike" u="none">
                <a:solidFill>
                  <a:schemeClr val="dk1"/>
                </a:solidFill>
                <a:effectLst/>
                <a:uFillTx/>
                <a:latin typeface="Arial"/>
              </a:rPr>
              <a:t>&lt;number&gt;</a:t>
            </a:fld>
            <a:endParaRPr b="0" lang="en-US" sz="1000" strike="noStrike" u="none">
              <a:solidFill>
                <a:srgbClr val="000000"/>
              </a:solidFill>
              <a:effectLst/>
              <a:uFillTx/>
              <a:latin typeface="Arial"/>
            </a:endParaRPr>
          </a:p>
        </p:txBody>
      </p:sp>
      <p:sp>
        <p:nvSpPr>
          <p:cNvPr id="454" name="Copyright" hidden="1"/>
          <p:cNvSpPr/>
          <p:nvPr/>
        </p:nvSpPr>
        <p:spPr>
          <a:xfrm>
            <a:off x="4699080" y="6431760"/>
            <a:ext cx="2793240" cy="10656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000000"/>
              </a:solidFill>
              <a:effectLst/>
              <a:uFillTx/>
              <a:latin typeface="Arial"/>
            </a:endParaRPr>
          </a:p>
        </p:txBody>
      </p:sp>
      <p:sp>
        <p:nvSpPr>
          <p:cNvPr id="455" name="Warm White Background">
            <a:extLst>
              <a:ext uri="{C183D7F6-B498-43B3-948B-1728B52AA6E4}">
                <adec:decorative xmlns:adec="http://schemas.microsoft.com/office/drawing/2017/decorative" val="1"/>
              </a:ext>
            </a:extLst>
          </p:cNvPr>
          <p:cNvSpPr/>
          <p:nvPr/>
        </p:nvSpPr>
        <p:spPr>
          <a:xfrm>
            <a:off x="184320" y="182880"/>
            <a:ext cx="11822400" cy="6491520"/>
          </a:xfrm>
          <a:prstGeom prst="roundRect">
            <a:avLst>
              <a:gd name="adj" fmla="val 1011"/>
            </a:avLst>
          </a:prstGeom>
          <a:solidFill>
            <a:srgbClr val="fbf9f4"/>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lIns="90000" rIns="90000" tIns="45000" bIns="45000" anchor="ctr">
            <a:noAutofit/>
          </a:bodyPr>
          <a:p>
            <a:pPr algn="ctr" defTabSz="914400">
              <a:lnSpc>
                <a:spcPct val="100000"/>
              </a:lnSpc>
            </a:pPr>
            <a:endParaRPr b="0" lang="en-US" sz="1400" strike="noStrike" u="none">
              <a:solidFill>
                <a:srgbClr val="ffffff"/>
              </a:solidFill>
              <a:effectLst/>
              <a:uFillTx/>
              <a:latin typeface="Arial"/>
            </a:endParaRPr>
          </a:p>
        </p:txBody>
      </p:sp>
      <p:sp>
        <p:nvSpPr>
          <p:cNvPr id="456" name="Optum Logo" descr="Optum"/>
          <p:cNvSpPr/>
          <p:nvPr/>
        </p:nvSpPr>
        <p:spPr>
          <a:xfrm>
            <a:off x="184320" y="1349280"/>
            <a:ext cx="11822400" cy="3533400"/>
          </a:xfrm>
          <a:custGeom>
            <a:avLst/>
            <a:gdLst>
              <a:gd name="textAreaLeft" fmla="*/ 0 w 11822400"/>
              <a:gd name="textAreaRight" fmla="*/ 11823120 w 11822400"/>
              <a:gd name="textAreaTop" fmla="*/ 0 h 3533400"/>
              <a:gd name="textAreaBottom" fmla="*/ 3534120 h 3533400"/>
              <a:gd name="GluePoint1X" fmla="*/ 3997943 w 11823192"/>
              <a:gd name="GluePoint1Y" fmla="*/ 1184415 h 3534131"/>
              <a:gd name="GluePoint2X" fmla="*/ 3511808 w 11823192"/>
              <a:gd name="GluePoint2Y" fmla="*/ 1697581 h 3534131"/>
              <a:gd name="GluePoint3X" fmla="*/ 3997943 w 11823192"/>
              <a:gd name="GluePoint3Y" fmla="*/ 2214536 h 3534131"/>
              <a:gd name="GluePoint4X" fmla="*/ 4480290 w 11823192"/>
              <a:gd name="GluePoint4Y" fmla="*/ 1697581 h 3534131"/>
              <a:gd name="GluePoint5X" fmla="*/ 3997943 w 11823192"/>
              <a:gd name="GluePoint5Y" fmla="*/ 1184415 h 3534131"/>
              <a:gd name="GluePoint6X" fmla="*/ 6725845 w 11823192"/>
              <a:gd name="GluePoint6Y" fmla="*/ 663672 h 3534131"/>
              <a:gd name="GluePoint7X" fmla="*/ 7397273 w 11823192"/>
              <a:gd name="GluePoint7Y" fmla="*/ 663672 h 3534131"/>
              <a:gd name="GluePoint8X" fmla="*/ 7397273 w 11823192"/>
              <a:gd name="GluePoint8Y" fmla="*/ 1925406 h 3534131"/>
              <a:gd name="GluePoint9X" fmla="*/ 7690538 w 11823192"/>
              <a:gd name="GluePoint9Y" fmla="*/ 2222457 h 3534131"/>
              <a:gd name="GluePoint10X" fmla="*/ 7983804 w 11823192"/>
              <a:gd name="GluePoint10Y" fmla="*/ 1925406 h 3534131"/>
              <a:gd name="GluePoint11X" fmla="*/ 7983804 w 11823192"/>
              <a:gd name="GluePoint11Y" fmla="*/ 663672 h 3534131"/>
              <a:gd name="GluePoint12X" fmla="*/ 8655232 w 11823192"/>
              <a:gd name="GluePoint12Y" fmla="*/ 663672 h 3534131"/>
              <a:gd name="GluePoint13X" fmla="*/ 8655232 w 11823192"/>
              <a:gd name="GluePoint13Y" fmla="*/ 1944521 h 3534131"/>
              <a:gd name="GluePoint14X" fmla="*/ 8654887 w 11823192"/>
              <a:gd name="GluePoint14Y" fmla="*/ 1944521 h 3534131"/>
              <a:gd name="GluePoint15X" fmla="*/ 7690366 w 11823192"/>
              <a:gd name="GluePoint15Y" fmla="*/ 2777986 h 3534131"/>
              <a:gd name="GluePoint16X" fmla="*/ 6725845 w 11823192"/>
              <a:gd name="GluePoint16Y" fmla="*/ 1944521 h 3534131"/>
              <a:gd name="GluePoint17X" fmla="*/ 1227678 w 11823192"/>
              <a:gd name="GluePoint17Y" fmla="*/ 640425 h 3534131"/>
              <a:gd name="GluePoint18X" fmla="*/ 525426 w 11823192"/>
              <a:gd name="GluePoint18Y" fmla="*/ 1381244 h 3534131"/>
              <a:gd name="GluePoint19X" fmla="*/ 1227678 w 11823192"/>
              <a:gd name="GluePoint19Y" fmla="*/ 2122063 h 3534131"/>
              <a:gd name="GluePoint20X" fmla="*/ 1929931 w 11823192"/>
              <a:gd name="GluePoint20Y" fmla="*/ 1381244 h 3534131"/>
              <a:gd name="GluePoint21X" fmla="*/ 1227678 w 11823192"/>
              <a:gd name="GluePoint21Y" fmla="*/ 640425 h 3534131"/>
              <a:gd name="GluePoint22X" fmla="*/ 10086256 w 11823192"/>
              <a:gd name="GluePoint22Y" fmla="*/ 632848 h 3534131"/>
              <a:gd name="GluePoint23X" fmla="*/ 10676576 w 11823192"/>
              <a:gd name="GluePoint23Y" fmla="*/ 968472 h 3534131"/>
              <a:gd name="GluePoint24X" fmla="*/ 11309258 w 11823192"/>
              <a:gd name="GluePoint24Y" fmla="*/ 632848 h 3534131"/>
              <a:gd name="GluePoint25X" fmla="*/ 11728549 w 11823192"/>
              <a:gd name="GluePoint25Y" fmla="*/ 762880 h 3534131"/>
              <a:gd name="GluePoint26X" fmla="*/ 11823192 w 11823192"/>
              <a:gd name="GluePoint26Y" fmla="*/ 851969 h 3534131"/>
              <a:gd name="GluePoint27X" fmla="*/ 11823192 w 11823192"/>
              <a:gd name="GluePoint27Y" fmla="*/ 2731835 h 3534131"/>
              <a:gd name="GluePoint28X" fmla="*/ 11340082 w 11823192"/>
              <a:gd name="GluePoint28Y" fmla="*/ 2731835 h 3534131"/>
              <a:gd name="GluePoint29X" fmla="*/ 11340082 w 11823192"/>
              <a:gd name="GluePoint29Y" fmla="*/ 1500925 h 3534131"/>
              <a:gd name="GluePoint30X" fmla="*/ 11058355 w 11823192"/>
              <a:gd name="GluePoint30Y" fmla="*/ 1180627 h 3534131"/>
              <a:gd name="GluePoint31X" fmla="*/ 10776627 w 11823192"/>
              <a:gd name="GluePoint31Y" fmla="*/ 1500925 h 3534131"/>
              <a:gd name="GluePoint32X" fmla="*/ 10776627 w 11823192"/>
              <a:gd name="GluePoint32Y" fmla="*/ 2731663 h 3534131"/>
              <a:gd name="GluePoint33X" fmla="*/ 10109160 w 11823192"/>
              <a:gd name="GluePoint33Y" fmla="*/ 2731663 h 3534131"/>
              <a:gd name="GluePoint34X" fmla="*/ 10109160 w 11823192"/>
              <a:gd name="GluePoint34Y" fmla="*/ 1500925 h 3534131"/>
              <a:gd name="GluePoint35X" fmla="*/ 9827432 w 11823192"/>
              <a:gd name="GluePoint35Y" fmla="*/ 1180627 h 3534131"/>
              <a:gd name="GluePoint36X" fmla="*/ 9545705 w 11823192"/>
              <a:gd name="GluePoint36Y" fmla="*/ 1500925 h 3534131"/>
              <a:gd name="GluePoint37X" fmla="*/ 9545705 w 11823192"/>
              <a:gd name="GluePoint37Y" fmla="*/ 2731663 h 3534131"/>
              <a:gd name="GluePoint38X" fmla="*/ 8878581 w 11823192"/>
              <a:gd name="GluePoint38Y" fmla="*/ 2731663 h 3534131"/>
              <a:gd name="GluePoint39X" fmla="*/ 8878581 w 11823192"/>
              <a:gd name="GluePoint39Y" fmla="*/ 663672 h 3534131"/>
              <a:gd name="GluePoint40X" fmla="*/ 9534511 w 11823192"/>
              <a:gd name="GluePoint40Y" fmla="*/ 663672 h 3534131"/>
              <a:gd name="GluePoint41X" fmla="*/ 9538299 w 11823192"/>
              <a:gd name="GluePoint41Y" fmla="*/ 910612 h 3534131"/>
              <a:gd name="GluePoint42X" fmla="*/ 10086256 w 11823192"/>
              <a:gd name="GluePoint42Y" fmla="*/ 632848 h 3534131"/>
              <a:gd name="GluePoint43X" fmla="*/ 4152239 w 11823192"/>
              <a:gd name="GluePoint43Y" fmla="*/ 632675 h 3534131"/>
              <a:gd name="GluePoint44X" fmla="*/ 5151545 w 11823192"/>
              <a:gd name="GluePoint44Y" fmla="*/ 1697581 h 3534131"/>
              <a:gd name="GluePoint45X" fmla="*/ 4152239 w 11823192"/>
              <a:gd name="GluePoint45Y" fmla="*/ 2766276 h 3534131"/>
              <a:gd name="GluePoint46X" fmla="*/ 3511808 w 11823192"/>
              <a:gd name="GluePoint46Y" fmla="*/ 2515548 h 3534131"/>
              <a:gd name="GluePoint47X" fmla="*/ 3511808 w 11823192"/>
              <a:gd name="GluePoint47Y" fmla="*/ 3534131 h 3534131"/>
              <a:gd name="GluePoint48X" fmla="*/ 2840552 w 11823192"/>
              <a:gd name="GluePoint48Y" fmla="*/ 3534131 h 3534131"/>
              <a:gd name="GluePoint49X" fmla="*/ 2840552 w 11823192"/>
              <a:gd name="GluePoint49Y" fmla="*/ 663500 h 3534131"/>
              <a:gd name="GluePoint50X" fmla="*/ 3488732 w 11823192"/>
              <a:gd name="GluePoint50Y" fmla="*/ 663500 h 3534131"/>
              <a:gd name="GluePoint51X" fmla="*/ 3492521 w 11823192"/>
              <a:gd name="GluePoint51Y" fmla="*/ 902690 h 3534131"/>
              <a:gd name="GluePoint52X" fmla="*/ 4152239 w 11823192"/>
              <a:gd name="GluePoint52Y" fmla="*/ 632675 h 3534131"/>
              <a:gd name="GluePoint53X" fmla="*/ 5325128 w 11823192"/>
              <a:gd name="GluePoint53Y" fmla="*/ 135007 h 3534131"/>
              <a:gd name="GluePoint54X" fmla="*/ 5992596 w 11823192"/>
              <a:gd name="GluePoint54Y" fmla="*/ 135007 h 3534131"/>
              <a:gd name="GluePoint55X" fmla="*/ 5992596 w 11823192"/>
              <a:gd name="GluePoint55Y" fmla="*/ 663672 h 3534131"/>
              <a:gd name="GluePoint56X" fmla="*/ 6544341 w 11823192"/>
              <a:gd name="GluePoint56Y" fmla="*/ 663672 h 3534131"/>
              <a:gd name="GluePoint57X" fmla="*/ 6544341 w 11823192"/>
              <a:gd name="GluePoint57Y" fmla="*/ 1196125 h 3534131"/>
              <a:gd name="GluePoint58X" fmla="*/ 5992596 w 11823192"/>
              <a:gd name="GluePoint58Y" fmla="*/ 1196125 h 3534131"/>
              <a:gd name="GluePoint59X" fmla="*/ 5992596 w 11823192"/>
              <a:gd name="GluePoint59Y" fmla="*/ 1936772 h 3534131"/>
              <a:gd name="GluePoint60X" fmla="*/ 6289650 w 11823192"/>
              <a:gd name="GluePoint60Y" fmla="*/ 2206787 h 3534131"/>
              <a:gd name="GluePoint61X" fmla="*/ 6544341 w 11823192"/>
              <a:gd name="GluePoint61Y" fmla="*/ 2164425 h 3534131"/>
              <a:gd name="GluePoint62X" fmla="*/ 6544341 w 11823192"/>
              <a:gd name="GluePoint62Y" fmla="*/ 2693089 h 3534131"/>
              <a:gd name="GluePoint63X" fmla="*/ 6119855 w 11823192"/>
              <a:gd name="GluePoint63Y" fmla="*/ 2762487 h 3534131"/>
              <a:gd name="GluePoint64X" fmla="*/ 5325128 w 11823192"/>
              <a:gd name="GluePoint64Y" fmla="*/ 1990844 h 3534131"/>
              <a:gd name="GluePoint65X" fmla="*/ 1227678 w 11823192"/>
              <a:gd name="GluePoint65Y" fmla="*/ 0 h 3534131"/>
              <a:gd name="GluePoint66X" fmla="*/ 2639761 w 11823192"/>
              <a:gd name="GluePoint66Y" fmla="*/ 1381244 h 3534131"/>
              <a:gd name="GluePoint67X" fmla="*/ 1227678 w 11823192"/>
              <a:gd name="GluePoint67Y" fmla="*/ 2762487 h 3534131"/>
              <a:gd name="GluePoint68X" fmla="*/ 53840 w 11823192"/>
              <a:gd name="GluePoint68Y" fmla="*/ 2155714 h 3534131"/>
              <a:gd name="GluePoint69X" fmla="*/ 0 w 11823192"/>
              <a:gd name="GluePoint69Y" fmla="*/ 2068189 h 3534131"/>
              <a:gd name="GluePoint70X" fmla="*/ 0 w 11823192"/>
              <a:gd name="GluePoint70Y" fmla="*/ 694299 h 3534131"/>
              <a:gd name="GluePoint71X" fmla="*/ 53840 w 11823192"/>
              <a:gd name="GluePoint71Y" fmla="*/ 606774 h 3534131"/>
              <a:gd name="GluePoint72X" fmla="*/ 1227678 w 11823192"/>
              <a:gd name="GluePoint72Y" fmla="*/ 0 h 353413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 ang="0">
                <a:pos x="GluePoint42X" y="GluePoint42Y"/>
              </a:cxn>
              <a:cxn ang="0">
                <a:pos x="GluePoint43X" y="GluePoint43Y"/>
              </a:cxn>
              <a:cxn ang="0">
                <a:pos x="GluePoint44X" y="GluePoint44Y"/>
              </a:cxn>
              <a:cxn ang="0">
                <a:pos x="GluePoint45X" y="GluePoint45Y"/>
              </a:cxn>
              <a:cxn ang="0">
                <a:pos x="GluePoint46X" y="GluePoint46Y"/>
              </a:cxn>
              <a:cxn ang="0">
                <a:pos x="GluePoint47X" y="GluePoint47Y"/>
              </a:cxn>
              <a:cxn ang="0">
                <a:pos x="GluePoint48X" y="GluePoint48Y"/>
              </a:cxn>
              <a:cxn ang="0">
                <a:pos x="GluePoint49X" y="GluePoint49Y"/>
              </a:cxn>
              <a:cxn ang="0">
                <a:pos x="GluePoint50X" y="GluePoint50Y"/>
              </a:cxn>
              <a:cxn ang="0">
                <a:pos x="GluePoint51X" y="GluePoint51Y"/>
              </a:cxn>
              <a:cxn ang="0">
                <a:pos x="GluePoint52X" y="GluePoint52Y"/>
              </a:cxn>
              <a:cxn ang="0">
                <a:pos x="GluePoint53X" y="GluePoint53Y"/>
              </a:cxn>
              <a:cxn ang="0">
                <a:pos x="GluePoint54X" y="GluePoint54Y"/>
              </a:cxn>
              <a:cxn ang="0">
                <a:pos x="GluePoint55X" y="GluePoint55Y"/>
              </a:cxn>
              <a:cxn ang="0">
                <a:pos x="GluePoint56X" y="GluePoint56Y"/>
              </a:cxn>
              <a:cxn ang="0">
                <a:pos x="GluePoint57X" y="GluePoint57Y"/>
              </a:cxn>
              <a:cxn ang="0">
                <a:pos x="GluePoint58X" y="GluePoint58Y"/>
              </a:cxn>
              <a:cxn ang="0">
                <a:pos x="GluePoint59X" y="GluePoint59Y"/>
              </a:cxn>
              <a:cxn ang="0">
                <a:pos x="GluePoint60X" y="GluePoint60Y"/>
              </a:cxn>
              <a:cxn ang="0">
                <a:pos x="GluePoint61X" y="GluePoint61Y"/>
              </a:cxn>
              <a:cxn ang="0">
                <a:pos x="GluePoint62X" y="GluePoint62Y"/>
              </a:cxn>
              <a:cxn ang="0">
                <a:pos x="GluePoint63X" y="GluePoint63Y"/>
              </a:cxn>
              <a:cxn ang="0">
                <a:pos x="GluePoint64X" y="GluePoint64Y"/>
              </a:cxn>
              <a:cxn ang="0">
                <a:pos x="GluePoint65X" y="GluePoint65Y"/>
              </a:cxn>
              <a:cxn ang="0">
                <a:pos x="GluePoint66X" y="GluePoint66Y"/>
              </a:cxn>
              <a:cxn ang="0">
                <a:pos x="GluePoint67X" y="GluePoint67Y"/>
              </a:cxn>
              <a:cxn ang="0">
                <a:pos x="GluePoint68X" y="GluePoint68Y"/>
              </a:cxn>
              <a:cxn ang="0">
                <a:pos x="GluePoint69X" y="GluePoint69Y"/>
              </a:cxn>
              <a:cxn ang="0">
                <a:pos x="GluePoint70X" y="GluePoint70Y"/>
              </a:cxn>
              <a:cxn ang="0">
                <a:pos x="GluePoint71X" y="GluePoint71Y"/>
              </a:cxn>
              <a:cxn ang="0">
                <a:pos x="GluePoint72X" y="GluePoint72Y"/>
              </a:cxn>
            </a:cxnLst>
            <a:rect l="textAreaLeft" t="textAreaTop" r="textAreaRight" b="textAreaBottom"/>
            <a:pathLst>
              <a:path w="11823192" h="3534131">
                <a:moveTo>
                  <a:pt x="3997943" y="1184415"/>
                </a:moveTo>
                <a:cubicBezTo>
                  <a:pt x="3727925" y="1184415"/>
                  <a:pt x="3511808" y="1404319"/>
                  <a:pt x="3511808" y="1697581"/>
                </a:cubicBezTo>
                <a:cubicBezTo>
                  <a:pt x="3511808" y="1994632"/>
                  <a:pt x="3727925" y="2214536"/>
                  <a:pt x="3997943" y="2214536"/>
                </a:cubicBezTo>
                <a:cubicBezTo>
                  <a:pt x="4264172" y="2214536"/>
                  <a:pt x="4480290" y="1994632"/>
                  <a:pt x="4480290" y="1697581"/>
                </a:cubicBezTo>
                <a:cubicBezTo>
                  <a:pt x="4480290" y="1404491"/>
                  <a:pt x="4264172" y="1184415"/>
                  <a:pt x="3997943" y="1184415"/>
                </a:cubicBezTo>
                <a:close/>
                <a:moveTo>
                  <a:pt x="6725845" y="663672"/>
                </a:moveTo>
                <a:lnTo>
                  <a:pt x="7397273" y="663672"/>
                </a:lnTo>
                <a:lnTo>
                  <a:pt x="7397273" y="1925406"/>
                </a:lnTo>
                <a:cubicBezTo>
                  <a:pt x="7397273" y="2106737"/>
                  <a:pt x="7516956" y="2222457"/>
                  <a:pt x="7690538" y="2222457"/>
                </a:cubicBezTo>
                <a:cubicBezTo>
                  <a:pt x="7864121" y="2222457"/>
                  <a:pt x="7983804" y="2106737"/>
                  <a:pt x="7983804" y="1925406"/>
                </a:cubicBezTo>
                <a:lnTo>
                  <a:pt x="7983804" y="663672"/>
                </a:lnTo>
                <a:lnTo>
                  <a:pt x="8655232" y="663672"/>
                </a:lnTo>
                <a:lnTo>
                  <a:pt x="8655232" y="1944521"/>
                </a:lnTo>
                <a:lnTo>
                  <a:pt x="8654887" y="1944521"/>
                </a:lnTo>
                <a:cubicBezTo>
                  <a:pt x="8654887" y="2476974"/>
                  <a:pt x="8230401" y="2777986"/>
                  <a:pt x="7690366" y="2777986"/>
                </a:cubicBezTo>
                <a:cubicBezTo>
                  <a:pt x="7150159" y="2777986"/>
                  <a:pt x="6725845" y="2476974"/>
                  <a:pt x="6725845" y="1944521"/>
                </a:cubicBezTo>
                <a:close/>
                <a:moveTo>
                  <a:pt x="1227678" y="640425"/>
                </a:moveTo>
                <a:cubicBezTo>
                  <a:pt x="837978" y="640425"/>
                  <a:pt x="525426" y="956762"/>
                  <a:pt x="525426" y="1381244"/>
                </a:cubicBezTo>
                <a:cubicBezTo>
                  <a:pt x="525426" y="1805725"/>
                  <a:pt x="837978" y="2122063"/>
                  <a:pt x="1227678" y="2122063"/>
                </a:cubicBezTo>
                <a:cubicBezTo>
                  <a:pt x="1617379" y="2122063"/>
                  <a:pt x="1929931" y="1805725"/>
                  <a:pt x="1929931" y="1381244"/>
                </a:cubicBezTo>
                <a:cubicBezTo>
                  <a:pt x="1929931" y="956934"/>
                  <a:pt x="1617379" y="640425"/>
                  <a:pt x="1227678" y="640425"/>
                </a:cubicBezTo>
                <a:close/>
                <a:moveTo>
                  <a:pt x="10086256" y="632848"/>
                </a:moveTo>
                <a:cubicBezTo>
                  <a:pt x="10367985" y="632848"/>
                  <a:pt x="10568603" y="764067"/>
                  <a:pt x="10676576" y="968472"/>
                </a:cubicBezTo>
                <a:cubicBezTo>
                  <a:pt x="10807796" y="744608"/>
                  <a:pt x="11054738" y="632848"/>
                  <a:pt x="11309258" y="632848"/>
                </a:cubicBezTo>
                <a:cubicBezTo>
                  <a:pt x="11478514" y="632848"/>
                  <a:pt x="11619026" y="680602"/>
                  <a:pt x="11728549" y="762880"/>
                </a:cubicBezTo>
                <a:lnTo>
                  <a:pt x="11823192" y="851969"/>
                </a:lnTo>
                <a:lnTo>
                  <a:pt x="11823192" y="2731835"/>
                </a:lnTo>
                <a:lnTo>
                  <a:pt x="11340082" y="2731835"/>
                </a:lnTo>
                <a:lnTo>
                  <a:pt x="11340082" y="1500925"/>
                </a:lnTo>
                <a:cubicBezTo>
                  <a:pt x="11340082" y="1300308"/>
                  <a:pt x="11212823" y="1180627"/>
                  <a:pt x="11058355" y="1180627"/>
                </a:cubicBezTo>
                <a:cubicBezTo>
                  <a:pt x="10903887" y="1180627"/>
                  <a:pt x="10776627" y="1300308"/>
                  <a:pt x="10776627" y="1500925"/>
                </a:cubicBezTo>
                <a:lnTo>
                  <a:pt x="10776627" y="2731663"/>
                </a:lnTo>
                <a:lnTo>
                  <a:pt x="10109160" y="2731663"/>
                </a:lnTo>
                <a:lnTo>
                  <a:pt x="10109160" y="1500925"/>
                </a:lnTo>
                <a:cubicBezTo>
                  <a:pt x="10109160" y="1300308"/>
                  <a:pt x="9981900" y="1180627"/>
                  <a:pt x="9827432" y="1180627"/>
                </a:cubicBezTo>
                <a:cubicBezTo>
                  <a:pt x="9673136" y="1180627"/>
                  <a:pt x="9545705" y="1300308"/>
                  <a:pt x="9545705" y="1500925"/>
                </a:cubicBezTo>
                <a:lnTo>
                  <a:pt x="9545705" y="2731663"/>
                </a:lnTo>
                <a:lnTo>
                  <a:pt x="8878581" y="2731663"/>
                </a:lnTo>
                <a:lnTo>
                  <a:pt x="8878581" y="663672"/>
                </a:lnTo>
                <a:lnTo>
                  <a:pt x="9534511" y="663672"/>
                </a:lnTo>
                <a:lnTo>
                  <a:pt x="9538299" y="910612"/>
                </a:lnTo>
                <a:cubicBezTo>
                  <a:pt x="9669519" y="721532"/>
                  <a:pt x="9862389" y="632848"/>
                  <a:pt x="10086256" y="632848"/>
                </a:cubicBezTo>
                <a:close/>
                <a:moveTo>
                  <a:pt x="4152239" y="632675"/>
                </a:moveTo>
                <a:cubicBezTo>
                  <a:pt x="4711734" y="632675"/>
                  <a:pt x="5151545" y="1107268"/>
                  <a:pt x="5151545" y="1697581"/>
                </a:cubicBezTo>
                <a:cubicBezTo>
                  <a:pt x="5151545" y="2291683"/>
                  <a:pt x="4711734" y="2766276"/>
                  <a:pt x="4152239" y="2766276"/>
                </a:cubicBezTo>
                <a:cubicBezTo>
                  <a:pt x="3905297" y="2766276"/>
                  <a:pt x="3681602" y="2673803"/>
                  <a:pt x="3511808" y="2515548"/>
                </a:cubicBezTo>
                <a:lnTo>
                  <a:pt x="3511808" y="3534131"/>
                </a:lnTo>
                <a:lnTo>
                  <a:pt x="2840552" y="3534131"/>
                </a:lnTo>
                <a:lnTo>
                  <a:pt x="2840552" y="663500"/>
                </a:lnTo>
                <a:lnTo>
                  <a:pt x="3488732" y="663500"/>
                </a:lnTo>
                <a:lnTo>
                  <a:pt x="3492521" y="902690"/>
                </a:lnTo>
                <a:cubicBezTo>
                  <a:pt x="3666104" y="733070"/>
                  <a:pt x="3893759" y="632675"/>
                  <a:pt x="4152239" y="632675"/>
                </a:cubicBezTo>
                <a:close/>
                <a:moveTo>
                  <a:pt x="5325128" y="135007"/>
                </a:moveTo>
                <a:lnTo>
                  <a:pt x="5992596" y="135007"/>
                </a:lnTo>
                <a:lnTo>
                  <a:pt x="5992596" y="663672"/>
                </a:lnTo>
                <a:lnTo>
                  <a:pt x="6544341" y="663672"/>
                </a:lnTo>
                <a:lnTo>
                  <a:pt x="6544341" y="1196125"/>
                </a:lnTo>
                <a:lnTo>
                  <a:pt x="5992596" y="1196125"/>
                </a:lnTo>
                <a:lnTo>
                  <a:pt x="5992596" y="1936772"/>
                </a:lnTo>
                <a:cubicBezTo>
                  <a:pt x="5992596" y="2125679"/>
                  <a:pt x="6112106" y="2206787"/>
                  <a:pt x="6289650" y="2206787"/>
                </a:cubicBezTo>
                <a:cubicBezTo>
                  <a:pt x="6363009" y="2206787"/>
                  <a:pt x="6447906" y="2195249"/>
                  <a:pt x="6544341" y="2164425"/>
                </a:cubicBezTo>
                <a:lnTo>
                  <a:pt x="6544341" y="2693089"/>
                </a:lnTo>
                <a:cubicBezTo>
                  <a:pt x="6413120" y="2746989"/>
                  <a:pt x="6262613" y="2762487"/>
                  <a:pt x="6119855" y="2762487"/>
                </a:cubicBezTo>
                <a:cubicBezTo>
                  <a:pt x="5629932" y="2762487"/>
                  <a:pt x="5325128" y="2504010"/>
                  <a:pt x="5325128" y="1990844"/>
                </a:cubicBezTo>
                <a:close/>
                <a:moveTo>
                  <a:pt x="1227678" y="0"/>
                </a:moveTo>
                <a:cubicBezTo>
                  <a:pt x="2018617" y="0"/>
                  <a:pt x="2639761" y="613389"/>
                  <a:pt x="2639761" y="1381244"/>
                </a:cubicBezTo>
                <a:cubicBezTo>
                  <a:pt x="2639761" y="2149099"/>
                  <a:pt x="2018617" y="2762487"/>
                  <a:pt x="1227678" y="2762487"/>
                </a:cubicBezTo>
                <a:cubicBezTo>
                  <a:pt x="733342" y="2762487"/>
                  <a:pt x="305331" y="2522882"/>
                  <a:pt x="53840" y="2155714"/>
                </a:cubicBezTo>
                <a:lnTo>
                  <a:pt x="0" y="2068189"/>
                </a:lnTo>
                <a:lnTo>
                  <a:pt x="0" y="694299"/>
                </a:lnTo>
                <a:lnTo>
                  <a:pt x="53840" y="606774"/>
                </a:lnTo>
                <a:cubicBezTo>
                  <a:pt x="305331" y="239605"/>
                  <a:pt x="733342" y="0"/>
                  <a:pt x="1227678" y="0"/>
                </a:cubicBezTo>
                <a:close/>
              </a:path>
            </a:pathLst>
          </a:custGeom>
          <a:solidFill>
            <a:srgbClr val="ff612b"/>
          </a:solidFill>
          <a:ln w="16696">
            <a:noFill/>
          </a:ln>
        </p:spPr>
        <p:style>
          <a:lnRef idx="0"/>
          <a:fillRef idx="0"/>
          <a:effectRef idx="0"/>
          <a:fontRef idx="minor"/>
        </p:style>
        <p:txBody>
          <a:bodyPr lIns="90000" rIns="90000" tIns="45000" bIns="45000" anchor="ctr">
            <a:noAutofit/>
          </a:bodyPr>
          <a:p>
            <a:pPr defTabSz="914400">
              <a:lnSpc>
                <a:spcPct val="100000"/>
              </a:lnSpc>
            </a:pPr>
            <a:endParaRPr b="0" lang="en-US" sz="1800" strike="noStrike" u="none">
              <a:solidFill>
                <a:schemeClr val="dk1"/>
              </a:solidFill>
              <a:effectLst/>
              <a:uFillTx/>
              <a:latin typeface="Arial"/>
            </a:endParaRPr>
          </a:p>
        </p:txBody>
      </p:sp>
      <p:sp>
        <p:nvSpPr>
          <p:cNvPr id="457" name="Boilerplate"/>
          <p:cNvSpPr/>
          <p:nvPr/>
        </p:nvSpPr>
        <p:spPr>
          <a:xfrm>
            <a:off x="3818880" y="5837040"/>
            <a:ext cx="4553640" cy="50724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spcBef>
                <a:spcPts val="601"/>
              </a:spcBef>
            </a:pPr>
            <a:r>
              <a:rPr b="0" lang="en-US" sz="700" strike="noStrike" u="none">
                <a:solidFill>
                  <a:schemeClr val="dk1"/>
                </a:solidFill>
                <a:effectLst/>
                <a:uFillTx/>
                <a:latin typeface="Arial"/>
              </a:rPr>
              <a:t>Optum is a registered trademark of Optum, Inc. in the U.S. and other jurisdictions. All other brand or product names are the property of their respective owners. Because we are continuously improving our products and services, Optum reserves the right to change specifications without prior notice. Optum is an equal opportunity employer.</a:t>
            </a:r>
            <a:endParaRPr b="0" lang="en-US" sz="700" strike="noStrike" u="none">
              <a:solidFill>
                <a:srgbClr val="000000"/>
              </a:solidFill>
              <a:effectLst/>
              <a:uFillTx/>
              <a:latin typeface="Arial"/>
            </a:endParaRPr>
          </a:p>
          <a:p>
            <a:pPr algn="ctr" defTabSz="914400">
              <a:lnSpc>
                <a:spcPct val="100000"/>
              </a:lnSpc>
              <a:spcBef>
                <a:spcPts val="601"/>
              </a:spcBef>
            </a:pPr>
            <a:r>
              <a:rPr b="0" lang="en-US" sz="700" strike="noStrike" u="none">
                <a:solidFill>
                  <a:schemeClr val="dk1"/>
                </a:solidFill>
                <a:effectLst/>
                <a:uFillTx/>
                <a:latin typeface="Arial"/>
              </a:rPr>
              <a:t>© 2026 Optum, Inc. All rights reserved.</a:t>
            </a:r>
            <a:endParaRPr b="0" lang="en-US" sz="700" strike="noStrike" u="none">
              <a:solidFill>
                <a:srgbClr val="000000"/>
              </a:solidFill>
              <a:effectLst/>
              <a:uFillTx/>
              <a:latin typeface="Arial"/>
            </a:endParaRP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       ___       ">
    <p:bg>
      <p:bgPr>
        <a:solidFill>
          <a:srgbClr val="7030a0"/>
        </a:solidFill>
      </p:bgPr>
    </p:bg>
    <p:spTree>
      <p:nvGrpSpPr>
        <p:cNvPr id="1" name=""/>
        <p:cNvGrpSpPr/>
        <p:nvPr/>
      </p:nvGrpSpPr>
      <p:grpSpPr>
        <a:xfrm>
          <a:off x="0" y="0"/>
          <a:ext cx="0" cy="0"/>
          <a:chOff x="0" y="0"/>
          <a:chExt cx="0" cy="0"/>
        </a:xfrm>
      </p:grpSpPr>
      <p:pic>
        <p:nvPicPr>
          <p:cNvPr id="458" name="Optum Logo" descr="Optum"/>
          <p:cNvPicPr/>
          <p:nvPr/>
        </p:nvPicPr>
        <p:blipFill>
          <a:blip r:embed="rId2">
            <a:extLst>
              <a:ext uri="{96DAC541-7B7A-43D3-8B79-37D633B846F1}">
                <asvg:svgBlip xmlns:asvg="http://schemas.microsoft.com/office/drawing/2016/SVG/main" r:embed="rId3"/>
              </a:ext>
            </a:extLst>
          </a:blip>
          <a:stretch/>
        </p:blipFill>
        <p:spPr>
          <a:xfrm>
            <a:off x="461880" y="6343560"/>
            <a:ext cx="772200" cy="223200"/>
          </a:xfrm>
          <a:prstGeom prst="rect">
            <a:avLst/>
          </a:prstGeom>
          <a:noFill/>
          <a:ln w="0">
            <a:noFill/>
          </a:ln>
        </p:spPr>
      </p:pic>
      <p:sp>
        <p:nvSpPr>
          <p:cNvPr id="459" name="Page Number" hidden="1"/>
          <p:cNvSpPr/>
          <p:nvPr/>
        </p:nvSpPr>
        <p:spPr>
          <a:xfrm>
            <a:off x="11576160" y="6394320"/>
            <a:ext cx="156240" cy="15300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D1494C55-C590-4781-81FE-CE998756D193}" type="slidenum">
              <a:rPr b="1" lang="en-US" sz="1000" strike="noStrike" u="none">
                <a:solidFill>
                  <a:schemeClr val="dk1"/>
                </a:solidFill>
                <a:effectLst/>
                <a:uFillTx/>
                <a:latin typeface="Arial"/>
              </a:rPr>
              <a:t>&lt;number&gt;</a:t>
            </a:fld>
            <a:endParaRPr b="0" lang="en-US" sz="1000" strike="noStrike" u="none">
              <a:solidFill>
                <a:srgbClr val="ffffff"/>
              </a:solidFill>
              <a:effectLst/>
              <a:uFillTx/>
              <a:latin typeface="Arial"/>
            </a:endParaRPr>
          </a:p>
        </p:txBody>
      </p:sp>
      <p:sp>
        <p:nvSpPr>
          <p:cNvPr id="460" name="Copyright" hidden="1"/>
          <p:cNvSpPr/>
          <p:nvPr/>
        </p:nvSpPr>
        <p:spPr>
          <a:xfrm>
            <a:off x="4699080" y="6431760"/>
            <a:ext cx="2793240" cy="10656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ffffff"/>
              </a:solidFill>
              <a:effectLst/>
              <a:uFillTx/>
              <a:latin typeface="Arial"/>
            </a:endParaRPr>
          </a:p>
        </p:txBody>
      </p:sp>
      <p:sp>
        <p:nvSpPr>
          <p:cNvPr id="461" name="TextBox 1"/>
          <p:cNvSpPr/>
          <p:nvPr/>
        </p:nvSpPr>
        <p:spPr>
          <a:xfrm>
            <a:off x="743040" y="312840"/>
            <a:ext cx="9890640" cy="6231600"/>
          </a:xfrm>
          <a:prstGeom prst="rect">
            <a:avLst/>
          </a:prstGeom>
          <a:noFill/>
          <a:ln w="0">
            <a:noFill/>
          </a:ln>
        </p:spPr>
        <p:style>
          <a:lnRef idx="0"/>
          <a:fillRef idx="0"/>
          <a:effectRef idx="0"/>
          <a:fontRef idx="minor"/>
        </p:style>
        <p:txBody>
          <a:bodyPr lIns="0" rIns="0" tIns="0" bIns="0" anchor="t">
            <a:spAutoFit/>
          </a:bodyPr>
          <a:p>
            <a:pPr defTabSz="914400">
              <a:lnSpc>
                <a:spcPct val="90000"/>
              </a:lnSpc>
            </a:pPr>
            <a:r>
              <a:rPr b="1" lang="en-US" sz="15000" strike="noStrike" u="none">
                <a:solidFill>
                  <a:schemeClr val="lt1"/>
                </a:solidFill>
                <a:effectLst/>
                <a:uFillTx/>
                <a:latin typeface="Arial"/>
              </a:rPr>
              <a:t>Layouts not for use.</a:t>
            </a:r>
            <a:endParaRPr b="0" lang="en-US" sz="15000" strike="noStrike" u="none">
              <a:solidFill>
                <a:srgbClr val="ffffff"/>
              </a:solidFill>
              <a:effectLst/>
              <a:uFillTx/>
              <a:latin typeface="Arial"/>
            </a:endParaRPr>
          </a:p>
        </p:txBody>
      </p:sp>
      <p:cxnSp>
        <p:nvCxnSpPr>
          <p:cNvPr id="462" name="Arrow">
            <a:extLst>
              <a:ext uri="{C183D7F6-B498-43B3-948B-1728B52AA6E4}">
                <adec:decorative xmlns:adec="http://schemas.microsoft.com/office/drawing/2017/decorative" val="1"/>
              </a:ext>
            </a:extLst>
          </p:cNvPr>
          <p:cNvCxnSpPr/>
          <p:nvPr/>
        </p:nvCxnSpPr>
        <p:spPr>
          <a:xfrm>
            <a:off x="9496800" y="3429000"/>
            <a:ext cx="1952640" cy="720"/>
          </a:xfrm>
          <a:prstGeom prst="straightConnector1">
            <a:avLst/>
          </a:prstGeom>
          <a:ln cap="rnd" w="317500">
            <a:solidFill>
              <a:srgbClr val="ffffff"/>
            </a:solidFill>
            <a:round/>
            <a:tailEnd len="sm" type="arrow" w="lg"/>
          </a:ln>
        </p:spPr>
      </p:cxn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ver 04">
    <p:bg>
      <p:bgPr>
        <a:solidFill>
          <a:schemeClr val="lt2"/>
        </a:solidFill>
      </p:bgPr>
    </p:bg>
    <p:spTree>
      <p:nvGrpSpPr>
        <p:cNvPr id="1" name=""/>
        <p:cNvGrpSpPr/>
        <p:nvPr/>
      </p:nvGrpSpPr>
      <p:grpSpPr>
        <a:xfrm>
          <a:off x="0" y="0"/>
          <a:ext cx="0" cy="0"/>
          <a:chOff x="0" y="0"/>
          <a:chExt cx="0" cy="0"/>
        </a:xfrm>
      </p:grpSpPr>
      <p:pic>
        <p:nvPicPr>
          <p:cNvPr id="463" name="Optum Logo" descr="Optum"/>
          <p:cNvPicPr/>
          <p:nvPr/>
        </p:nvPicPr>
        <p:blipFill>
          <a:blip r:embed="rId2">
            <a:extLst>
              <a:ext uri="{96DAC541-7B7A-43D3-8B79-37D633B846F1}">
                <asvg:svgBlip xmlns:asvg="http://schemas.microsoft.com/office/drawing/2016/SVG/main" r:embed="rId3"/>
              </a:ext>
            </a:extLst>
          </a:blip>
          <a:stretch/>
        </p:blipFill>
        <p:spPr>
          <a:xfrm>
            <a:off x="461880" y="6343560"/>
            <a:ext cx="772200" cy="223200"/>
          </a:xfrm>
          <a:prstGeom prst="rect">
            <a:avLst/>
          </a:prstGeom>
          <a:noFill/>
          <a:ln w="0">
            <a:noFill/>
          </a:ln>
        </p:spPr>
      </p:pic>
      <p:sp>
        <p:nvSpPr>
          <p:cNvPr id="464" name="Page Number" hidden="1"/>
          <p:cNvSpPr/>
          <p:nvPr/>
        </p:nvSpPr>
        <p:spPr>
          <a:xfrm>
            <a:off x="11576160" y="6394320"/>
            <a:ext cx="156240" cy="15300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26B664E0-A4C3-45D4-9185-2F02B4D17143}" type="slidenum">
              <a:rPr b="1" lang="en-US" sz="1000" strike="noStrike" u="none">
                <a:solidFill>
                  <a:schemeClr val="dk1"/>
                </a:solidFill>
                <a:effectLst/>
                <a:uFillTx/>
                <a:latin typeface="Arial"/>
              </a:rPr>
              <a:t>&lt;number&gt;</a:t>
            </a:fld>
            <a:endParaRPr b="0" lang="en-US" sz="1000" strike="noStrike" u="none">
              <a:solidFill>
                <a:srgbClr val="000000"/>
              </a:solidFill>
              <a:effectLst/>
              <a:uFillTx/>
              <a:latin typeface="Arial"/>
            </a:endParaRPr>
          </a:p>
        </p:txBody>
      </p:sp>
      <p:sp>
        <p:nvSpPr>
          <p:cNvPr id="465" name="Copyright" hidden="1"/>
          <p:cNvSpPr/>
          <p:nvPr/>
        </p:nvSpPr>
        <p:spPr>
          <a:xfrm>
            <a:off x="4699080" y="6431760"/>
            <a:ext cx="2793240" cy="10656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000000"/>
              </a:solidFill>
              <a:effectLst/>
              <a:uFillTx/>
              <a:latin typeface="Arial"/>
            </a:endParaRPr>
          </a:p>
        </p:txBody>
      </p:sp>
      <p:pic>
        <p:nvPicPr>
          <p:cNvPr id="466" name="Optum Logo" descr="Optum"/>
          <p:cNvPicPr/>
          <p:nvPr/>
        </p:nvPicPr>
        <p:blipFill>
          <a:blip r:embed="rId4">
            <a:extLst>
              <a:ext uri="{96DAC541-7B7A-43D3-8B79-37D633B846F1}">
                <asvg:svgBlip xmlns:asvg="http://schemas.microsoft.com/office/drawing/2016/SVG/main" r:embed="rId5"/>
              </a:ext>
            </a:extLst>
          </a:blip>
          <a:stretch/>
        </p:blipFill>
        <p:spPr>
          <a:xfrm>
            <a:off x="461880" y="6130800"/>
            <a:ext cx="1379880" cy="399240"/>
          </a:xfrm>
          <a:prstGeom prst="rect">
            <a:avLst/>
          </a:prstGeom>
          <a:noFill/>
          <a:ln w="0">
            <a:noFill/>
          </a:ln>
        </p:spPr>
      </p:pic>
      <p:sp>
        <p:nvSpPr>
          <p:cNvPr id="467" name="Orange Title Block">
            <a:extLst>
              <a:ext uri="{C183D7F6-B498-43B3-948B-1728B52AA6E4}">
                <adec:decorative xmlns:adec="http://schemas.microsoft.com/office/drawing/2017/decorative" val="1"/>
              </a:ext>
            </a:extLst>
          </p:cNvPr>
          <p:cNvSpPr/>
          <p:nvPr/>
        </p:nvSpPr>
        <p:spPr>
          <a:xfrm>
            <a:off x="0" y="1613880"/>
            <a:ext cx="139320" cy="201672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lIns="90000" rIns="90000" tIns="45000" bIns="45000" anchor="ctr">
            <a:noAutofit/>
          </a:bodyPr>
          <a:p>
            <a:pPr algn="ctr" defTabSz="914400">
              <a:lnSpc>
                <a:spcPct val="100000"/>
              </a:lnSpc>
              <a:spcBef>
                <a:spcPts val="601"/>
              </a:spcBef>
              <a:tabLst>
                <a:tab algn="l" pos="0"/>
              </a:tabLst>
            </a:pPr>
            <a:endParaRPr b="0" lang="en-US" sz="1400" strike="noStrike" u="none">
              <a:solidFill>
                <a:srgbClr val="ffffff"/>
              </a:solidFill>
              <a:effectLst/>
              <a:uFillTx/>
              <a:latin typeface="Arial"/>
            </a:endParaRPr>
          </a:p>
        </p:txBody>
      </p:sp>
      <p:sp>
        <p:nvSpPr>
          <p:cNvPr id="468" name="PlaceHolder 1"/>
          <p:cNvSpPr>
            <a:spLocks noGrp="1"/>
          </p:cNvSpPr>
          <p:nvPr>
            <p:ph type="title"/>
          </p:nvPr>
        </p:nvSpPr>
        <p:spPr>
          <a:xfrm>
            <a:off x="468360" y="1636920"/>
            <a:ext cx="4662720" cy="1993680"/>
          </a:xfrm>
          <a:prstGeom prst="rect">
            <a:avLst/>
          </a:prstGeom>
          <a:noFill/>
          <a:ln w="0">
            <a:noFill/>
          </a:ln>
        </p:spPr>
        <p:txBody>
          <a:bodyPr lIns="0" rIns="0" tIns="0" bIns="0" anchor="ctr">
            <a:noAutofit/>
          </a:bodyPr>
          <a:p>
            <a:pPr indent="0" defTabSz="914400">
              <a:lnSpc>
                <a:spcPct val="90000"/>
              </a:lnSpc>
              <a:buNone/>
              <a:tabLst>
                <a:tab algn="l" pos="0"/>
              </a:tabLst>
            </a:pPr>
            <a:r>
              <a:rPr b="0" lang="en-US" sz="4800" strike="noStrike" u="none">
                <a:solidFill>
                  <a:schemeClr val="dk1"/>
                </a:solidFill>
                <a:effectLst/>
                <a:uFillTx/>
                <a:latin typeface="Georgia Pro"/>
              </a:rPr>
              <a:t>Insightful presentation title (max. 3 lines)</a:t>
            </a:r>
            <a:endParaRPr b="0" lang="en-US" sz="4800" strike="noStrike" u="none">
              <a:solidFill>
                <a:srgbClr val="000000"/>
              </a:solidFill>
              <a:effectLst/>
              <a:uFillTx/>
              <a:latin typeface="Arial"/>
            </a:endParaRPr>
          </a:p>
        </p:txBody>
      </p:sp>
      <p:sp>
        <p:nvSpPr>
          <p:cNvPr id="469" name="PlaceHolder 2"/>
          <p:cNvSpPr>
            <a:spLocks noGrp="1"/>
          </p:cNvSpPr>
          <p:nvPr>
            <p:ph type="body"/>
          </p:nvPr>
        </p:nvSpPr>
        <p:spPr>
          <a:xfrm>
            <a:off x="468360" y="4057200"/>
            <a:ext cx="4662720" cy="2626920"/>
          </a:xfrm>
          <a:prstGeom prst="rect">
            <a:avLst/>
          </a:prstGeom>
          <a:noFill/>
          <a:ln w="0">
            <a:noFill/>
          </a:ln>
        </p:spPr>
        <p:txBody>
          <a:bodyPr lIns="0" rIns="0" tIns="0" bIns="0" anchor="t">
            <a:spAutoFit/>
          </a:bodyPr>
          <a:p>
            <a:pPr indent="0" defTabSz="914400">
              <a:lnSpc>
                <a:spcPct val="100000"/>
              </a:lnSpc>
              <a:buNone/>
              <a:tabLst>
                <a:tab algn="l" pos="0"/>
              </a:tabLst>
            </a:pPr>
            <a:r>
              <a:rPr b="0" lang="en-US" sz="1800" strike="noStrike" u="none">
                <a:solidFill>
                  <a:schemeClr val="dk1"/>
                </a:solidFill>
                <a:effectLst/>
                <a:uFillTx/>
                <a:latin typeface="Arial"/>
              </a:rPr>
              <a:t>Presentation subtitle (optional); Arial 18pt, sentence case, max. 2 lines</a:t>
            </a:r>
            <a:endParaRPr b="0" lang="en-US" sz="1800" strike="noStrike" u="none">
              <a:solidFill>
                <a:srgbClr val="000000"/>
              </a:solidFill>
              <a:effectLst/>
              <a:uFillTx/>
              <a:latin typeface="Arial"/>
            </a:endParaRPr>
          </a:p>
        </p:txBody>
      </p:sp>
      <p:cxnSp>
        <p:nvCxnSpPr>
          <p:cNvPr id="470" name="Orange Stroke">
            <a:extLst>
              <a:ext uri="{C183D7F6-B498-43B3-948B-1728B52AA6E4}">
                <adec:decorative xmlns:adec="http://schemas.microsoft.com/office/drawing/2017/decorative" val="1"/>
              </a:ext>
            </a:extLst>
          </p:cNvPr>
          <p:cNvCxnSpPr/>
          <p:nvPr/>
        </p:nvCxnSpPr>
        <p:spPr>
          <a:xfrm>
            <a:off x="486360" y="5106960"/>
            <a:ext cx="1042200" cy="720"/>
          </a:xfrm>
          <a:prstGeom prst="straightConnector1">
            <a:avLst/>
          </a:prstGeom>
          <a:ln cap="rnd" w="19050">
            <a:solidFill>
              <a:srgbClr val="ff612b"/>
            </a:solidFill>
            <a:round/>
          </a:ln>
        </p:spPr>
      </p:cxnSp>
      <p:sp>
        <p:nvSpPr>
          <p:cNvPr id="471" name="PlaceHolder 3"/>
          <p:cNvSpPr>
            <a:spLocks noGrp="1"/>
          </p:cNvSpPr>
          <p:nvPr>
            <p:ph type="body"/>
          </p:nvPr>
        </p:nvSpPr>
        <p:spPr>
          <a:xfrm>
            <a:off x="468360" y="5298840"/>
            <a:ext cx="4662720" cy="2626920"/>
          </a:xfrm>
          <a:prstGeom prst="rect">
            <a:avLst/>
          </a:prstGeom>
          <a:noFill/>
          <a:ln w="0">
            <a:noFill/>
          </a:ln>
        </p:spPr>
        <p:txBody>
          <a:bodyPr lIns="0" rIns="0" tIns="0" bIns="0" anchor="t">
            <a:spAutoFit/>
          </a:bodyPr>
          <a:p>
            <a:pPr indent="0" defTabSz="914400">
              <a:lnSpc>
                <a:spcPct val="100000"/>
              </a:lnSpc>
              <a:buNone/>
              <a:tabLst>
                <a:tab algn="l" pos="0"/>
              </a:tabLst>
            </a:pPr>
            <a:r>
              <a:rPr b="0" lang="en-US" sz="1700" strike="noStrike" u="none">
                <a:solidFill>
                  <a:schemeClr val="dk1"/>
                </a:solidFill>
                <a:effectLst/>
                <a:uFillTx/>
                <a:latin typeface="Arial"/>
              </a:rPr>
              <a:t>Month DD, YYYY (Location or speaker allowed)</a:t>
            </a:r>
            <a:endParaRPr b="0" lang="en-US" sz="1700" strike="noStrike" u="none">
              <a:solidFill>
                <a:srgbClr val="000000"/>
              </a:solidFill>
              <a:effectLst/>
              <a:uFillTx/>
              <a:latin typeface="Arial"/>
            </a:endParaRPr>
          </a:p>
        </p:txBody>
      </p:sp>
      <p:sp>
        <p:nvSpPr>
          <p:cNvPr id="472" name="Cicrle - Dawn">
            <a:extLst>
              <a:ext uri="{C183D7F6-B498-43B3-948B-1728B52AA6E4}">
                <adec:decorative xmlns:adec="http://schemas.microsoft.com/office/drawing/2017/decorative" val="1"/>
              </a:ext>
            </a:extLst>
          </p:cNvPr>
          <p:cNvSpPr/>
          <p:nvPr/>
        </p:nvSpPr>
        <p:spPr>
          <a:xfrm>
            <a:off x="5509440" y="403560"/>
            <a:ext cx="6050520" cy="6050520"/>
          </a:xfrm>
          <a:prstGeom prst="ellipse">
            <a:avLst/>
          </a:prstGeom>
          <a:solidFill>
            <a:srgbClr val="ffd1ab"/>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lIns="90000" rIns="90000" tIns="45000" bIns="45000"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473" name="PlaceHolder 4"/>
          <p:cNvSpPr>
            <a:spLocks noGrp="1"/>
          </p:cNvSpPr>
          <p:nvPr>
            <p:ph type="body"/>
          </p:nvPr>
        </p:nvSpPr>
        <p:spPr>
          <a:xfrm>
            <a:off x="5334840" y="685800"/>
            <a:ext cx="6400080" cy="6171480"/>
          </a:xfrm>
          <a:prstGeom prst="rect">
            <a:avLst/>
          </a:prstGeom>
          <a:noFill/>
          <a:ln w="0">
            <a:noFill/>
          </a:ln>
        </p:spPr>
        <p:txBody>
          <a:bodyPr lIns="914400" rIns="914400" tIns="45000" bIns="45000" anchor="t">
            <a:noAutofit/>
          </a:bodyPr>
          <a:p>
            <a:pPr indent="0" algn="ctr" defTabSz="914400">
              <a:lnSpc>
                <a:spcPct val="100000"/>
              </a:lnSpc>
              <a:buNone/>
              <a:tabLst>
                <a:tab algn="l" pos="0"/>
              </a:tabLst>
            </a:pPr>
            <a:br>
              <a:rPr sz="1400"/>
            </a:br>
            <a:br>
              <a:rPr sz="1400"/>
            </a:br>
            <a:r>
              <a:rPr b="0" lang="en-US" sz="1400" strike="noStrike" u="none">
                <a:solidFill>
                  <a:schemeClr val="dk1"/>
                </a:solidFill>
                <a:effectLst/>
                <a:uFillTx/>
                <a:latin typeface="Arial"/>
              </a:rPr>
              <a:t>Traditional portraiture with removed background may be inserted into this placeholder with unchanged dimensions (6.75” H x 7.0” W). </a:t>
            </a:r>
            <a:br>
              <a:rPr sz="1400"/>
            </a:br>
            <a:br>
              <a:rPr sz="1400"/>
            </a:br>
            <a:r>
              <a:rPr b="0" lang="en-US" sz="1400" strike="noStrike" u="none">
                <a:solidFill>
                  <a:schemeClr val="dk1"/>
                </a:solidFill>
                <a:effectLst/>
                <a:uFillTx/>
                <a:latin typeface="Arial"/>
              </a:rPr>
              <a:t>To access brand approved photography, visit: brand.optum.com/content/photography-new.</a:t>
            </a:r>
            <a:br>
              <a:rPr sz="1400"/>
            </a:br>
            <a:br>
              <a:rPr sz="1400"/>
            </a:br>
            <a:br>
              <a:rPr sz="1400"/>
            </a:br>
            <a:r>
              <a:rPr b="0" lang="en-US" sz="1400" strike="noStrike" u="none">
                <a:solidFill>
                  <a:schemeClr val="dk1"/>
                </a:solidFill>
                <a:effectLst/>
                <a:uFillTx/>
                <a:latin typeface="Arial"/>
              </a:rPr>
              <a:t>DO NOT use Copilot inserted imagery.</a:t>
            </a:r>
            <a:endParaRPr b="0" lang="en-US" sz="1400" strike="noStrike" u="none">
              <a:solidFill>
                <a:srgbClr val="000000"/>
              </a:solidFill>
              <a:effectLst/>
              <a:uFillTx/>
              <a:latin typeface="Arial"/>
            </a:endParaRPr>
          </a:p>
          <a:p>
            <a:pPr indent="0" algn="ctr" defTabSz="914400">
              <a:lnSpc>
                <a:spcPct val="100000"/>
              </a:lnSpc>
              <a:buNone/>
              <a:tabLst>
                <a:tab algn="l" pos="0"/>
              </a:tabLst>
            </a:pPr>
            <a:endParaRPr b="0" lang="en-US" sz="1400" strike="noStrike" u="none">
              <a:solidFill>
                <a:srgbClr val="000000"/>
              </a:solidFill>
              <a:effectLst/>
              <a:uFillTx/>
              <a:latin typeface="Arial"/>
            </a:endParaRPr>
          </a:p>
        </p:txBody>
      </p:sp>
      <p:sp>
        <p:nvSpPr>
          <p:cNvPr id="474" name="PlaceHolder 5"/>
          <p:cNvSpPr>
            <a:spLocks noGrp="1"/>
          </p:cNvSpPr>
          <p:nvPr>
            <p:ph type="dt" idx="106"/>
          </p:nvPr>
        </p:nvSpPr>
        <p:spPr>
          <a:xfrm>
            <a:off x="0" y="7170840"/>
            <a:ext cx="9136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r>
              <a:rPr b="0" lang="en-US" sz="200" strike="noStrike" u="none">
                <a:solidFill>
                  <a:schemeClr val="dk1"/>
                </a:solidFill>
                <a:effectLst/>
                <a:uFillTx/>
                <a:latin typeface="Arial"/>
              </a:rPr>
              <a:t>&lt;date/time&gt;</a:t>
            </a:r>
            <a:endParaRPr b="0" lang="en-US" sz="200" strike="noStrike" u="none">
              <a:solidFill>
                <a:srgbClr val="000000"/>
              </a:solidFill>
              <a:effectLst/>
              <a:uFillTx/>
              <a:latin typeface="Times New Roman"/>
            </a:endParaRPr>
          </a:p>
        </p:txBody>
      </p:sp>
      <p:sp>
        <p:nvSpPr>
          <p:cNvPr id="475" name="PlaceHolder 6"/>
          <p:cNvSpPr>
            <a:spLocks noGrp="1"/>
          </p:cNvSpPr>
          <p:nvPr>
            <p:ph type="ftr" idx="107"/>
          </p:nvPr>
        </p:nvSpPr>
        <p:spPr>
          <a:xfrm>
            <a:off x="0" y="7120440"/>
            <a:ext cx="11548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r>
              <a:rPr b="0" lang="en-US" sz="200" strike="noStrike" u="none">
                <a:solidFill>
                  <a:schemeClr val="dk1"/>
                </a:solidFill>
                <a:effectLst/>
                <a:uFillTx/>
                <a:latin typeface="Arial"/>
              </a:rPr>
              <a:t>&lt;footer&gt;</a:t>
            </a:r>
            <a:endParaRPr b="0" lang="en-US" sz="200" strike="noStrike" u="none">
              <a:solidFill>
                <a:srgbClr val="000000"/>
              </a:solidFill>
              <a:effectLst/>
              <a:uFillTx/>
              <a:latin typeface="Times New Roman"/>
            </a:endParaRPr>
          </a:p>
        </p:txBody>
      </p:sp>
      <p:sp>
        <p:nvSpPr>
          <p:cNvPr id="476" name="PlaceHolder 7"/>
          <p:cNvSpPr>
            <a:spLocks noGrp="1"/>
          </p:cNvSpPr>
          <p:nvPr>
            <p:ph type="sldNum" idx="108"/>
          </p:nvPr>
        </p:nvSpPr>
        <p:spPr>
          <a:xfrm>
            <a:off x="0" y="7221600"/>
            <a:ext cx="9136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fld id="{BDD06525-45E2-4285-A0AF-4A226B7D3522}" type="slidenum">
              <a:rPr b="0" lang="en-US" sz="200" strike="noStrike" u="none">
                <a:solidFill>
                  <a:schemeClr val="dk1"/>
                </a:solidFill>
                <a:effectLst/>
                <a:uFillTx/>
                <a:latin typeface="Arial"/>
              </a:rPr>
              <a:t>&lt;number&gt;</a:t>
            </a:fld>
            <a:endParaRPr b="0" lang="en-US" sz="200" strike="noStrike" u="none">
              <a:solidFill>
                <a:srgbClr val="000000"/>
              </a:solidFill>
              <a:effectLst/>
              <a:uFillTx/>
              <a:latin typeface="Times New Roman"/>
            </a:endParaRP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  ___  ">
    <p:bg>
      <p:bgPr>
        <a:solidFill>
          <a:srgbClr val="7030a0"/>
        </a:solidFill>
      </p:bgPr>
    </p:bg>
    <p:spTree>
      <p:nvGrpSpPr>
        <p:cNvPr id="1" name=""/>
        <p:cNvGrpSpPr/>
        <p:nvPr/>
      </p:nvGrpSpPr>
      <p:grpSpPr>
        <a:xfrm>
          <a:off x="0" y="0"/>
          <a:ext cx="0" cy="0"/>
          <a:chOff x="0" y="0"/>
          <a:chExt cx="0" cy="0"/>
        </a:xfrm>
      </p:grpSpPr>
      <p:pic>
        <p:nvPicPr>
          <p:cNvPr id="477" name="Optum Logo" descr="Optum"/>
          <p:cNvPicPr/>
          <p:nvPr/>
        </p:nvPicPr>
        <p:blipFill>
          <a:blip r:embed="rId2">
            <a:extLst>
              <a:ext uri="{96DAC541-7B7A-43D3-8B79-37D633B846F1}">
                <asvg:svgBlip xmlns:asvg="http://schemas.microsoft.com/office/drawing/2016/SVG/main" r:embed="rId3"/>
              </a:ext>
            </a:extLst>
          </a:blip>
          <a:stretch/>
        </p:blipFill>
        <p:spPr>
          <a:xfrm>
            <a:off x="461880" y="6343560"/>
            <a:ext cx="772200" cy="223200"/>
          </a:xfrm>
          <a:prstGeom prst="rect">
            <a:avLst/>
          </a:prstGeom>
          <a:noFill/>
          <a:ln w="0">
            <a:noFill/>
          </a:ln>
        </p:spPr>
      </p:pic>
      <p:sp>
        <p:nvSpPr>
          <p:cNvPr id="478" name="Page Number" hidden="1"/>
          <p:cNvSpPr/>
          <p:nvPr/>
        </p:nvSpPr>
        <p:spPr>
          <a:xfrm>
            <a:off x="11576160" y="6394320"/>
            <a:ext cx="156240" cy="15300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830D0745-A3C3-47CA-867F-5E996B1FC669}" type="slidenum">
              <a:rPr b="1" lang="en-US" sz="1000" strike="noStrike" u="none">
                <a:solidFill>
                  <a:schemeClr val="dk1"/>
                </a:solidFill>
                <a:effectLst/>
                <a:uFillTx/>
                <a:latin typeface="Arial"/>
              </a:rPr>
              <a:t>&lt;number&gt;</a:t>
            </a:fld>
            <a:endParaRPr b="0" lang="en-US" sz="1000" strike="noStrike" u="none">
              <a:solidFill>
                <a:srgbClr val="ffffff"/>
              </a:solidFill>
              <a:effectLst/>
              <a:uFillTx/>
              <a:latin typeface="Arial"/>
            </a:endParaRPr>
          </a:p>
        </p:txBody>
      </p:sp>
      <p:sp>
        <p:nvSpPr>
          <p:cNvPr id="479" name="Copyright" hidden="1"/>
          <p:cNvSpPr/>
          <p:nvPr/>
        </p:nvSpPr>
        <p:spPr>
          <a:xfrm>
            <a:off x="4699080" y="6431760"/>
            <a:ext cx="2793240" cy="10656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ffffff"/>
              </a:solidFill>
              <a:effectLst/>
              <a:uFillTx/>
              <a:latin typeface="Arial"/>
            </a:endParaRPr>
          </a:p>
        </p:txBody>
      </p:sp>
      <p:sp>
        <p:nvSpPr>
          <p:cNvPr id="480" name="TextBox 1"/>
          <p:cNvSpPr/>
          <p:nvPr/>
        </p:nvSpPr>
        <p:spPr>
          <a:xfrm>
            <a:off x="743040" y="1351440"/>
            <a:ext cx="9890640" cy="4154400"/>
          </a:xfrm>
          <a:prstGeom prst="rect">
            <a:avLst/>
          </a:prstGeom>
          <a:noFill/>
          <a:ln w="0">
            <a:noFill/>
          </a:ln>
        </p:spPr>
        <p:style>
          <a:lnRef idx="0"/>
          <a:fillRef idx="0"/>
          <a:effectRef idx="0"/>
          <a:fontRef idx="minor"/>
        </p:style>
        <p:txBody>
          <a:bodyPr lIns="0" rIns="0" tIns="0" bIns="0" anchor="t">
            <a:spAutoFit/>
          </a:bodyPr>
          <a:p>
            <a:pPr defTabSz="914400">
              <a:lnSpc>
                <a:spcPct val="90000"/>
              </a:lnSpc>
            </a:pPr>
            <a:r>
              <a:rPr b="1" lang="en-US" sz="15000" strike="noStrike" u="none">
                <a:solidFill>
                  <a:schemeClr val="lt1"/>
                </a:solidFill>
                <a:effectLst/>
                <a:uFillTx/>
                <a:latin typeface="Arial"/>
              </a:rPr>
              <a:t>Section headers</a:t>
            </a:r>
            <a:endParaRPr b="0" lang="en-US" sz="15000" strike="noStrike" u="none">
              <a:solidFill>
                <a:srgbClr val="ffffff"/>
              </a:solidFill>
              <a:effectLst/>
              <a:uFillTx/>
              <a:latin typeface="Arial"/>
            </a:endParaRPr>
          </a:p>
        </p:txBody>
      </p:sp>
      <p:cxnSp>
        <p:nvCxnSpPr>
          <p:cNvPr id="481" name="Arrow">
            <a:extLst>
              <a:ext uri="{C183D7F6-B498-43B3-948B-1728B52AA6E4}">
                <adec:decorative xmlns:adec="http://schemas.microsoft.com/office/drawing/2017/decorative" val="1"/>
              </a:ext>
            </a:extLst>
          </p:cNvPr>
          <p:cNvCxnSpPr/>
          <p:nvPr/>
        </p:nvCxnSpPr>
        <p:spPr>
          <a:xfrm>
            <a:off x="9496800" y="3429000"/>
            <a:ext cx="1952640" cy="720"/>
          </a:xfrm>
          <a:prstGeom prst="straightConnector1">
            <a:avLst/>
          </a:prstGeom>
          <a:ln cap="rnd" w="317500">
            <a:solidFill>
              <a:srgbClr val="ffffff"/>
            </a:solidFill>
            <a:round/>
            <a:tailEnd len="sm" type="arrow" w="lg"/>
          </a:ln>
        </p:spPr>
      </p:cxnSp>
    </p:spTree>
  </p:cSld>
</p:sldLayout>
</file>

<file path=ppt/slideLayouts/slideLayout4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chemeClr val="lt2"/>
        </a:solidFill>
      </p:bgPr>
    </p:bg>
    <p:spTree>
      <p:nvGrpSpPr>
        <p:cNvPr id="1" name=""/>
        <p:cNvGrpSpPr/>
        <p:nvPr/>
      </p:nvGrpSpPr>
      <p:grpSpPr>
        <a:xfrm>
          <a:off x="0" y="0"/>
          <a:ext cx="0" cy="0"/>
          <a:chOff x="0" y="0"/>
          <a:chExt cx="0" cy="0"/>
        </a:xfrm>
      </p:grpSpPr>
      <p:pic>
        <p:nvPicPr>
          <p:cNvPr id="482" name="Optum Logo" descr="Optum"/>
          <p:cNvPicPr/>
          <p:nvPr/>
        </p:nvPicPr>
        <p:blipFill>
          <a:blip r:embed="rId2">
            <a:extLst>
              <a:ext uri="{96DAC541-7B7A-43D3-8B79-37D633B846F1}">
                <asvg:svgBlip xmlns:asvg="http://schemas.microsoft.com/office/drawing/2016/SVG/main" r:embed="rId3"/>
              </a:ext>
            </a:extLst>
          </a:blip>
          <a:stretch/>
        </p:blipFill>
        <p:spPr>
          <a:xfrm>
            <a:off x="461880" y="6343560"/>
            <a:ext cx="772200" cy="223200"/>
          </a:xfrm>
          <a:prstGeom prst="rect">
            <a:avLst/>
          </a:prstGeom>
          <a:noFill/>
          <a:ln w="0">
            <a:noFill/>
          </a:ln>
        </p:spPr>
      </p:pic>
      <p:sp>
        <p:nvSpPr>
          <p:cNvPr id="483" name="Page Number" hidden="1"/>
          <p:cNvSpPr/>
          <p:nvPr/>
        </p:nvSpPr>
        <p:spPr>
          <a:xfrm>
            <a:off x="11576160" y="6394320"/>
            <a:ext cx="156240" cy="15300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5FF68CEE-AC62-4ED9-896A-CD33052F4729}" type="slidenum">
              <a:rPr b="1" lang="en-US" sz="1000" strike="noStrike" u="none">
                <a:solidFill>
                  <a:schemeClr val="dk1"/>
                </a:solidFill>
                <a:effectLst/>
                <a:uFillTx/>
                <a:latin typeface="Arial"/>
              </a:rPr>
              <a:t>&lt;number&gt;</a:t>
            </a:fld>
            <a:endParaRPr b="0" lang="en-US" sz="1000" strike="noStrike" u="none">
              <a:solidFill>
                <a:srgbClr val="000000"/>
              </a:solidFill>
              <a:effectLst/>
              <a:uFillTx/>
              <a:latin typeface="Arial"/>
            </a:endParaRPr>
          </a:p>
        </p:txBody>
      </p:sp>
      <p:sp>
        <p:nvSpPr>
          <p:cNvPr id="484" name="Copyright" hidden="1"/>
          <p:cNvSpPr/>
          <p:nvPr/>
        </p:nvSpPr>
        <p:spPr>
          <a:xfrm>
            <a:off x="4699080" y="6431760"/>
            <a:ext cx="2793240" cy="10656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000000"/>
              </a:solidFill>
              <a:effectLst/>
              <a:uFillTx/>
              <a:latin typeface="Arial"/>
            </a:endParaRPr>
          </a:p>
        </p:txBody>
      </p:sp>
      <p:grpSp>
        <p:nvGrpSpPr>
          <p:cNvPr id="485" name="Circle Stadium Pattern">
            <a:extLst>
              <a:ext uri="{C183D7F6-B498-43B3-948B-1728B52AA6E4}">
                <adec:decorative xmlns:adec="http://schemas.microsoft.com/office/drawing/2017/decorative" val="1"/>
              </a:ext>
            </a:extLst>
          </p:cNvPr>
          <p:cNvGrpSpPr/>
          <p:nvPr/>
        </p:nvGrpSpPr>
        <p:grpSpPr>
          <a:xfrm>
            <a:off x="0" y="-360"/>
            <a:ext cx="12191400" cy="6135120"/>
            <a:chOff x="0" y="-360"/>
            <a:chExt cx="12191400" cy="6135120"/>
          </a:xfrm>
        </p:grpSpPr>
        <p:sp>
          <p:nvSpPr>
            <p:cNvPr id="486" name="Oval 9"/>
            <p:cNvSpPr/>
            <p:nvPr/>
          </p:nvSpPr>
          <p:spPr>
            <a:xfrm>
              <a:off x="1425960" y="5184720"/>
              <a:ext cx="949680" cy="94968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lIns="90000" rIns="90000" tIns="45000" bIns="45000"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487" name="Freeform: Shape 22"/>
            <p:cNvSpPr/>
            <p:nvPr/>
          </p:nvSpPr>
          <p:spPr>
            <a:xfrm>
              <a:off x="0" y="5184360"/>
              <a:ext cx="1425240" cy="950400"/>
            </a:xfrm>
            <a:custGeom>
              <a:avLst/>
              <a:gdLst>
                <a:gd name="textAreaLeft" fmla="*/ 0 w 1425240"/>
                <a:gd name="textAreaRight" fmla="*/ 1425960 w 1425240"/>
                <a:gd name="textAreaTop" fmla="*/ 0 h 950400"/>
                <a:gd name="textAreaBottom" fmla="*/ 951120 h 950400"/>
                <a:gd name="GluePoint1X" fmla="*/ 0 w 1426097"/>
                <a:gd name="GluePoint1Y" fmla="*/ 0 h 950976"/>
                <a:gd name="GluePoint2X" fmla="*/ 950609 w 1426097"/>
                <a:gd name="GluePoint2Y" fmla="*/ 0 h 950976"/>
                <a:gd name="GluePoint3X" fmla="*/ 1426097 w 1426097"/>
                <a:gd name="GluePoint3Y" fmla="*/ 475488 h 950976"/>
                <a:gd name="GluePoint4X" fmla="*/ 950609 w 1426097"/>
                <a:gd name="GluePoint4Y" fmla="*/ 950976 h 950976"/>
                <a:gd name="GluePoint5X" fmla="*/ 0 w 1426097"/>
                <a:gd name="GluePoint5Y" fmla="*/ 950976 h 950976"/>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426097" h="950976">
                  <a:moveTo>
                    <a:pt x="0" y="0"/>
                  </a:moveTo>
                  <a:lnTo>
                    <a:pt x="950609" y="0"/>
                  </a:lnTo>
                  <a:cubicBezTo>
                    <a:pt x="1213214" y="0"/>
                    <a:pt x="1426097" y="212883"/>
                    <a:pt x="1426097" y="475488"/>
                  </a:cubicBezTo>
                  <a:cubicBezTo>
                    <a:pt x="1426097" y="738093"/>
                    <a:pt x="1213214" y="950976"/>
                    <a:pt x="950609" y="950976"/>
                  </a:cubicBezTo>
                  <a:lnTo>
                    <a:pt x="0" y="950976"/>
                  </a:lnTo>
                  <a:close/>
                </a:path>
              </a:pathLst>
            </a:custGeom>
            <a:solidFill>
              <a:srgbClr val="ede8e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lIns="90000" rIns="90000" tIns="45000" bIns="45000"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488" name="Oval 11"/>
            <p:cNvSpPr/>
            <p:nvPr/>
          </p:nvSpPr>
          <p:spPr>
            <a:xfrm>
              <a:off x="475560" y="4233960"/>
              <a:ext cx="949680" cy="949680"/>
            </a:xfrm>
            <a:prstGeom prst="ellipse">
              <a:avLst/>
            </a:prstGeom>
            <a:solidFill>
              <a:srgbClr val="ede8e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lIns="90000" rIns="90000" tIns="45000" bIns="45000"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489" name="Freeform: Shape 19"/>
            <p:cNvSpPr/>
            <p:nvPr/>
          </p:nvSpPr>
          <p:spPr>
            <a:xfrm>
              <a:off x="0" y="4233960"/>
              <a:ext cx="474840" cy="949680"/>
            </a:xfrm>
            <a:custGeom>
              <a:avLst/>
              <a:gdLst>
                <a:gd name="textAreaLeft" fmla="*/ 0 w 474840"/>
                <a:gd name="textAreaRight" fmla="*/ 475560 w 474840"/>
                <a:gd name="textAreaTop" fmla="*/ 0 h 949680"/>
                <a:gd name="textAreaBottom" fmla="*/ 950400 h 949680"/>
                <a:gd name="GluePoint1X" fmla="*/ 508 w 475704"/>
                <a:gd name="GluePoint1Y" fmla="*/ 0 h 950392"/>
                <a:gd name="GluePoint2X" fmla="*/ 475704 w 475704"/>
                <a:gd name="GluePoint2Y" fmla="*/ 475196 h 950392"/>
                <a:gd name="GluePoint3X" fmla="*/ 508 w 475704"/>
                <a:gd name="GluePoint3Y" fmla="*/ 950392 h 950392"/>
                <a:gd name="GluePoint4X" fmla="*/ 0 w 475704"/>
                <a:gd name="GluePoint4Y" fmla="*/ 950341 h 950392"/>
                <a:gd name="GluePoint5X" fmla="*/ 0 w 475704"/>
                <a:gd name="GluePoint5Y" fmla="*/ 51 h 950392"/>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475704" h="950392">
                  <a:moveTo>
                    <a:pt x="508" y="0"/>
                  </a:moveTo>
                  <a:cubicBezTo>
                    <a:pt x="262952" y="0"/>
                    <a:pt x="475704" y="212752"/>
                    <a:pt x="475704" y="475196"/>
                  </a:cubicBezTo>
                  <a:cubicBezTo>
                    <a:pt x="475704" y="737640"/>
                    <a:pt x="262952" y="950392"/>
                    <a:pt x="508" y="950392"/>
                  </a:cubicBezTo>
                  <a:lnTo>
                    <a:pt x="0" y="950341"/>
                  </a:lnTo>
                  <a:lnTo>
                    <a:pt x="0" y="51"/>
                  </a:lnTo>
                  <a:close/>
                </a:path>
              </a:pathLst>
            </a:custGeom>
            <a:solidFill>
              <a:srgbClr val="ede8e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lIns="90000" rIns="90000" tIns="45000" bIns="45000"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490" name="Oval 13"/>
            <p:cNvSpPr/>
            <p:nvPr/>
          </p:nvSpPr>
          <p:spPr>
            <a:xfrm>
              <a:off x="11241720" y="1900800"/>
              <a:ext cx="949680" cy="949680"/>
            </a:xfrm>
            <a:prstGeom prst="ellipse">
              <a:avLst/>
            </a:prstGeom>
            <a:solidFill>
              <a:srgbClr val="ede8e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lIns="90000" rIns="90000" tIns="45000" bIns="45000"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491" name="Freeform: Shape 24"/>
            <p:cNvSpPr/>
            <p:nvPr/>
          </p:nvSpPr>
          <p:spPr>
            <a:xfrm>
              <a:off x="10678680" y="950400"/>
              <a:ext cx="1512360" cy="950400"/>
            </a:xfrm>
            <a:custGeom>
              <a:avLst/>
              <a:gdLst>
                <a:gd name="textAreaLeft" fmla="*/ 0 w 1512360"/>
                <a:gd name="textAreaRight" fmla="*/ 1513080 w 1512360"/>
                <a:gd name="textAreaTop" fmla="*/ 0 h 950400"/>
                <a:gd name="textAreaBottom" fmla="*/ 951120 h 950400"/>
                <a:gd name="GluePoint1X" fmla="*/ 475488 w 1513259"/>
                <a:gd name="GluePoint1Y" fmla="*/ 0 h 950976"/>
                <a:gd name="GluePoint2X" fmla="*/ 1503057 w 1513259"/>
                <a:gd name="GluePoint2Y" fmla="*/ 0 h 950976"/>
                <a:gd name="GluePoint3X" fmla="*/ 1513259 w 1513259"/>
                <a:gd name="GluePoint3Y" fmla="*/ 1029 h 950976"/>
                <a:gd name="GluePoint4X" fmla="*/ 1513259 w 1513259"/>
                <a:gd name="GluePoint4Y" fmla="*/ 949948 h 950976"/>
                <a:gd name="GluePoint5X" fmla="*/ 1503057 w 1513259"/>
                <a:gd name="GluePoint5Y" fmla="*/ 950976 h 950976"/>
                <a:gd name="GluePoint6X" fmla="*/ 475488 w 1513259"/>
                <a:gd name="GluePoint6Y" fmla="*/ 950976 h 950976"/>
                <a:gd name="GluePoint7X" fmla="*/ 0 w 1513259"/>
                <a:gd name="GluePoint7Y" fmla="*/ 475488 h 950976"/>
                <a:gd name="GluePoint8X" fmla="*/ 475488 w 1513259"/>
                <a:gd name="GluePoint8Y" fmla="*/ 0 h 95097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513259" h="950976">
                  <a:moveTo>
                    <a:pt x="475488" y="0"/>
                  </a:moveTo>
                  <a:lnTo>
                    <a:pt x="1503057" y="0"/>
                  </a:lnTo>
                  <a:lnTo>
                    <a:pt x="1513259" y="1029"/>
                  </a:lnTo>
                  <a:lnTo>
                    <a:pt x="1513259" y="949948"/>
                  </a:lnTo>
                  <a:lnTo>
                    <a:pt x="1503057" y="950976"/>
                  </a:lnTo>
                  <a:lnTo>
                    <a:pt x="475488" y="950976"/>
                  </a:lnTo>
                  <a:cubicBezTo>
                    <a:pt x="212883" y="950976"/>
                    <a:pt x="0" y="738093"/>
                    <a:pt x="0" y="475488"/>
                  </a:cubicBezTo>
                  <a:cubicBezTo>
                    <a:pt x="0" y="212883"/>
                    <a:pt x="212883" y="0"/>
                    <a:pt x="475488" y="0"/>
                  </a:cubicBezTo>
                  <a:close/>
                </a:path>
              </a:pathLst>
            </a:custGeom>
            <a:solidFill>
              <a:srgbClr val="ede8e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lIns="90000" rIns="90000" tIns="45000" bIns="45000"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492" name="Oval 15"/>
            <p:cNvSpPr/>
            <p:nvPr/>
          </p:nvSpPr>
          <p:spPr>
            <a:xfrm>
              <a:off x="9734760" y="950040"/>
              <a:ext cx="949680" cy="949680"/>
            </a:xfrm>
            <a:prstGeom prst="ellipse">
              <a:avLst/>
            </a:prstGeom>
            <a:solidFill>
              <a:srgbClr val="ede8e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lIns="90000" rIns="90000" tIns="45000" bIns="45000"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493" name="Oval 16"/>
            <p:cNvSpPr/>
            <p:nvPr/>
          </p:nvSpPr>
          <p:spPr>
            <a:xfrm>
              <a:off x="10678680" y="0"/>
              <a:ext cx="949680" cy="94968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lIns="90000" rIns="90000" tIns="45000" bIns="45000"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494" name="Freeform: Shape 28"/>
            <p:cNvSpPr/>
            <p:nvPr/>
          </p:nvSpPr>
          <p:spPr>
            <a:xfrm>
              <a:off x="11629080" y="-360"/>
              <a:ext cx="562320" cy="950400"/>
            </a:xfrm>
            <a:custGeom>
              <a:avLst/>
              <a:gdLst>
                <a:gd name="textAreaLeft" fmla="*/ 0 w 562320"/>
                <a:gd name="textAreaRight" fmla="*/ 563040 w 562320"/>
                <a:gd name="textAreaTop" fmla="*/ 0 h 950400"/>
                <a:gd name="textAreaBottom" fmla="*/ 951120 h 950400"/>
                <a:gd name="GluePoint1X" fmla="*/ 475488 w 562866"/>
                <a:gd name="GluePoint1Y" fmla="*/ 0 h 950976"/>
                <a:gd name="GluePoint2X" fmla="*/ 562866 w 562866"/>
                <a:gd name="GluePoint2Y" fmla="*/ 0 h 950976"/>
                <a:gd name="GluePoint3X" fmla="*/ 562866 w 562866"/>
                <a:gd name="GluePoint3Y" fmla="*/ 950976 h 950976"/>
                <a:gd name="GluePoint4X" fmla="*/ 475488 w 562866"/>
                <a:gd name="GluePoint4Y" fmla="*/ 950976 h 950976"/>
                <a:gd name="GluePoint5X" fmla="*/ 0 w 562866"/>
                <a:gd name="GluePoint5Y" fmla="*/ 475488 h 950976"/>
                <a:gd name="GluePoint6X" fmla="*/ 475488 w 562866"/>
                <a:gd name="GluePoint6Y" fmla="*/ 0 h 95097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562866" h="950976">
                  <a:moveTo>
                    <a:pt x="475488" y="0"/>
                  </a:moveTo>
                  <a:lnTo>
                    <a:pt x="562866" y="0"/>
                  </a:lnTo>
                  <a:lnTo>
                    <a:pt x="562866" y="950976"/>
                  </a:lnTo>
                  <a:lnTo>
                    <a:pt x="475488" y="950976"/>
                  </a:lnTo>
                  <a:cubicBezTo>
                    <a:pt x="212883" y="950976"/>
                    <a:pt x="0" y="738093"/>
                    <a:pt x="0" y="475488"/>
                  </a:cubicBezTo>
                  <a:cubicBezTo>
                    <a:pt x="0" y="212883"/>
                    <a:pt x="212883" y="0"/>
                    <a:pt x="475488" y="0"/>
                  </a:cubicBezTo>
                  <a:close/>
                </a:path>
              </a:pathLst>
            </a:custGeom>
            <a:solidFill>
              <a:srgbClr val="ede8e0"/>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lIns="90000" rIns="90000" tIns="45000" bIns="45000"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grpSp>
      <p:sp>
        <p:nvSpPr>
          <p:cNvPr id="495" name="PlaceHolder 1"/>
          <p:cNvSpPr>
            <a:spLocks noGrp="1"/>
          </p:cNvSpPr>
          <p:nvPr>
            <p:ph type="title"/>
          </p:nvPr>
        </p:nvSpPr>
        <p:spPr>
          <a:xfrm>
            <a:off x="1752480" y="2186280"/>
            <a:ext cx="8686080" cy="1522800"/>
          </a:xfrm>
          <a:prstGeom prst="rect">
            <a:avLst/>
          </a:prstGeom>
          <a:noFill/>
          <a:ln w="0">
            <a:noFill/>
          </a:ln>
        </p:spPr>
        <p:txBody>
          <a:bodyPr lIns="0" rIns="0" tIns="0" bIns="0" anchor="b">
            <a:noAutofit/>
          </a:bodyPr>
          <a:p>
            <a:pPr indent="0" algn="ctr" defTabSz="914400">
              <a:lnSpc>
                <a:spcPct val="90000"/>
              </a:lnSpc>
              <a:buNone/>
              <a:tabLst>
                <a:tab algn="l" pos="0"/>
              </a:tabLst>
            </a:pPr>
            <a:r>
              <a:rPr b="0" lang="en-US" sz="5500" strike="noStrike" u="none">
                <a:solidFill>
                  <a:schemeClr val="dk1"/>
                </a:solidFill>
                <a:effectLst/>
                <a:uFillTx/>
                <a:latin typeface="Georgia Pro"/>
              </a:rPr>
              <a:t>Section title; Georgia Pro 55pt, sentence case</a:t>
            </a:r>
            <a:endParaRPr b="0" lang="en-US" sz="5500" strike="noStrike" u="none">
              <a:solidFill>
                <a:srgbClr val="000000"/>
              </a:solidFill>
              <a:effectLst/>
              <a:uFillTx/>
              <a:latin typeface="Arial"/>
            </a:endParaRPr>
          </a:p>
        </p:txBody>
      </p:sp>
      <p:sp>
        <p:nvSpPr>
          <p:cNvPr id="496" name="PlaceHolder 2"/>
          <p:cNvSpPr>
            <a:spLocks noGrp="1"/>
          </p:cNvSpPr>
          <p:nvPr>
            <p:ph type="body"/>
          </p:nvPr>
        </p:nvSpPr>
        <p:spPr>
          <a:xfrm>
            <a:off x="1752480" y="3990960"/>
            <a:ext cx="8686080" cy="2352600"/>
          </a:xfrm>
          <a:prstGeom prst="rect">
            <a:avLst/>
          </a:prstGeom>
          <a:noFill/>
          <a:ln w="0">
            <a:noFill/>
          </a:ln>
        </p:spPr>
        <p:txBody>
          <a:bodyPr lIns="0" rIns="0" tIns="0" bIns="0" anchor="t">
            <a:spAutoFit/>
          </a:bodyPr>
          <a:p>
            <a:pPr indent="0" algn="ctr" defTabSz="914400">
              <a:lnSpc>
                <a:spcPct val="90000"/>
              </a:lnSpc>
              <a:buNone/>
              <a:tabLst>
                <a:tab algn="l" pos="0"/>
              </a:tabLst>
            </a:pPr>
            <a:r>
              <a:rPr b="0" lang="en-US" sz="2400" strike="noStrike" u="none">
                <a:solidFill>
                  <a:schemeClr val="dk1"/>
                </a:solidFill>
                <a:effectLst/>
                <a:uFillTx/>
                <a:latin typeface="Arial"/>
              </a:rPr>
              <a:t>Section subtitle (optional); Arial 24pt, sentence case</a:t>
            </a:r>
            <a:endParaRPr b="0" lang="en-US" sz="2400" strike="noStrike" u="none">
              <a:solidFill>
                <a:srgbClr val="000000"/>
              </a:solidFill>
              <a:effectLst/>
              <a:uFillTx/>
              <a:latin typeface="Arial"/>
            </a:endParaRPr>
          </a:p>
        </p:txBody>
      </p:sp>
      <p:pic>
        <p:nvPicPr>
          <p:cNvPr id="497" name="Optum Logo" descr="Optum"/>
          <p:cNvPicPr/>
          <p:nvPr/>
        </p:nvPicPr>
        <p:blipFill>
          <a:blip r:embed="rId4">
            <a:extLst>
              <a:ext uri="{96DAC541-7B7A-43D3-8B79-37D633B846F1}">
                <asvg:svgBlip xmlns:asvg="http://schemas.microsoft.com/office/drawing/2016/SVG/main" r:embed="rId5"/>
              </a:ext>
            </a:extLst>
          </a:blip>
          <a:stretch/>
        </p:blipFill>
        <p:spPr>
          <a:xfrm>
            <a:off x="461880" y="6343560"/>
            <a:ext cx="772200" cy="223200"/>
          </a:xfrm>
          <a:prstGeom prst="rect">
            <a:avLst/>
          </a:prstGeom>
          <a:noFill/>
          <a:ln w="0">
            <a:noFill/>
          </a:ln>
        </p:spPr>
      </p:pic>
      <p:sp>
        <p:nvSpPr>
          <p:cNvPr id="498" name="PlaceHolder 3"/>
          <p:cNvSpPr>
            <a:spLocks noGrp="1"/>
          </p:cNvSpPr>
          <p:nvPr>
            <p:ph type="dt" idx="109"/>
          </p:nvPr>
        </p:nvSpPr>
        <p:spPr>
          <a:xfrm>
            <a:off x="0" y="7170840"/>
            <a:ext cx="9136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r>
              <a:rPr b="0" lang="en-US" sz="200" strike="noStrike" u="none">
                <a:solidFill>
                  <a:schemeClr val="dk1"/>
                </a:solidFill>
                <a:effectLst/>
                <a:uFillTx/>
                <a:latin typeface="Arial"/>
              </a:rPr>
              <a:t>&lt;date/time&gt;</a:t>
            </a:r>
            <a:endParaRPr b="0" lang="en-US" sz="200" strike="noStrike" u="none">
              <a:solidFill>
                <a:srgbClr val="000000"/>
              </a:solidFill>
              <a:effectLst/>
              <a:uFillTx/>
              <a:latin typeface="Times New Roman"/>
            </a:endParaRPr>
          </a:p>
        </p:txBody>
      </p:sp>
      <p:sp>
        <p:nvSpPr>
          <p:cNvPr id="499" name="PlaceHolder 4"/>
          <p:cNvSpPr>
            <a:spLocks noGrp="1"/>
          </p:cNvSpPr>
          <p:nvPr>
            <p:ph type="ftr" idx="110"/>
          </p:nvPr>
        </p:nvSpPr>
        <p:spPr>
          <a:xfrm>
            <a:off x="0" y="7120440"/>
            <a:ext cx="11548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r>
              <a:rPr b="0" lang="en-US" sz="200" strike="noStrike" u="none">
                <a:solidFill>
                  <a:schemeClr val="dk1"/>
                </a:solidFill>
                <a:effectLst/>
                <a:uFillTx/>
                <a:latin typeface="Arial"/>
              </a:rPr>
              <a:t>&lt;footer&gt;</a:t>
            </a:r>
            <a:endParaRPr b="0" lang="en-US" sz="200" strike="noStrike" u="none">
              <a:solidFill>
                <a:srgbClr val="000000"/>
              </a:solidFill>
              <a:effectLst/>
              <a:uFillTx/>
              <a:latin typeface="Times New Roman"/>
            </a:endParaRPr>
          </a:p>
        </p:txBody>
      </p:sp>
      <p:sp>
        <p:nvSpPr>
          <p:cNvPr id="500" name="PlaceHolder 5"/>
          <p:cNvSpPr>
            <a:spLocks noGrp="1"/>
          </p:cNvSpPr>
          <p:nvPr>
            <p:ph type="sldNum" idx="111"/>
          </p:nvPr>
        </p:nvSpPr>
        <p:spPr>
          <a:xfrm>
            <a:off x="0" y="7221600"/>
            <a:ext cx="9136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fld id="{FDA0ED2B-DA98-418F-83E7-1D44D19C7350}" type="slidenum">
              <a:rPr b="0" lang="en-US" sz="200" strike="noStrike" u="none">
                <a:solidFill>
                  <a:schemeClr val="dk1"/>
                </a:solidFill>
                <a:effectLst/>
                <a:uFillTx/>
                <a:latin typeface="Arial"/>
              </a:rPr>
              <a:t>&lt;number&gt;</a:t>
            </a:fld>
            <a:endParaRPr b="0" lang="en-US" sz="200" strike="noStrike" u="none">
              <a:solidFill>
                <a:srgbClr val="000000"/>
              </a:solidFill>
              <a:effectLst/>
              <a:uFillTx/>
              <a:latin typeface="Times New Roman"/>
            </a:endParaRPr>
          </a:p>
        </p:txBody>
      </p:sp>
    </p:spTree>
  </p:cSld>
</p:sldLayout>
</file>

<file path=ppt/slideLayouts/slideLayout5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02">
    <p:bg>
      <p:bgPr>
        <a:solidFill>
          <a:schemeClr val="lt2"/>
        </a:solidFill>
      </p:bgPr>
    </p:bg>
    <p:spTree>
      <p:nvGrpSpPr>
        <p:cNvPr id="1" name=""/>
        <p:cNvGrpSpPr/>
        <p:nvPr/>
      </p:nvGrpSpPr>
      <p:grpSpPr>
        <a:xfrm>
          <a:off x="0" y="0"/>
          <a:ext cx="0" cy="0"/>
          <a:chOff x="0" y="0"/>
          <a:chExt cx="0" cy="0"/>
        </a:xfrm>
      </p:grpSpPr>
      <p:pic>
        <p:nvPicPr>
          <p:cNvPr id="501" name="Optum Logo" descr="Optum"/>
          <p:cNvPicPr/>
          <p:nvPr/>
        </p:nvPicPr>
        <p:blipFill>
          <a:blip r:embed="rId2">
            <a:extLst>
              <a:ext uri="{96DAC541-7B7A-43D3-8B79-37D633B846F1}">
                <asvg:svgBlip xmlns:asvg="http://schemas.microsoft.com/office/drawing/2016/SVG/main" r:embed="rId3"/>
              </a:ext>
            </a:extLst>
          </a:blip>
          <a:stretch/>
        </p:blipFill>
        <p:spPr>
          <a:xfrm>
            <a:off x="461880" y="6343560"/>
            <a:ext cx="772200" cy="223200"/>
          </a:xfrm>
          <a:prstGeom prst="rect">
            <a:avLst/>
          </a:prstGeom>
          <a:noFill/>
          <a:ln w="0">
            <a:noFill/>
          </a:ln>
        </p:spPr>
      </p:pic>
      <p:sp>
        <p:nvSpPr>
          <p:cNvPr id="502" name="Page Number" hidden="1"/>
          <p:cNvSpPr/>
          <p:nvPr/>
        </p:nvSpPr>
        <p:spPr>
          <a:xfrm>
            <a:off x="11576160" y="6394320"/>
            <a:ext cx="156240" cy="15300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C5E5A233-B941-4A52-A26C-5E900B86CA4B}" type="slidenum">
              <a:rPr b="1" lang="en-US" sz="1000" strike="noStrike" u="none">
                <a:solidFill>
                  <a:schemeClr val="dk1"/>
                </a:solidFill>
                <a:effectLst/>
                <a:uFillTx/>
                <a:latin typeface="Arial"/>
              </a:rPr>
              <a:t>&lt;number&gt;</a:t>
            </a:fld>
            <a:endParaRPr b="0" lang="en-US" sz="1000" strike="noStrike" u="none">
              <a:solidFill>
                <a:srgbClr val="000000"/>
              </a:solidFill>
              <a:effectLst/>
              <a:uFillTx/>
              <a:latin typeface="Arial"/>
            </a:endParaRPr>
          </a:p>
        </p:txBody>
      </p:sp>
      <p:sp>
        <p:nvSpPr>
          <p:cNvPr id="503" name="Copyright" hidden="1"/>
          <p:cNvSpPr/>
          <p:nvPr/>
        </p:nvSpPr>
        <p:spPr>
          <a:xfrm>
            <a:off x="4699080" y="6431760"/>
            <a:ext cx="2793240" cy="10656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000000"/>
              </a:solidFill>
              <a:effectLst/>
              <a:uFillTx/>
              <a:latin typeface="Arial"/>
            </a:endParaRPr>
          </a:p>
        </p:txBody>
      </p:sp>
      <p:grpSp>
        <p:nvGrpSpPr>
          <p:cNvPr id="504" name="Circle Stadium Pattern">
            <a:extLst>
              <a:ext uri="{C183D7F6-B498-43B3-948B-1728B52AA6E4}">
                <adec:decorative xmlns:adec="http://schemas.microsoft.com/office/drawing/2017/decorative" val="1"/>
              </a:ext>
            </a:extLst>
          </p:cNvPr>
          <p:cNvGrpSpPr/>
          <p:nvPr/>
        </p:nvGrpSpPr>
        <p:grpSpPr>
          <a:xfrm>
            <a:off x="0" y="-360"/>
            <a:ext cx="12191400" cy="6135120"/>
            <a:chOff x="0" y="-360"/>
            <a:chExt cx="12191400" cy="6135120"/>
          </a:xfrm>
        </p:grpSpPr>
        <p:sp>
          <p:nvSpPr>
            <p:cNvPr id="505" name="Oval 9"/>
            <p:cNvSpPr/>
            <p:nvPr/>
          </p:nvSpPr>
          <p:spPr>
            <a:xfrm>
              <a:off x="1425960" y="5184720"/>
              <a:ext cx="949680" cy="94968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lIns="90000" rIns="90000" tIns="45000" bIns="45000"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506" name="Freeform: Shape 22"/>
            <p:cNvSpPr/>
            <p:nvPr/>
          </p:nvSpPr>
          <p:spPr>
            <a:xfrm>
              <a:off x="0" y="5184360"/>
              <a:ext cx="1425240" cy="950400"/>
            </a:xfrm>
            <a:custGeom>
              <a:avLst/>
              <a:gdLst>
                <a:gd name="textAreaLeft" fmla="*/ 0 w 1425240"/>
                <a:gd name="textAreaRight" fmla="*/ 1425960 w 1425240"/>
                <a:gd name="textAreaTop" fmla="*/ 0 h 950400"/>
                <a:gd name="textAreaBottom" fmla="*/ 951120 h 950400"/>
                <a:gd name="GluePoint1X" fmla="*/ 0 w 1426097"/>
                <a:gd name="GluePoint1Y" fmla="*/ 0 h 950976"/>
                <a:gd name="GluePoint2X" fmla="*/ 950609 w 1426097"/>
                <a:gd name="GluePoint2Y" fmla="*/ 0 h 950976"/>
                <a:gd name="GluePoint3X" fmla="*/ 1426097 w 1426097"/>
                <a:gd name="GluePoint3Y" fmla="*/ 475488 h 950976"/>
                <a:gd name="GluePoint4X" fmla="*/ 950609 w 1426097"/>
                <a:gd name="GluePoint4Y" fmla="*/ 950976 h 950976"/>
                <a:gd name="GluePoint5X" fmla="*/ 0 w 1426097"/>
                <a:gd name="GluePoint5Y" fmla="*/ 950976 h 950976"/>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426097" h="950976">
                  <a:moveTo>
                    <a:pt x="0" y="0"/>
                  </a:moveTo>
                  <a:lnTo>
                    <a:pt x="950609" y="0"/>
                  </a:lnTo>
                  <a:cubicBezTo>
                    <a:pt x="1213214" y="0"/>
                    <a:pt x="1426097" y="212883"/>
                    <a:pt x="1426097" y="475488"/>
                  </a:cubicBezTo>
                  <a:cubicBezTo>
                    <a:pt x="1426097" y="738093"/>
                    <a:pt x="1213214" y="950976"/>
                    <a:pt x="950609" y="950976"/>
                  </a:cubicBezTo>
                  <a:lnTo>
                    <a:pt x="0" y="950976"/>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lIns="90000" rIns="90000" tIns="45000" bIns="45000"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507" name="Oval 11"/>
            <p:cNvSpPr/>
            <p:nvPr/>
          </p:nvSpPr>
          <p:spPr>
            <a:xfrm>
              <a:off x="475560" y="4233960"/>
              <a:ext cx="949680" cy="94968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lIns="90000" rIns="90000" tIns="45000" bIns="45000"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508" name="Freeform: Shape 19"/>
            <p:cNvSpPr/>
            <p:nvPr/>
          </p:nvSpPr>
          <p:spPr>
            <a:xfrm>
              <a:off x="0" y="4233960"/>
              <a:ext cx="474840" cy="949680"/>
            </a:xfrm>
            <a:custGeom>
              <a:avLst/>
              <a:gdLst>
                <a:gd name="textAreaLeft" fmla="*/ 0 w 474840"/>
                <a:gd name="textAreaRight" fmla="*/ 475560 w 474840"/>
                <a:gd name="textAreaTop" fmla="*/ 0 h 949680"/>
                <a:gd name="textAreaBottom" fmla="*/ 950400 h 949680"/>
                <a:gd name="GluePoint1X" fmla="*/ 508 w 475704"/>
                <a:gd name="GluePoint1Y" fmla="*/ 0 h 950392"/>
                <a:gd name="GluePoint2X" fmla="*/ 475704 w 475704"/>
                <a:gd name="GluePoint2Y" fmla="*/ 475196 h 950392"/>
                <a:gd name="GluePoint3X" fmla="*/ 508 w 475704"/>
                <a:gd name="GluePoint3Y" fmla="*/ 950392 h 950392"/>
                <a:gd name="GluePoint4X" fmla="*/ 0 w 475704"/>
                <a:gd name="GluePoint4Y" fmla="*/ 950341 h 950392"/>
                <a:gd name="GluePoint5X" fmla="*/ 0 w 475704"/>
                <a:gd name="GluePoint5Y" fmla="*/ 51 h 950392"/>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475704" h="950392">
                  <a:moveTo>
                    <a:pt x="508" y="0"/>
                  </a:moveTo>
                  <a:cubicBezTo>
                    <a:pt x="262952" y="0"/>
                    <a:pt x="475704" y="212752"/>
                    <a:pt x="475704" y="475196"/>
                  </a:cubicBezTo>
                  <a:cubicBezTo>
                    <a:pt x="475704" y="737640"/>
                    <a:pt x="262952" y="950392"/>
                    <a:pt x="508" y="950392"/>
                  </a:cubicBezTo>
                  <a:lnTo>
                    <a:pt x="0" y="950341"/>
                  </a:lnTo>
                  <a:lnTo>
                    <a:pt x="0" y="5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lIns="90000" rIns="90000" tIns="45000" bIns="45000"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509" name="Oval 13"/>
            <p:cNvSpPr/>
            <p:nvPr/>
          </p:nvSpPr>
          <p:spPr>
            <a:xfrm>
              <a:off x="11241720" y="1900800"/>
              <a:ext cx="949680" cy="94968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lIns="90000" rIns="90000" tIns="45000" bIns="45000"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510" name="Freeform: Shape 24"/>
            <p:cNvSpPr/>
            <p:nvPr/>
          </p:nvSpPr>
          <p:spPr>
            <a:xfrm>
              <a:off x="10678680" y="950400"/>
              <a:ext cx="1512360" cy="950400"/>
            </a:xfrm>
            <a:custGeom>
              <a:avLst/>
              <a:gdLst>
                <a:gd name="textAreaLeft" fmla="*/ 0 w 1512360"/>
                <a:gd name="textAreaRight" fmla="*/ 1513080 w 1512360"/>
                <a:gd name="textAreaTop" fmla="*/ 0 h 950400"/>
                <a:gd name="textAreaBottom" fmla="*/ 951120 h 950400"/>
                <a:gd name="GluePoint1X" fmla="*/ 475488 w 1513259"/>
                <a:gd name="GluePoint1Y" fmla="*/ 0 h 950976"/>
                <a:gd name="GluePoint2X" fmla="*/ 1503057 w 1513259"/>
                <a:gd name="GluePoint2Y" fmla="*/ 0 h 950976"/>
                <a:gd name="GluePoint3X" fmla="*/ 1513259 w 1513259"/>
                <a:gd name="GluePoint3Y" fmla="*/ 1029 h 950976"/>
                <a:gd name="GluePoint4X" fmla="*/ 1513259 w 1513259"/>
                <a:gd name="GluePoint4Y" fmla="*/ 949948 h 950976"/>
                <a:gd name="GluePoint5X" fmla="*/ 1503057 w 1513259"/>
                <a:gd name="GluePoint5Y" fmla="*/ 950976 h 950976"/>
                <a:gd name="GluePoint6X" fmla="*/ 475488 w 1513259"/>
                <a:gd name="GluePoint6Y" fmla="*/ 950976 h 950976"/>
                <a:gd name="GluePoint7X" fmla="*/ 0 w 1513259"/>
                <a:gd name="GluePoint7Y" fmla="*/ 475488 h 950976"/>
                <a:gd name="GluePoint8X" fmla="*/ 475488 w 1513259"/>
                <a:gd name="GluePoint8Y" fmla="*/ 0 h 95097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513259" h="950976">
                  <a:moveTo>
                    <a:pt x="475488" y="0"/>
                  </a:moveTo>
                  <a:lnTo>
                    <a:pt x="1503057" y="0"/>
                  </a:lnTo>
                  <a:lnTo>
                    <a:pt x="1513259" y="1029"/>
                  </a:lnTo>
                  <a:lnTo>
                    <a:pt x="1513259" y="949948"/>
                  </a:lnTo>
                  <a:lnTo>
                    <a:pt x="1503057" y="950976"/>
                  </a:lnTo>
                  <a:lnTo>
                    <a:pt x="475488" y="950976"/>
                  </a:lnTo>
                  <a:cubicBezTo>
                    <a:pt x="212883" y="950976"/>
                    <a:pt x="0" y="738093"/>
                    <a:pt x="0" y="475488"/>
                  </a:cubicBezTo>
                  <a:cubicBezTo>
                    <a:pt x="0" y="212883"/>
                    <a:pt x="212883" y="0"/>
                    <a:pt x="47548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lIns="90000" rIns="90000" tIns="45000" bIns="45000"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511" name="Oval 15"/>
            <p:cNvSpPr/>
            <p:nvPr/>
          </p:nvSpPr>
          <p:spPr>
            <a:xfrm>
              <a:off x="9734760" y="950040"/>
              <a:ext cx="949680" cy="94968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lIns="90000" rIns="90000" tIns="45000" bIns="45000"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512" name="Oval 16"/>
            <p:cNvSpPr/>
            <p:nvPr/>
          </p:nvSpPr>
          <p:spPr>
            <a:xfrm>
              <a:off x="10678680" y="0"/>
              <a:ext cx="949680" cy="94968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lIns="90000" rIns="90000" tIns="45000" bIns="45000"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sp>
          <p:nvSpPr>
            <p:cNvPr id="513" name="Freeform: Shape 28"/>
            <p:cNvSpPr/>
            <p:nvPr/>
          </p:nvSpPr>
          <p:spPr>
            <a:xfrm>
              <a:off x="11629080" y="-360"/>
              <a:ext cx="562320" cy="950400"/>
            </a:xfrm>
            <a:custGeom>
              <a:avLst/>
              <a:gdLst>
                <a:gd name="textAreaLeft" fmla="*/ 0 w 562320"/>
                <a:gd name="textAreaRight" fmla="*/ 563040 w 562320"/>
                <a:gd name="textAreaTop" fmla="*/ 0 h 950400"/>
                <a:gd name="textAreaBottom" fmla="*/ 951120 h 950400"/>
                <a:gd name="GluePoint1X" fmla="*/ 475488 w 562866"/>
                <a:gd name="GluePoint1Y" fmla="*/ 0 h 950976"/>
                <a:gd name="GluePoint2X" fmla="*/ 562866 w 562866"/>
                <a:gd name="GluePoint2Y" fmla="*/ 0 h 950976"/>
                <a:gd name="GluePoint3X" fmla="*/ 562866 w 562866"/>
                <a:gd name="GluePoint3Y" fmla="*/ 950976 h 950976"/>
                <a:gd name="GluePoint4X" fmla="*/ 475488 w 562866"/>
                <a:gd name="GluePoint4Y" fmla="*/ 950976 h 950976"/>
                <a:gd name="GluePoint5X" fmla="*/ 0 w 562866"/>
                <a:gd name="GluePoint5Y" fmla="*/ 475488 h 950976"/>
                <a:gd name="GluePoint6X" fmla="*/ 475488 w 562866"/>
                <a:gd name="GluePoint6Y" fmla="*/ 0 h 95097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562866" h="950976">
                  <a:moveTo>
                    <a:pt x="475488" y="0"/>
                  </a:moveTo>
                  <a:lnTo>
                    <a:pt x="562866" y="0"/>
                  </a:lnTo>
                  <a:lnTo>
                    <a:pt x="562866" y="950976"/>
                  </a:lnTo>
                  <a:lnTo>
                    <a:pt x="475488" y="950976"/>
                  </a:lnTo>
                  <a:cubicBezTo>
                    <a:pt x="212883" y="950976"/>
                    <a:pt x="0" y="738093"/>
                    <a:pt x="0" y="475488"/>
                  </a:cubicBezTo>
                  <a:cubicBezTo>
                    <a:pt x="0" y="212883"/>
                    <a:pt x="212883" y="0"/>
                    <a:pt x="475488"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p:style>
          <p:txBody>
            <a:bodyPr numCol="1" spcCol="0" horzOverflow="overflow" lIns="90000" rIns="90000" tIns="45000" bIns="45000" anchor="ctr">
              <a:noAutofit/>
            </a:bodyPr>
            <a:p>
              <a:pPr algn="ctr" defTabSz="914400">
                <a:lnSpc>
                  <a:spcPct val="100000"/>
                </a:lnSpc>
                <a:spcBef>
                  <a:spcPts val="601"/>
                </a:spcBef>
              </a:pPr>
              <a:endParaRPr b="0" lang="en-US" sz="1400" strike="noStrike" u="none">
                <a:solidFill>
                  <a:srgbClr val="ffffff"/>
                </a:solidFill>
                <a:effectLst/>
                <a:uFillTx/>
                <a:latin typeface="Arial"/>
              </a:endParaRPr>
            </a:p>
          </p:txBody>
        </p:sp>
      </p:grpSp>
      <p:sp>
        <p:nvSpPr>
          <p:cNvPr id="514" name="PlaceHolder 1"/>
          <p:cNvSpPr>
            <a:spLocks noGrp="1"/>
          </p:cNvSpPr>
          <p:nvPr>
            <p:ph type="title"/>
          </p:nvPr>
        </p:nvSpPr>
        <p:spPr>
          <a:xfrm>
            <a:off x="1752480" y="2186280"/>
            <a:ext cx="8686080" cy="1522800"/>
          </a:xfrm>
          <a:prstGeom prst="rect">
            <a:avLst/>
          </a:prstGeom>
          <a:noFill/>
          <a:ln w="0">
            <a:noFill/>
          </a:ln>
        </p:spPr>
        <p:txBody>
          <a:bodyPr lIns="0" rIns="0" tIns="0" bIns="0" anchor="b">
            <a:noAutofit/>
          </a:bodyPr>
          <a:p>
            <a:pPr indent="0" algn="ctr" defTabSz="914400">
              <a:lnSpc>
                <a:spcPct val="90000"/>
              </a:lnSpc>
              <a:buNone/>
              <a:tabLst>
                <a:tab algn="l" pos="0"/>
              </a:tabLst>
            </a:pPr>
            <a:r>
              <a:rPr b="0" lang="en-US" sz="5500" strike="noStrike" u="none">
                <a:solidFill>
                  <a:schemeClr val="dk1"/>
                </a:solidFill>
                <a:effectLst/>
                <a:uFillTx/>
                <a:latin typeface="Georgia Pro"/>
              </a:rPr>
              <a:t>Section title; Georgia Pro 55pt, sentence case</a:t>
            </a:r>
            <a:endParaRPr b="0" lang="en-US" sz="5500" strike="noStrike" u="none">
              <a:solidFill>
                <a:srgbClr val="000000"/>
              </a:solidFill>
              <a:effectLst/>
              <a:uFillTx/>
              <a:latin typeface="Arial"/>
            </a:endParaRPr>
          </a:p>
        </p:txBody>
      </p:sp>
      <p:sp>
        <p:nvSpPr>
          <p:cNvPr id="515" name="PlaceHolder 2"/>
          <p:cNvSpPr>
            <a:spLocks noGrp="1"/>
          </p:cNvSpPr>
          <p:nvPr>
            <p:ph type="body"/>
          </p:nvPr>
        </p:nvSpPr>
        <p:spPr>
          <a:xfrm>
            <a:off x="1752480" y="3990960"/>
            <a:ext cx="8686080" cy="2352600"/>
          </a:xfrm>
          <a:prstGeom prst="rect">
            <a:avLst/>
          </a:prstGeom>
          <a:noFill/>
          <a:ln w="0">
            <a:noFill/>
          </a:ln>
        </p:spPr>
        <p:txBody>
          <a:bodyPr lIns="0" rIns="0" tIns="0" bIns="0" anchor="t">
            <a:spAutoFit/>
          </a:bodyPr>
          <a:p>
            <a:pPr indent="0" algn="ctr" defTabSz="914400">
              <a:lnSpc>
                <a:spcPct val="90000"/>
              </a:lnSpc>
              <a:buNone/>
              <a:tabLst>
                <a:tab algn="l" pos="0"/>
              </a:tabLst>
            </a:pPr>
            <a:r>
              <a:rPr b="0" lang="en-US" sz="2400" strike="noStrike" u="none">
                <a:solidFill>
                  <a:schemeClr val="dk1"/>
                </a:solidFill>
                <a:effectLst/>
                <a:uFillTx/>
                <a:latin typeface="Arial"/>
              </a:rPr>
              <a:t>Section subtitle (optional); Arial 24pt, sentence case</a:t>
            </a:r>
            <a:endParaRPr b="0" lang="en-US" sz="2400" strike="noStrike" u="none">
              <a:solidFill>
                <a:srgbClr val="000000"/>
              </a:solidFill>
              <a:effectLst/>
              <a:uFillTx/>
              <a:latin typeface="Arial"/>
            </a:endParaRPr>
          </a:p>
        </p:txBody>
      </p:sp>
      <p:pic>
        <p:nvPicPr>
          <p:cNvPr id="516" name="Optum Logo" descr="Optum"/>
          <p:cNvPicPr/>
          <p:nvPr/>
        </p:nvPicPr>
        <p:blipFill>
          <a:blip r:embed="rId4">
            <a:extLst>
              <a:ext uri="{96DAC541-7B7A-43D3-8B79-37D633B846F1}">
                <asvg:svgBlip xmlns:asvg="http://schemas.microsoft.com/office/drawing/2016/SVG/main" r:embed="rId5"/>
              </a:ext>
            </a:extLst>
          </a:blip>
          <a:stretch/>
        </p:blipFill>
        <p:spPr>
          <a:xfrm>
            <a:off x="461880" y="6343560"/>
            <a:ext cx="772200" cy="223200"/>
          </a:xfrm>
          <a:prstGeom prst="rect">
            <a:avLst/>
          </a:prstGeom>
          <a:noFill/>
          <a:ln w="0">
            <a:noFill/>
          </a:ln>
        </p:spPr>
      </p:pic>
      <p:sp>
        <p:nvSpPr>
          <p:cNvPr id="517" name="PlaceHolder 3"/>
          <p:cNvSpPr>
            <a:spLocks noGrp="1"/>
          </p:cNvSpPr>
          <p:nvPr>
            <p:ph type="dt" idx="112"/>
          </p:nvPr>
        </p:nvSpPr>
        <p:spPr>
          <a:xfrm>
            <a:off x="0" y="7170840"/>
            <a:ext cx="9136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r>
              <a:rPr b="0" lang="en-US" sz="200" strike="noStrike" u="none">
                <a:solidFill>
                  <a:schemeClr val="dk1"/>
                </a:solidFill>
                <a:effectLst/>
                <a:uFillTx/>
                <a:latin typeface="Arial"/>
              </a:rPr>
              <a:t>&lt;date/time&gt;</a:t>
            </a:r>
            <a:endParaRPr b="0" lang="en-US" sz="200" strike="noStrike" u="none">
              <a:solidFill>
                <a:srgbClr val="000000"/>
              </a:solidFill>
              <a:effectLst/>
              <a:uFillTx/>
              <a:latin typeface="Times New Roman"/>
            </a:endParaRPr>
          </a:p>
        </p:txBody>
      </p:sp>
      <p:sp>
        <p:nvSpPr>
          <p:cNvPr id="518" name="PlaceHolder 4"/>
          <p:cNvSpPr>
            <a:spLocks noGrp="1"/>
          </p:cNvSpPr>
          <p:nvPr>
            <p:ph type="ftr" idx="113"/>
          </p:nvPr>
        </p:nvSpPr>
        <p:spPr>
          <a:xfrm>
            <a:off x="0" y="7120440"/>
            <a:ext cx="11548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r>
              <a:rPr b="0" lang="en-US" sz="200" strike="noStrike" u="none">
                <a:solidFill>
                  <a:schemeClr val="dk1"/>
                </a:solidFill>
                <a:effectLst/>
                <a:uFillTx/>
                <a:latin typeface="Arial"/>
              </a:rPr>
              <a:t>&lt;footer&gt;</a:t>
            </a:r>
            <a:endParaRPr b="0" lang="en-US" sz="200" strike="noStrike" u="none">
              <a:solidFill>
                <a:srgbClr val="000000"/>
              </a:solidFill>
              <a:effectLst/>
              <a:uFillTx/>
              <a:latin typeface="Times New Roman"/>
            </a:endParaRPr>
          </a:p>
        </p:txBody>
      </p:sp>
      <p:sp>
        <p:nvSpPr>
          <p:cNvPr id="519" name="PlaceHolder 5"/>
          <p:cNvSpPr>
            <a:spLocks noGrp="1"/>
          </p:cNvSpPr>
          <p:nvPr>
            <p:ph type="sldNum" idx="114"/>
          </p:nvPr>
        </p:nvSpPr>
        <p:spPr>
          <a:xfrm>
            <a:off x="0" y="7221600"/>
            <a:ext cx="9136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fld id="{BEA9A4B8-6843-4CFB-81DC-906C5F25892E}" type="slidenum">
              <a:rPr b="0" lang="en-US" sz="200" strike="noStrike" u="none">
                <a:solidFill>
                  <a:schemeClr val="dk1"/>
                </a:solidFill>
                <a:effectLst/>
                <a:uFillTx/>
                <a:latin typeface="Arial"/>
              </a:rPr>
              <a:t>&lt;number&gt;</a:t>
            </a:fld>
            <a:endParaRPr b="0" lang="en-US" sz="200" strike="noStrike" u="none">
              <a:solidFill>
                <a:srgbClr val="000000"/>
              </a:solidFill>
              <a:effectLst/>
              <a:uFillTx/>
              <a:latin typeface="Times New Roman"/>
            </a:endParaRPr>
          </a:p>
        </p:txBody>
      </p:sp>
    </p:spTree>
  </p:cSld>
</p:sldLayout>
</file>

<file path=ppt/slideLayouts/slideLayout5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06">
    <p:bg>
      <p:bgPr>
        <a:solidFill>
          <a:schemeClr val="lt2"/>
        </a:solidFill>
      </p:bgPr>
    </p:bg>
    <p:spTree>
      <p:nvGrpSpPr>
        <p:cNvPr id="1" name=""/>
        <p:cNvGrpSpPr/>
        <p:nvPr/>
      </p:nvGrpSpPr>
      <p:grpSpPr>
        <a:xfrm>
          <a:off x="0" y="0"/>
          <a:ext cx="0" cy="0"/>
          <a:chOff x="0" y="0"/>
          <a:chExt cx="0" cy="0"/>
        </a:xfrm>
      </p:grpSpPr>
      <p:pic>
        <p:nvPicPr>
          <p:cNvPr id="520" name="Optum Logo" descr="Optum"/>
          <p:cNvPicPr/>
          <p:nvPr/>
        </p:nvPicPr>
        <p:blipFill>
          <a:blip r:embed="rId2">
            <a:extLst>
              <a:ext uri="{96DAC541-7B7A-43D3-8B79-37D633B846F1}">
                <asvg:svgBlip xmlns:asvg="http://schemas.microsoft.com/office/drawing/2016/SVG/main" r:embed="rId3"/>
              </a:ext>
            </a:extLst>
          </a:blip>
          <a:stretch/>
        </p:blipFill>
        <p:spPr>
          <a:xfrm>
            <a:off x="461880" y="6343560"/>
            <a:ext cx="772200" cy="223200"/>
          </a:xfrm>
          <a:prstGeom prst="rect">
            <a:avLst/>
          </a:prstGeom>
          <a:noFill/>
          <a:ln w="0">
            <a:noFill/>
          </a:ln>
        </p:spPr>
      </p:pic>
      <p:sp>
        <p:nvSpPr>
          <p:cNvPr id="521" name="Page Number" hidden="1"/>
          <p:cNvSpPr/>
          <p:nvPr/>
        </p:nvSpPr>
        <p:spPr>
          <a:xfrm>
            <a:off x="11576160" y="6394320"/>
            <a:ext cx="156240" cy="15300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46AAF08B-9FFF-45CC-B81D-BF6446E6A453}" type="slidenum">
              <a:rPr b="1" lang="en-US" sz="1000" strike="noStrike" u="none">
                <a:solidFill>
                  <a:schemeClr val="dk1"/>
                </a:solidFill>
                <a:effectLst/>
                <a:uFillTx/>
                <a:latin typeface="Arial"/>
              </a:rPr>
              <a:t>&lt;number&gt;</a:t>
            </a:fld>
            <a:endParaRPr b="0" lang="en-US" sz="1000" strike="noStrike" u="none">
              <a:solidFill>
                <a:srgbClr val="000000"/>
              </a:solidFill>
              <a:effectLst/>
              <a:uFillTx/>
              <a:latin typeface="Arial"/>
            </a:endParaRPr>
          </a:p>
        </p:txBody>
      </p:sp>
      <p:sp>
        <p:nvSpPr>
          <p:cNvPr id="522" name="Copyright" hidden="1"/>
          <p:cNvSpPr/>
          <p:nvPr/>
        </p:nvSpPr>
        <p:spPr>
          <a:xfrm>
            <a:off x="4699080" y="6431760"/>
            <a:ext cx="2793240" cy="10656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000000"/>
              </a:solidFill>
              <a:effectLst/>
              <a:uFillTx/>
              <a:latin typeface="Arial"/>
            </a:endParaRPr>
          </a:p>
        </p:txBody>
      </p:sp>
      <p:sp>
        <p:nvSpPr>
          <p:cNvPr id="523" name="Dynamic O">
            <a:extLst>
              <a:ext uri="{C183D7F6-B498-43B3-948B-1728B52AA6E4}">
                <adec:decorative xmlns:adec="http://schemas.microsoft.com/office/drawing/2017/decorative" val="1"/>
              </a:ext>
            </a:extLst>
          </p:cNvPr>
          <p:cNvSpPr/>
          <p:nvPr/>
        </p:nvSpPr>
        <p:spPr>
          <a:xfrm>
            <a:off x="10272960" y="0"/>
            <a:ext cx="1918440" cy="1847520"/>
          </a:xfrm>
          <a:custGeom>
            <a:avLst/>
            <a:gdLst>
              <a:gd name="textAreaLeft" fmla="*/ 0 w 1918440"/>
              <a:gd name="textAreaRight" fmla="*/ 1919160 w 1918440"/>
              <a:gd name="textAreaTop" fmla="*/ 0 h 1847520"/>
              <a:gd name="textAreaBottom" fmla="*/ 1848240 h 1847520"/>
              <a:gd name="GluePoint1X" fmla="*/ 0 w 1919161"/>
              <a:gd name="GluePoint1Y" fmla="*/ 0 h 1848256"/>
              <a:gd name="GluePoint2X" fmla="*/ 928773 w 1919161"/>
              <a:gd name="GluePoint2Y" fmla="*/ 0 h 1848256"/>
              <a:gd name="GluePoint3X" fmla="*/ 930451 w 1919161"/>
              <a:gd name="GluePoint3Y" fmla="*/ 33244 h 1848256"/>
              <a:gd name="GluePoint4X" fmla="*/ 1912618 w 1919161"/>
              <a:gd name="GluePoint4Y" fmla="*/ 919488 h 1848256"/>
              <a:gd name="GluePoint5X" fmla="*/ 1919161 w 1919161"/>
              <a:gd name="GluePoint5Y" fmla="*/ 919158 h 1848256"/>
              <a:gd name="GluePoint6X" fmla="*/ 1919161 w 1919161"/>
              <a:gd name="GluePoint6Y" fmla="*/ 1847926 h 1848256"/>
              <a:gd name="GluePoint7X" fmla="*/ 1912618 w 1919161"/>
              <a:gd name="GluePoint7Y" fmla="*/ 1848256 h 1848256"/>
              <a:gd name="GluePoint8X" fmla="*/ 6471 w 1919161"/>
              <a:gd name="GluePoint8Y" fmla="*/ 128094 h 184825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919161" h="1848256">
                <a:moveTo>
                  <a:pt x="0" y="0"/>
                </a:moveTo>
                <a:lnTo>
                  <a:pt x="928773" y="0"/>
                </a:lnTo>
                <a:lnTo>
                  <a:pt x="930451" y="33244"/>
                </a:lnTo>
                <a:cubicBezTo>
                  <a:pt x="981030" y="531392"/>
                  <a:pt x="1401631" y="919488"/>
                  <a:pt x="1912618" y="919488"/>
                </a:cubicBezTo>
                <a:lnTo>
                  <a:pt x="1919161" y="919158"/>
                </a:lnTo>
                <a:lnTo>
                  <a:pt x="1919161" y="1847926"/>
                </a:lnTo>
                <a:lnTo>
                  <a:pt x="1912618" y="1848256"/>
                </a:lnTo>
                <a:cubicBezTo>
                  <a:pt x="920772" y="1848256"/>
                  <a:pt x="104616" y="1094097"/>
                  <a:pt x="6471" y="128094"/>
                </a:cubicBezTo>
                <a:close/>
              </a:path>
            </a:pathLst>
          </a:custGeom>
          <a:solidFill>
            <a:schemeClr val="tx2"/>
          </a:solidFill>
          <a:ln w="3191">
            <a:noFill/>
          </a:ln>
        </p:spPr>
        <p:style>
          <a:lnRef idx="0"/>
          <a:fillRef idx="0"/>
          <a:effectRef idx="0"/>
          <a:fontRef idx="minor"/>
        </p:style>
        <p:txBody>
          <a:bodyPr lIns="90000" rIns="90000" tIns="45000" bIns="45000" anchor="ctr">
            <a:noAutofit/>
          </a:bodyPr>
          <a:p>
            <a:pPr defTabSz="914400">
              <a:lnSpc>
                <a:spcPct val="100000"/>
              </a:lnSpc>
            </a:pPr>
            <a:endParaRPr b="0" lang="en-US" sz="1800" strike="noStrike" u="none">
              <a:solidFill>
                <a:schemeClr val="dk1"/>
              </a:solidFill>
              <a:effectLst/>
              <a:uFillTx/>
              <a:latin typeface="Arial"/>
            </a:endParaRPr>
          </a:p>
        </p:txBody>
      </p:sp>
      <p:sp>
        <p:nvSpPr>
          <p:cNvPr id="524" name="PlaceHolder 1"/>
          <p:cNvSpPr>
            <a:spLocks noGrp="1"/>
          </p:cNvSpPr>
          <p:nvPr>
            <p:ph type="title"/>
          </p:nvPr>
        </p:nvSpPr>
        <p:spPr>
          <a:xfrm>
            <a:off x="6865920" y="2397240"/>
            <a:ext cx="4114080" cy="1495080"/>
          </a:xfrm>
          <a:prstGeom prst="rect">
            <a:avLst/>
          </a:prstGeom>
          <a:noFill/>
          <a:ln w="0">
            <a:noFill/>
          </a:ln>
        </p:spPr>
        <p:txBody>
          <a:bodyPr lIns="0" rIns="0" tIns="0" bIns="0" anchor="ctr">
            <a:noAutofit/>
          </a:bodyPr>
          <a:p>
            <a:pPr indent="0" defTabSz="914400">
              <a:lnSpc>
                <a:spcPct val="90000"/>
              </a:lnSpc>
              <a:buNone/>
              <a:tabLst>
                <a:tab algn="l" pos="0"/>
              </a:tabLst>
            </a:pPr>
            <a:r>
              <a:rPr b="0" lang="en-US" sz="3600" strike="noStrike" u="none">
                <a:solidFill>
                  <a:schemeClr val="dk1"/>
                </a:solidFill>
                <a:effectLst/>
                <a:uFillTx/>
                <a:latin typeface="Georgia Pro"/>
              </a:rPr>
              <a:t>Section title; Georgia Pro 36pt, sentence case</a:t>
            </a:r>
            <a:endParaRPr b="0" lang="en-US" sz="3600" strike="noStrike" u="none">
              <a:solidFill>
                <a:srgbClr val="000000"/>
              </a:solidFill>
              <a:effectLst/>
              <a:uFillTx/>
              <a:latin typeface="Arial"/>
            </a:endParaRPr>
          </a:p>
        </p:txBody>
      </p:sp>
      <p:sp>
        <p:nvSpPr>
          <p:cNvPr id="525" name="PlaceHolder 2"/>
          <p:cNvSpPr>
            <a:spLocks noGrp="1"/>
          </p:cNvSpPr>
          <p:nvPr>
            <p:ph type="body"/>
          </p:nvPr>
        </p:nvSpPr>
        <p:spPr>
          <a:xfrm>
            <a:off x="906120" y="800280"/>
            <a:ext cx="5257080" cy="5257080"/>
          </a:xfrm>
          <a:prstGeom prst="rect">
            <a:avLst/>
          </a:prstGeom>
          <a:noFill/>
          <a:ln w="0">
            <a:noFill/>
          </a:ln>
        </p:spPr>
        <p:txBody>
          <a:bodyPr lIns="90000" rIns="90000" tIns="45000" bIns="45000" anchor="t">
            <a:noAutofit/>
          </a:bodyPr>
          <a:p>
            <a:pPr indent="0" algn="ctr" defTabSz="914400">
              <a:lnSpc>
                <a:spcPct val="100000"/>
              </a:lnSpc>
              <a:buNone/>
              <a:tabLst>
                <a:tab algn="l" pos="0"/>
              </a:tabLst>
            </a:pPr>
            <a:br>
              <a:rPr sz="1400"/>
            </a:br>
            <a:r>
              <a:rPr b="0" lang="en-US" sz="1400" strike="noStrike" u="none">
                <a:solidFill>
                  <a:schemeClr val="dk1"/>
                </a:solidFill>
                <a:effectLst/>
                <a:uFillTx/>
                <a:latin typeface="Arial"/>
              </a:rPr>
              <a:t>Photography should be inserted into this placeholder with unchanged dimensions (5.75” H x 5.75” W). </a:t>
            </a:r>
            <a:br>
              <a:rPr sz="1400"/>
            </a:br>
            <a:br>
              <a:rPr sz="1400"/>
            </a:br>
            <a:r>
              <a:rPr b="0" lang="en-US" sz="1400" strike="noStrike" u="none">
                <a:solidFill>
                  <a:schemeClr val="dk1"/>
                </a:solidFill>
                <a:effectLst/>
                <a:uFillTx/>
                <a:latin typeface="Arial"/>
              </a:rPr>
              <a:t>To access brand approved photography, visit: brand.optum.com/content/photography-new.</a:t>
            </a:r>
            <a:br>
              <a:rPr sz="1400"/>
            </a:br>
            <a:br>
              <a:rPr sz="1400"/>
            </a:br>
            <a:br>
              <a:rPr sz="1400"/>
            </a:br>
            <a:r>
              <a:rPr b="0" lang="en-US" sz="1400" strike="noStrike" u="none">
                <a:solidFill>
                  <a:schemeClr val="dk1"/>
                </a:solidFill>
                <a:effectLst/>
                <a:uFillTx/>
                <a:latin typeface="Arial"/>
              </a:rPr>
              <a:t>DO NOT use Copilot inserted imagery.</a:t>
            </a:r>
            <a:endParaRPr b="0" lang="en-US" sz="1400" strike="noStrike" u="none">
              <a:solidFill>
                <a:srgbClr val="000000"/>
              </a:solidFill>
              <a:effectLst/>
              <a:uFillTx/>
              <a:latin typeface="Arial"/>
            </a:endParaRPr>
          </a:p>
          <a:p>
            <a:pPr indent="0" algn="ctr" defTabSz="914400">
              <a:lnSpc>
                <a:spcPct val="100000"/>
              </a:lnSpc>
              <a:buNone/>
              <a:tabLst>
                <a:tab algn="l" pos="0"/>
              </a:tabLst>
            </a:pPr>
            <a:endParaRPr b="0" lang="en-US" sz="1400" strike="noStrike" u="none">
              <a:solidFill>
                <a:srgbClr val="000000"/>
              </a:solidFill>
              <a:effectLst/>
              <a:uFillTx/>
              <a:latin typeface="Arial"/>
            </a:endParaRPr>
          </a:p>
          <a:p>
            <a:pPr indent="0" algn="ctr" defTabSz="914400">
              <a:lnSpc>
                <a:spcPct val="100000"/>
              </a:lnSpc>
              <a:buNone/>
              <a:tabLst>
                <a:tab algn="l" pos="0"/>
              </a:tabLst>
            </a:pPr>
            <a:endParaRPr b="0" lang="en-US" sz="1400" strike="noStrike" u="none">
              <a:solidFill>
                <a:srgbClr val="000000"/>
              </a:solidFill>
              <a:effectLst/>
              <a:uFillTx/>
              <a:latin typeface="Arial"/>
            </a:endParaRPr>
          </a:p>
        </p:txBody>
      </p:sp>
      <p:pic>
        <p:nvPicPr>
          <p:cNvPr id="526" name="Optum Logo" descr="Optum"/>
          <p:cNvPicPr/>
          <p:nvPr/>
        </p:nvPicPr>
        <p:blipFill>
          <a:blip r:embed="rId4">
            <a:extLst>
              <a:ext uri="{96DAC541-7B7A-43D3-8B79-37D633B846F1}">
                <asvg:svgBlip xmlns:asvg="http://schemas.microsoft.com/office/drawing/2016/SVG/main" r:embed="rId5"/>
              </a:ext>
            </a:extLst>
          </a:blip>
          <a:stretch/>
        </p:blipFill>
        <p:spPr>
          <a:xfrm>
            <a:off x="461880" y="6343560"/>
            <a:ext cx="772200" cy="223200"/>
          </a:xfrm>
          <a:prstGeom prst="rect">
            <a:avLst/>
          </a:prstGeom>
          <a:noFill/>
          <a:ln w="0">
            <a:noFill/>
          </a:ln>
        </p:spPr>
      </p:pic>
      <p:sp>
        <p:nvSpPr>
          <p:cNvPr id="527" name="PlaceHolder 3"/>
          <p:cNvSpPr>
            <a:spLocks noGrp="1"/>
          </p:cNvSpPr>
          <p:nvPr>
            <p:ph type="dt" idx="115"/>
          </p:nvPr>
        </p:nvSpPr>
        <p:spPr>
          <a:xfrm>
            <a:off x="0" y="7170840"/>
            <a:ext cx="9136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r>
              <a:rPr b="0" lang="en-US" sz="200" strike="noStrike" u="none">
                <a:solidFill>
                  <a:schemeClr val="dk1"/>
                </a:solidFill>
                <a:effectLst/>
                <a:uFillTx/>
                <a:latin typeface="Arial"/>
              </a:rPr>
              <a:t>&lt;date/time&gt;</a:t>
            </a:r>
            <a:endParaRPr b="0" lang="en-US" sz="200" strike="noStrike" u="none">
              <a:solidFill>
                <a:srgbClr val="000000"/>
              </a:solidFill>
              <a:effectLst/>
              <a:uFillTx/>
              <a:latin typeface="Times New Roman"/>
            </a:endParaRPr>
          </a:p>
        </p:txBody>
      </p:sp>
      <p:sp>
        <p:nvSpPr>
          <p:cNvPr id="528" name="PlaceHolder 4"/>
          <p:cNvSpPr>
            <a:spLocks noGrp="1"/>
          </p:cNvSpPr>
          <p:nvPr>
            <p:ph type="ftr" idx="116"/>
          </p:nvPr>
        </p:nvSpPr>
        <p:spPr>
          <a:xfrm>
            <a:off x="0" y="7120440"/>
            <a:ext cx="11548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r>
              <a:rPr b="0" lang="en-US" sz="200" strike="noStrike" u="none">
                <a:solidFill>
                  <a:schemeClr val="dk1"/>
                </a:solidFill>
                <a:effectLst/>
                <a:uFillTx/>
                <a:latin typeface="Arial"/>
              </a:rPr>
              <a:t>&lt;footer&gt;</a:t>
            </a:r>
            <a:endParaRPr b="0" lang="en-US" sz="200" strike="noStrike" u="none">
              <a:solidFill>
                <a:srgbClr val="000000"/>
              </a:solidFill>
              <a:effectLst/>
              <a:uFillTx/>
              <a:latin typeface="Times New Roman"/>
            </a:endParaRPr>
          </a:p>
        </p:txBody>
      </p:sp>
      <p:sp>
        <p:nvSpPr>
          <p:cNvPr id="529" name="PlaceHolder 5"/>
          <p:cNvSpPr>
            <a:spLocks noGrp="1"/>
          </p:cNvSpPr>
          <p:nvPr>
            <p:ph type="sldNum" idx="117"/>
          </p:nvPr>
        </p:nvSpPr>
        <p:spPr>
          <a:xfrm>
            <a:off x="0" y="7221600"/>
            <a:ext cx="9136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fld id="{A5CED8AC-EC23-4564-AB23-475A0CB5EEE7}" type="slidenum">
              <a:rPr b="0" lang="en-US" sz="200" strike="noStrike" u="none">
                <a:solidFill>
                  <a:schemeClr val="dk1"/>
                </a:solidFill>
                <a:effectLst/>
                <a:uFillTx/>
                <a:latin typeface="Arial"/>
              </a:rPr>
              <a:t>&lt;number&gt;</a:t>
            </a:fld>
            <a:endParaRPr b="0" lang="en-US" sz="200" strike="noStrike" u="none">
              <a:solidFill>
                <a:srgbClr val="000000"/>
              </a:solidFill>
              <a:effectLst/>
              <a:uFillTx/>
              <a:latin typeface="Times New Roman"/>
            </a:endParaRPr>
          </a:p>
        </p:txBody>
      </p:sp>
    </p:spTree>
  </p:cSld>
</p:sldLayout>
</file>

<file path=ppt/slideLayouts/slideLayout5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07">
    <p:bg>
      <p:bgPr>
        <a:solidFill>
          <a:schemeClr val="lt2"/>
        </a:solidFill>
      </p:bgPr>
    </p:bg>
    <p:spTree>
      <p:nvGrpSpPr>
        <p:cNvPr id="1" name=""/>
        <p:cNvGrpSpPr/>
        <p:nvPr/>
      </p:nvGrpSpPr>
      <p:grpSpPr>
        <a:xfrm>
          <a:off x="0" y="0"/>
          <a:ext cx="0" cy="0"/>
          <a:chOff x="0" y="0"/>
          <a:chExt cx="0" cy="0"/>
        </a:xfrm>
      </p:grpSpPr>
      <p:pic>
        <p:nvPicPr>
          <p:cNvPr id="530" name="Optum Logo" descr="Optum"/>
          <p:cNvPicPr/>
          <p:nvPr/>
        </p:nvPicPr>
        <p:blipFill>
          <a:blip r:embed="rId2">
            <a:extLst>
              <a:ext uri="{96DAC541-7B7A-43D3-8B79-37D633B846F1}">
                <asvg:svgBlip xmlns:asvg="http://schemas.microsoft.com/office/drawing/2016/SVG/main" r:embed="rId3"/>
              </a:ext>
            </a:extLst>
          </a:blip>
          <a:stretch/>
        </p:blipFill>
        <p:spPr>
          <a:xfrm>
            <a:off x="461880" y="6343560"/>
            <a:ext cx="772200" cy="223200"/>
          </a:xfrm>
          <a:prstGeom prst="rect">
            <a:avLst/>
          </a:prstGeom>
          <a:noFill/>
          <a:ln w="0">
            <a:noFill/>
          </a:ln>
        </p:spPr>
      </p:pic>
      <p:sp>
        <p:nvSpPr>
          <p:cNvPr id="531" name="Page Number" hidden="1"/>
          <p:cNvSpPr/>
          <p:nvPr/>
        </p:nvSpPr>
        <p:spPr>
          <a:xfrm>
            <a:off x="11576160" y="6394320"/>
            <a:ext cx="156240" cy="15300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A8D9E27C-274C-4115-8CBF-937C96A9D434}" type="slidenum">
              <a:rPr b="1" lang="en-US" sz="1000" strike="noStrike" u="none">
                <a:solidFill>
                  <a:schemeClr val="dk1"/>
                </a:solidFill>
                <a:effectLst/>
                <a:uFillTx/>
                <a:latin typeface="Arial"/>
              </a:rPr>
              <a:t>&lt;number&gt;</a:t>
            </a:fld>
            <a:endParaRPr b="0" lang="en-US" sz="1000" strike="noStrike" u="none">
              <a:solidFill>
                <a:srgbClr val="000000"/>
              </a:solidFill>
              <a:effectLst/>
              <a:uFillTx/>
              <a:latin typeface="Arial"/>
            </a:endParaRPr>
          </a:p>
        </p:txBody>
      </p:sp>
      <p:sp>
        <p:nvSpPr>
          <p:cNvPr id="532" name="Copyright" hidden="1"/>
          <p:cNvSpPr/>
          <p:nvPr/>
        </p:nvSpPr>
        <p:spPr>
          <a:xfrm>
            <a:off x="4699080" y="6431760"/>
            <a:ext cx="2793240" cy="10656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000000"/>
              </a:solidFill>
              <a:effectLst/>
              <a:uFillTx/>
              <a:latin typeface="Arial"/>
            </a:endParaRPr>
          </a:p>
        </p:txBody>
      </p:sp>
      <p:sp>
        <p:nvSpPr>
          <p:cNvPr id="533" name="Dynamic O">
            <a:extLst>
              <a:ext uri="{C183D7F6-B498-43B3-948B-1728B52AA6E4}">
                <adec:decorative xmlns:adec="http://schemas.microsoft.com/office/drawing/2017/decorative" val="1"/>
              </a:ext>
            </a:extLst>
          </p:cNvPr>
          <p:cNvSpPr/>
          <p:nvPr/>
        </p:nvSpPr>
        <p:spPr>
          <a:xfrm>
            <a:off x="0" y="0"/>
            <a:ext cx="1929960" cy="2000880"/>
          </a:xfrm>
          <a:custGeom>
            <a:avLst/>
            <a:gdLst>
              <a:gd name="textAreaLeft" fmla="*/ 0 w 1929960"/>
              <a:gd name="textAreaRight" fmla="*/ 1930680 w 1929960"/>
              <a:gd name="textAreaTop" fmla="*/ 0 h 2000880"/>
              <a:gd name="textAreaBottom" fmla="*/ 2001600 h 2000880"/>
              <a:gd name="GluePoint1X" fmla="*/ 997352 w 1930778"/>
              <a:gd name="GluePoint1Y" fmla="*/ 0 h 2001453"/>
              <a:gd name="GluePoint2X" fmla="*/ 1926502 w 1930778"/>
              <a:gd name="GluePoint2Y" fmla="*/ 0 h 2001453"/>
              <a:gd name="GluePoint3X" fmla="*/ 1930778 w 1930778"/>
              <a:gd name="GluePoint3Y" fmla="*/ 84635 h 2001453"/>
              <a:gd name="GluePoint4X" fmla="*/ 13954 w 1930778"/>
              <a:gd name="GluePoint4Y" fmla="*/ 2001453 h 2001453"/>
              <a:gd name="GluePoint5X" fmla="*/ 0 w 1930778"/>
              <a:gd name="GluePoint5Y" fmla="*/ 2000748 h 2001453"/>
              <a:gd name="GluePoint6X" fmla="*/ 0 w 1930778"/>
              <a:gd name="GluePoint6Y" fmla="*/ 1071597 h 2001453"/>
              <a:gd name="GluePoint7X" fmla="*/ 13954 w 1930778"/>
              <a:gd name="GluePoint7Y" fmla="*/ 1072301 h 2001453"/>
              <a:gd name="GluePoint8X" fmla="*/ 1001623 w 1930778"/>
              <a:gd name="GluePoint8Y" fmla="*/ 84635 h 200145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930778" h="2001453">
                <a:moveTo>
                  <a:pt x="997352" y="0"/>
                </a:moveTo>
                <a:lnTo>
                  <a:pt x="1926502" y="0"/>
                </a:lnTo>
                <a:lnTo>
                  <a:pt x="1930778" y="84635"/>
                </a:lnTo>
                <a:cubicBezTo>
                  <a:pt x="1930778" y="1143032"/>
                  <a:pt x="1072355" y="2001453"/>
                  <a:pt x="13954" y="2001453"/>
                </a:cubicBezTo>
                <a:lnTo>
                  <a:pt x="0" y="2000748"/>
                </a:lnTo>
                <a:lnTo>
                  <a:pt x="0" y="1071597"/>
                </a:lnTo>
                <a:lnTo>
                  <a:pt x="13954" y="1072301"/>
                </a:lnTo>
                <a:cubicBezTo>
                  <a:pt x="559873" y="1072301"/>
                  <a:pt x="1001623" y="629909"/>
                  <a:pt x="1001623" y="84635"/>
                </a:cubicBezTo>
                <a:close/>
              </a:path>
            </a:pathLst>
          </a:custGeom>
          <a:solidFill>
            <a:schemeClr val="tx2"/>
          </a:solidFill>
          <a:ln w="3207">
            <a:noFill/>
          </a:ln>
        </p:spPr>
        <p:style>
          <a:lnRef idx="0"/>
          <a:fillRef idx="0"/>
          <a:effectRef idx="0"/>
          <a:fontRef idx="minor"/>
        </p:style>
        <p:txBody>
          <a:bodyPr lIns="90000" rIns="90000" tIns="45000" bIns="45000" anchor="ctr">
            <a:noAutofit/>
          </a:bodyPr>
          <a:p>
            <a:pPr defTabSz="914400">
              <a:lnSpc>
                <a:spcPct val="100000"/>
              </a:lnSpc>
            </a:pPr>
            <a:endParaRPr b="0" lang="en-US" sz="1800" strike="noStrike" u="none">
              <a:solidFill>
                <a:schemeClr val="dk1"/>
              </a:solidFill>
              <a:effectLst/>
              <a:uFillTx/>
              <a:latin typeface="Arial"/>
            </a:endParaRPr>
          </a:p>
        </p:txBody>
      </p:sp>
      <p:sp>
        <p:nvSpPr>
          <p:cNvPr id="534" name="PlaceHolder 1"/>
          <p:cNvSpPr>
            <a:spLocks noGrp="1"/>
          </p:cNvSpPr>
          <p:nvPr>
            <p:ph type="title"/>
          </p:nvPr>
        </p:nvSpPr>
        <p:spPr>
          <a:xfrm>
            <a:off x="1050840" y="2397240"/>
            <a:ext cx="4114080" cy="1495080"/>
          </a:xfrm>
          <a:prstGeom prst="rect">
            <a:avLst/>
          </a:prstGeom>
          <a:noFill/>
          <a:ln w="0">
            <a:noFill/>
          </a:ln>
        </p:spPr>
        <p:txBody>
          <a:bodyPr lIns="0" rIns="0" tIns="0" bIns="0" anchor="ctr">
            <a:noAutofit/>
          </a:bodyPr>
          <a:p>
            <a:pPr indent="0" defTabSz="914400">
              <a:lnSpc>
                <a:spcPct val="90000"/>
              </a:lnSpc>
              <a:buNone/>
              <a:tabLst>
                <a:tab algn="l" pos="0"/>
              </a:tabLst>
            </a:pPr>
            <a:r>
              <a:rPr b="0" lang="en-US" sz="3600" strike="noStrike" u="none">
                <a:solidFill>
                  <a:schemeClr val="dk1"/>
                </a:solidFill>
                <a:effectLst/>
                <a:uFillTx/>
                <a:latin typeface="Georgia Pro"/>
              </a:rPr>
              <a:t>Section title; Georgia Pro 36pt, sentence case</a:t>
            </a:r>
            <a:endParaRPr b="0" lang="en-US" sz="3600" strike="noStrike" u="none">
              <a:solidFill>
                <a:srgbClr val="000000"/>
              </a:solidFill>
              <a:effectLst/>
              <a:uFillTx/>
              <a:latin typeface="Arial"/>
            </a:endParaRPr>
          </a:p>
        </p:txBody>
      </p:sp>
      <p:sp>
        <p:nvSpPr>
          <p:cNvPr id="535" name="PlaceHolder 2"/>
          <p:cNvSpPr>
            <a:spLocks noGrp="1"/>
          </p:cNvSpPr>
          <p:nvPr>
            <p:ph type="body"/>
          </p:nvPr>
        </p:nvSpPr>
        <p:spPr>
          <a:xfrm>
            <a:off x="6020640" y="800280"/>
            <a:ext cx="5257080" cy="5257080"/>
          </a:xfrm>
          <a:prstGeom prst="rect">
            <a:avLst/>
          </a:prstGeom>
          <a:noFill/>
          <a:ln w="0">
            <a:noFill/>
          </a:ln>
        </p:spPr>
        <p:txBody>
          <a:bodyPr lIns="90000" rIns="90000" tIns="45000" bIns="45000" anchor="t">
            <a:noAutofit/>
          </a:bodyPr>
          <a:p>
            <a:pPr indent="0" algn="ctr" defTabSz="914400">
              <a:lnSpc>
                <a:spcPct val="100000"/>
              </a:lnSpc>
              <a:buNone/>
              <a:tabLst>
                <a:tab algn="l" pos="0"/>
              </a:tabLst>
            </a:pPr>
            <a:br>
              <a:rPr sz="1400"/>
            </a:br>
            <a:r>
              <a:rPr b="0" lang="en-US" sz="1400" strike="noStrike" u="none">
                <a:solidFill>
                  <a:schemeClr val="dk1"/>
                </a:solidFill>
                <a:effectLst/>
                <a:uFillTx/>
                <a:latin typeface="Arial"/>
              </a:rPr>
              <a:t>Photography should be inserted into this placeholder with unchanged dimensions (5.75” H x 5.75” W). </a:t>
            </a:r>
            <a:br>
              <a:rPr sz="1400"/>
            </a:br>
            <a:br>
              <a:rPr sz="1400"/>
            </a:br>
            <a:r>
              <a:rPr b="0" lang="en-US" sz="1400" strike="noStrike" u="none">
                <a:solidFill>
                  <a:schemeClr val="dk1"/>
                </a:solidFill>
                <a:effectLst/>
                <a:uFillTx/>
                <a:latin typeface="Arial"/>
              </a:rPr>
              <a:t>To access brand approved photography, visit: brand.optum.com/content/photography-new.</a:t>
            </a:r>
            <a:br>
              <a:rPr sz="1400"/>
            </a:br>
            <a:br>
              <a:rPr sz="1400"/>
            </a:br>
            <a:br>
              <a:rPr sz="1400"/>
            </a:br>
            <a:r>
              <a:rPr b="0" lang="en-US" sz="1400" strike="noStrike" u="none">
                <a:solidFill>
                  <a:schemeClr val="dk1"/>
                </a:solidFill>
                <a:effectLst/>
                <a:uFillTx/>
                <a:latin typeface="Arial"/>
              </a:rPr>
              <a:t>DO NOT use Copilot inserted imagery.</a:t>
            </a:r>
            <a:endParaRPr b="0" lang="en-US" sz="1400" strike="noStrike" u="none">
              <a:solidFill>
                <a:srgbClr val="000000"/>
              </a:solidFill>
              <a:effectLst/>
              <a:uFillTx/>
              <a:latin typeface="Arial"/>
            </a:endParaRPr>
          </a:p>
          <a:p>
            <a:pPr indent="0" algn="ctr" defTabSz="914400">
              <a:lnSpc>
                <a:spcPct val="100000"/>
              </a:lnSpc>
              <a:buNone/>
              <a:tabLst>
                <a:tab algn="l" pos="0"/>
              </a:tabLst>
            </a:pPr>
            <a:endParaRPr b="0" lang="en-US" sz="1400" strike="noStrike" u="none">
              <a:solidFill>
                <a:srgbClr val="000000"/>
              </a:solidFill>
              <a:effectLst/>
              <a:uFillTx/>
              <a:latin typeface="Arial"/>
            </a:endParaRPr>
          </a:p>
          <a:p>
            <a:pPr indent="0" algn="ctr" defTabSz="914400">
              <a:lnSpc>
                <a:spcPct val="100000"/>
              </a:lnSpc>
              <a:buNone/>
              <a:tabLst>
                <a:tab algn="l" pos="0"/>
              </a:tabLst>
            </a:pPr>
            <a:endParaRPr b="0" lang="en-US" sz="1400" strike="noStrike" u="none">
              <a:solidFill>
                <a:srgbClr val="000000"/>
              </a:solidFill>
              <a:effectLst/>
              <a:uFillTx/>
              <a:latin typeface="Arial"/>
            </a:endParaRPr>
          </a:p>
        </p:txBody>
      </p:sp>
      <p:pic>
        <p:nvPicPr>
          <p:cNvPr id="536" name="Optum Logo" descr="Optum"/>
          <p:cNvPicPr/>
          <p:nvPr/>
        </p:nvPicPr>
        <p:blipFill>
          <a:blip r:embed="rId4">
            <a:extLst>
              <a:ext uri="{96DAC541-7B7A-43D3-8B79-37D633B846F1}">
                <asvg:svgBlip xmlns:asvg="http://schemas.microsoft.com/office/drawing/2016/SVG/main" r:embed="rId5"/>
              </a:ext>
            </a:extLst>
          </a:blip>
          <a:stretch/>
        </p:blipFill>
        <p:spPr>
          <a:xfrm>
            <a:off x="461880" y="6343560"/>
            <a:ext cx="772200" cy="223200"/>
          </a:xfrm>
          <a:prstGeom prst="rect">
            <a:avLst/>
          </a:prstGeom>
          <a:noFill/>
          <a:ln w="0">
            <a:noFill/>
          </a:ln>
        </p:spPr>
      </p:pic>
      <p:sp>
        <p:nvSpPr>
          <p:cNvPr id="537" name="PlaceHolder 3"/>
          <p:cNvSpPr>
            <a:spLocks noGrp="1"/>
          </p:cNvSpPr>
          <p:nvPr>
            <p:ph type="dt" idx="118"/>
          </p:nvPr>
        </p:nvSpPr>
        <p:spPr>
          <a:xfrm>
            <a:off x="0" y="7170840"/>
            <a:ext cx="9136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r>
              <a:rPr b="0" lang="en-US" sz="200" strike="noStrike" u="none">
                <a:solidFill>
                  <a:schemeClr val="dk1"/>
                </a:solidFill>
                <a:effectLst/>
                <a:uFillTx/>
                <a:latin typeface="Arial"/>
              </a:rPr>
              <a:t>&lt;date/time&gt;</a:t>
            </a:r>
            <a:endParaRPr b="0" lang="en-US" sz="200" strike="noStrike" u="none">
              <a:solidFill>
                <a:srgbClr val="000000"/>
              </a:solidFill>
              <a:effectLst/>
              <a:uFillTx/>
              <a:latin typeface="Times New Roman"/>
            </a:endParaRPr>
          </a:p>
        </p:txBody>
      </p:sp>
      <p:sp>
        <p:nvSpPr>
          <p:cNvPr id="538" name="PlaceHolder 4"/>
          <p:cNvSpPr>
            <a:spLocks noGrp="1"/>
          </p:cNvSpPr>
          <p:nvPr>
            <p:ph type="ftr" idx="119"/>
          </p:nvPr>
        </p:nvSpPr>
        <p:spPr>
          <a:xfrm>
            <a:off x="0" y="7120440"/>
            <a:ext cx="11548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r>
              <a:rPr b="0" lang="en-US" sz="200" strike="noStrike" u="none">
                <a:solidFill>
                  <a:schemeClr val="dk1"/>
                </a:solidFill>
                <a:effectLst/>
                <a:uFillTx/>
                <a:latin typeface="Arial"/>
              </a:rPr>
              <a:t>&lt;footer&gt;</a:t>
            </a:r>
            <a:endParaRPr b="0" lang="en-US" sz="200" strike="noStrike" u="none">
              <a:solidFill>
                <a:srgbClr val="000000"/>
              </a:solidFill>
              <a:effectLst/>
              <a:uFillTx/>
              <a:latin typeface="Times New Roman"/>
            </a:endParaRPr>
          </a:p>
        </p:txBody>
      </p:sp>
      <p:sp>
        <p:nvSpPr>
          <p:cNvPr id="539" name="PlaceHolder 5"/>
          <p:cNvSpPr>
            <a:spLocks noGrp="1"/>
          </p:cNvSpPr>
          <p:nvPr>
            <p:ph type="sldNum" idx="120"/>
          </p:nvPr>
        </p:nvSpPr>
        <p:spPr>
          <a:xfrm>
            <a:off x="0" y="7221600"/>
            <a:ext cx="9136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fld id="{78E080E4-AF06-4E1F-BE85-69E6D4D9F29E}" type="slidenum">
              <a:rPr b="0" lang="en-US" sz="200" strike="noStrike" u="none">
                <a:solidFill>
                  <a:schemeClr val="dk1"/>
                </a:solidFill>
                <a:effectLst/>
                <a:uFillTx/>
                <a:latin typeface="Arial"/>
              </a:rPr>
              <a:t>&lt;number&gt;</a:t>
            </a:fld>
            <a:endParaRPr b="0" lang="en-US" sz="200" strike="noStrike" u="none">
              <a:solidFill>
                <a:srgbClr val="000000"/>
              </a:solidFill>
              <a:effectLst/>
              <a:uFillTx/>
              <a:latin typeface="Times New Roman"/>
            </a:endParaRPr>
          </a:p>
        </p:txBody>
      </p:sp>
    </p:spTree>
  </p:cSld>
</p:sldLayout>
</file>

<file path=ppt/slideLayouts/slideLayout5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08">
    <p:bg>
      <p:bgPr>
        <a:solidFill>
          <a:schemeClr val="lt2"/>
        </a:solidFill>
      </p:bgPr>
    </p:bg>
    <p:spTree>
      <p:nvGrpSpPr>
        <p:cNvPr id="1" name=""/>
        <p:cNvGrpSpPr/>
        <p:nvPr/>
      </p:nvGrpSpPr>
      <p:grpSpPr>
        <a:xfrm>
          <a:off x="0" y="0"/>
          <a:ext cx="0" cy="0"/>
          <a:chOff x="0" y="0"/>
          <a:chExt cx="0" cy="0"/>
        </a:xfrm>
      </p:grpSpPr>
      <p:pic>
        <p:nvPicPr>
          <p:cNvPr id="540" name="Optum Logo" descr="Optum"/>
          <p:cNvPicPr/>
          <p:nvPr/>
        </p:nvPicPr>
        <p:blipFill>
          <a:blip r:embed="rId2">
            <a:extLst>
              <a:ext uri="{96DAC541-7B7A-43D3-8B79-37D633B846F1}">
                <asvg:svgBlip xmlns:asvg="http://schemas.microsoft.com/office/drawing/2016/SVG/main" r:embed="rId3"/>
              </a:ext>
            </a:extLst>
          </a:blip>
          <a:stretch/>
        </p:blipFill>
        <p:spPr>
          <a:xfrm>
            <a:off x="461880" y="6343560"/>
            <a:ext cx="772200" cy="223200"/>
          </a:xfrm>
          <a:prstGeom prst="rect">
            <a:avLst/>
          </a:prstGeom>
          <a:noFill/>
          <a:ln w="0">
            <a:noFill/>
          </a:ln>
        </p:spPr>
      </p:pic>
      <p:sp>
        <p:nvSpPr>
          <p:cNvPr id="541" name="Page Number" hidden="1"/>
          <p:cNvSpPr/>
          <p:nvPr/>
        </p:nvSpPr>
        <p:spPr>
          <a:xfrm>
            <a:off x="11576160" y="6394320"/>
            <a:ext cx="156240" cy="15300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08EA649D-44EE-40FE-BE0C-07ACB99DF1CB}" type="slidenum">
              <a:rPr b="1" lang="en-US" sz="1000" strike="noStrike" u="none">
                <a:solidFill>
                  <a:schemeClr val="dk1"/>
                </a:solidFill>
                <a:effectLst/>
                <a:uFillTx/>
                <a:latin typeface="Arial"/>
              </a:rPr>
              <a:t>&lt;number&gt;</a:t>
            </a:fld>
            <a:endParaRPr b="0" lang="en-US" sz="1000" strike="noStrike" u="none">
              <a:solidFill>
                <a:srgbClr val="000000"/>
              </a:solidFill>
              <a:effectLst/>
              <a:uFillTx/>
              <a:latin typeface="Arial"/>
            </a:endParaRPr>
          </a:p>
        </p:txBody>
      </p:sp>
      <p:sp>
        <p:nvSpPr>
          <p:cNvPr id="542" name="Copyright" hidden="1"/>
          <p:cNvSpPr/>
          <p:nvPr/>
        </p:nvSpPr>
        <p:spPr>
          <a:xfrm>
            <a:off x="4699080" y="6431760"/>
            <a:ext cx="2793240" cy="10656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000000"/>
              </a:solidFill>
              <a:effectLst/>
              <a:uFillTx/>
              <a:latin typeface="Arial"/>
            </a:endParaRPr>
          </a:p>
        </p:txBody>
      </p:sp>
      <p:sp>
        <p:nvSpPr>
          <p:cNvPr id="543" name="Dynamic O">
            <a:extLst>
              <a:ext uri="{C183D7F6-B498-43B3-948B-1728B52AA6E4}">
                <adec:decorative xmlns:adec="http://schemas.microsoft.com/office/drawing/2017/decorative" val="1"/>
              </a:ext>
            </a:extLst>
          </p:cNvPr>
          <p:cNvSpPr/>
          <p:nvPr/>
        </p:nvSpPr>
        <p:spPr>
          <a:xfrm>
            <a:off x="9839160" y="4542120"/>
            <a:ext cx="2351880" cy="2315160"/>
          </a:xfrm>
          <a:custGeom>
            <a:avLst/>
            <a:gdLst>
              <a:gd name="textAreaLeft" fmla="*/ 0 w 2351880"/>
              <a:gd name="textAreaRight" fmla="*/ 2352600 w 2351880"/>
              <a:gd name="textAreaTop" fmla="*/ 0 h 2315160"/>
              <a:gd name="textAreaBottom" fmla="*/ 2315880 h 2315160"/>
              <a:gd name="GluePoint1X" fmla="*/ 1920302 w 2352714"/>
              <a:gd name="GluePoint1Y" fmla="*/ 0 h 2315782"/>
              <a:gd name="GluePoint2X" fmla="*/ 2307243 w 2352714"/>
              <a:gd name="GluePoint2Y" fmla="*/ 39023 h 2315782"/>
              <a:gd name="GluePoint3X" fmla="*/ 2352714 w 2352714"/>
              <a:gd name="GluePoint3Y" fmla="*/ 50719 h 2315782"/>
              <a:gd name="GluePoint4X" fmla="*/ 2352714 w 2352714"/>
              <a:gd name="GluePoint4Y" fmla="*/ 1031302 h 2315782"/>
              <a:gd name="GluePoint5X" fmla="*/ 2305633 w 2352714"/>
              <a:gd name="GluePoint5Y" fmla="*/ 1008617 h 2315782"/>
              <a:gd name="GluePoint6X" fmla="*/ 1920302 w 2352714"/>
              <a:gd name="GluePoint6Y" fmla="*/ 930833 h 2315782"/>
              <a:gd name="GluePoint7X" fmla="*/ 930841 w 2352714"/>
              <a:gd name="GluePoint7Y" fmla="*/ 1920285 h 2315782"/>
              <a:gd name="GluePoint8X" fmla="*/ 1008626 w 2352714"/>
              <a:gd name="GluePoint8Y" fmla="*/ 2305613 h 2315782"/>
              <a:gd name="GluePoint9X" fmla="*/ 1013526 w 2352714"/>
              <a:gd name="GluePoint9Y" fmla="*/ 2315782 h 2315782"/>
              <a:gd name="GluePoint10X" fmla="*/ 41225 w 2352714"/>
              <a:gd name="GluePoint10Y" fmla="*/ 2315782 h 2315782"/>
              <a:gd name="GluePoint11X" fmla="*/ 39023 w 2352714"/>
              <a:gd name="GluePoint11Y" fmla="*/ 2307223 h 2315782"/>
              <a:gd name="GluePoint12X" fmla="*/ 0 w 2352714"/>
              <a:gd name="GluePoint12Y" fmla="*/ 1920285 h 2315782"/>
              <a:gd name="GluePoint13X" fmla="*/ 1920302 w 2352714"/>
              <a:gd name="GluePoint13Y" fmla="*/ 0 h 231578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Lst>
            <a:rect l="textAreaLeft" t="textAreaTop" r="textAreaRight" b="textAreaBottom"/>
            <a:pathLst>
              <a:path w="2352714" h="2315782">
                <a:moveTo>
                  <a:pt x="1920302" y="0"/>
                </a:moveTo>
                <a:cubicBezTo>
                  <a:pt x="2052842" y="0"/>
                  <a:pt x="2182252" y="13437"/>
                  <a:pt x="2307243" y="39023"/>
                </a:cubicBezTo>
                <a:lnTo>
                  <a:pt x="2352714" y="50719"/>
                </a:lnTo>
                <a:lnTo>
                  <a:pt x="2352714" y="1031302"/>
                </a:lnTo>
                <a:lnTo>
                  <a:pt x="2305633" y="1008617"/>
                </a:lnTo>
                <a:cubicBezTo>
                  <a:pt x="2187234" y="958533"/>
                  <a:pt x="2057029" y="930833"/>
                  <a:pt x="1920302" y="930833"/>
                </a:cubicBezTo>
                <a:cubicBezTo>
                  <a:pt x="1373393" y="930833"/>
                  <a:pt x="930841" y="1373381"/>
                  <a:pt x="930841" y="1920285"/>
                </a:cubicBezTo>
                <a:cubicBezTo>
                  <a:pt x="930841" y="2057011"/>
                  <a:pt x="958541" y="2187215"/>
                  <a:pt x="1008626" y="2305613"/>
                </a:cubicBezTo>
                <a:lnTo>
                  <a:pt x="1013526" y="2315782"/>
                </a:lnTo>
                <a:lnTo>
                  <a:pt x="41225" y="2315782"/>
                </a:lnTo>
                <a:lnTo>
                  <a:pt x="39023" y="2307223"/>
                </a:lnTo>
                <a:cubicBezTo>
                  <a:pt x="13437" y="2182233"/>
                  <a:pt x="0" y="2052824"/>
                  <a:pt x="0" y="1920285"/>
                </a:cubicBezTo>
                <a:cubicBezTo>
                  <a:pt x="0" y="859973"/>
                  <a:pt x="859981" y="0"/>
                  <a:pt x="1920302" y="0"/>
                </a:cubicBezTo>
                <a:close/>
              </a:path>
            </a:pathLst>
          </a:custGeom>
          <a:solidFill>
            <a:schemeClr val="tx2"/>
          </a:solidFill>
          <a:ln w="3921">
            <a:noFill/>
          </a:ln>
        </p:spPr>
        <p:style>
          <a:lnRef idx="0"/>
          <a:fillRef idx="0"/>
          <a:effectRef idx="0"/>
          <a:fontRef idx="minor"/>
        </p:style>
        <p:txBody>
          <a:bodyPr lIns="90000" rIns="90000" tIns="45000" bIns="45000" anchor="ctr">
            <a:noAutofit/>
          </a:bodyPr>
          <a:p>
            <a:pPr defTabSz="914400">
              <a:lnSpc>
                <a:spcPct val="100000"/>
              </a:lnSpc>
            </a:pPr>
            <a:endParaRPr b="0" lang="en-US" sz="1800" strike="noStrike" u="none">
              <a:solidFill>
                <a:schemeClr val="dk1"/>
              </a:solidFill>
              <a:effectLst/>
              <a:uFillTx/>
              <a:latin typeface="Arial"/>
            </a:endParaRPr>
          </a:p>
        </p:txBody>
      </p:sp>
      <p:sp>
        <p:nvSpPr>
          <p:cNvPr id="544" name="PlaceHolder 1"/>
          <p:cNvSpPr>
            <a:spLocks noGrp="1"/>
          </p:cNvSpPr>
          <p:nvPr>
            <p:ph type="title"/>
          </p:nvPr>
        </p:nvSpPr>
        <p:spPr>
          <a:xfrm>
            <a:off x="1050840" y="2397240"/>
            <a:ext cx="4114080" cy="1495080"/>
          </a:xfrm>
          <a:prstGeom prst="rect">
            <a:avLst/>
          </a:prstGeom>
          <a:noFill/>
          <a:ln w="0">
            <a:noFill/>
          </a:ln>
        </p:spPr>
        <p:txBody>
          <a:bodyPr lIns="0" rIns="0" tIns="0" bIns="0" anchor="ctr">
            <a:noAutofit/>
          </a:bodyPr>
          <a:p>
            <a:pPr indent="0" defTabSz="914400">
              <a:lnSpc>
                <a:spcPct val="90000"/>
              </a:lnSpc>
              <a:buNone/>
              <a:tabLst>
                <a:tab algn="l" pos="0"/>
              </a:tabLst>
            </a:pPr>
            <a:r>
              <a:rPr b="0" lang="en-US" sz="3600" strike="noStrike" u="none">
                <a:solidFill>
                  <a:schemeClr val="dk1"/>
                </a:solidFill>
                <a:effectLst/>
                <a:uFillTx/>
                <a:latin typeface="Georgia Pro"/>
              </a:rPr>
              <a:t>Section title; Georgia Pro 36pt, sentence case</a:t>
            </a:r>
            <a:endParaRPr b="0" lang="en-US" sz="3600" strike="noStrike" u="none">
              <a:solidFill>
                <a:srgbClr val="000000"/>
              </a:solidFill>
              <a:effectLst/>
              <a:uFillTx/>
              <a:latin typeface="Arial"/>
            </a:endParaRPr>
          </a:p>
        </p:txBody>
      </p:sp>
      <p:sp>
        <p:nvSpPr>
          <p:cNvPr id="545" name="PlaceHolder 2"/>
          <p:cNvSpPr>
            <a:spLocks noGrp="1"/>
          </p:cNvSpPr>
          <p:nvPr>
            <p:ph type="body"/>
          </p:nvPr>
        </p:nvSpPr>
        <p:spPr>
          <a:xfrm>
            <a:off x="6020640" y="800280"/>
            <a:ext cx="5257080" cy="5257080"/>
          </a:xfrm>
          <a:prstGeom prst="rect">
            <a:avLst/>
          </a:prstGeom>
          <a:noFill/>
          <a:ln w="0">
            <a:noFill/>
          </a:ln>
        </p:spPr>
        <p:txBody>
          <a:bodyPr lIns="90000" rIns="90000" tIns="45000" bIns="45000" anchor="t">
            <a:noAutofit/>
          </a:bodyPr>
          <a:p>
            <a:pPr indent="0" algn="ctr" defTabSz="914400">
              <a:lnSpc>
                <a:spcPct val="100000"/>
              </a:lnSpc>
              <a:buNone/>
              <a:tabLst>
                <a:tab algn="l" pos="0"/>
              </a:tabLst>
            </a:pPr>
            <a:br>
              <a:rPr sz="1400"/>
            </a:br>
            <a:r>
              <a:rPr b="0" lang="en-US" sz="1400" strike="noStrike" u="none">
                <a:solidFill>
                  <a:schemeClr val="dk1"/>
                </a:solidFill>
                <a:effectLst/>
                <a:uFillTx/>
                <a:latin typeface="Arial"/>
              </a:rPr>
              <a:t>Photography should be inserted into this placeholder with unchanged dimensions (5.75” H x 5.75” W). </a:t>
            </a:r>
            <a:br>
              <a:rPr sz="1400"/>
            </a:br>
            <a:br>
              <a:rPr sz="1400"/>
            </a:br>
            <a:r>
              <a:rPr b="0" lang="en-US" sz="1400" strike="noStrike" u="none">
                <a:solidFill>
                  <a:schemeClr val="dk1"/>
                </a:solidFill>
                <a:effectLst/>
                <a:uFillTx/>
                <a:latin typeface="Arial"/>
              </a:rPr>
              <a:t>To access brand approved photography, visit: brand.optum.com/content/photography-new.</a:t>
            </a:r>
            <a:br>
              <a:rPr sz="1400"/>
            </a:br>
            <a:br>
              <a:rPr sz="1400"/>
            </a:br>
            <a:br>
              <a:rPr sz="1400"/>
            </a:br>
            <a:r>
              <a:rPr b="0" lang="en-US" sz="1400" strike="noStrike" u="none">
                <a:solidFill>
                  <a:schemeClr val="dk1"/>
                </a:solidFill>
                <a:effectLst/>
                <a:uFillTx/>
                <a:latin typeface="Arial"/>
              </a:rPr>
              <a:t>DO NOT use Copilot inserted imagery.</a:t>
            </a:r>
            <a:endParaRPr b="0" lang="en-US" sz="1400" strike="noStrike" u="none">
              <a:solidFill>
                <a:srgbClr val="000000"/>
              </a:solidFill>
              <a:effectLst/>
              <a:uFillTx/>
              <a:latin typeface="Arial"/>
            </a:endParaRPr>
          </a:p>
          <a:p>
            <a:pPr indent="0" algn="ctr" defTabSz="914400">
              <a:lnSpc>
                <a:spcPct val="100000"/>
              </a:lnSpc>
              <a:buNone/>
              <a:tabLst>
                <a:tab algn="l" pos="0"/>
              </a:tabLst>
            </a:pPr>
            <a:endParaRPr b="0" lang="en-US" sz="1400" strike="noStrike" u="none">
              <a:solidFill>
                <a:srgbClr val="000000"/>
              </a:solidFill>
              <a:effectLst/>
              <a:uFillTx/>
              <a:latin typeface="Arial"/>
            </a:endParaRPr>
          </a:p>
          <a:p>
            <a:pPr indent="0" algn="ctr" defTabSz="914400">
              <a:lnSpc>
                <a:spcPct val="100000"/>
              </a:lnSpc>
              <a:buNone/>
              <a:tabLst>
                <a:tab algn="l" pos="0"/>
              </a:tabLst>
            </a:pPr>
            <a:endParaRPr b="0" lang="en-US" sz="1400" strike="noStrike" u="none">
              <a:solidFill>
                <a:srgbClr val="000000"/>
              </a:solidFill>
              <a:effectLst/>
              <a:uFillTx/>
              <a:latin typeface="Arial"/>
            </a:endParaRPr>
          </a:p>
        </p:txBody>
      </p:sp>
      <p:pic>
        <p:nvPicPr>
          <p:cNvPr id="546" name="Optum Logo" descr="Optum"/>
          <p:cNvPicPr/>
          <p:nvPr/>
        </p:nvPicPr>
        <p:blipFill>
          <a:blip r:embed="rId4">
            <a:extLst>
              <a:ext uri="{96DAC541-7B7A-43D3-8B79-37D633B846F1}">
                <asvg:svgBlip xmlns:asvg="http://schemas.microsoft.com/office/drawing/2016/SVG/main" r:embed="rId5"/>
              </a:ext>
            </a:extLst>
          </a:blip>
          <a:stretch/>
        </p:blipFill>
        <p:spPr>
          <a:xfrm>
            <a:off x="461880" y="6343560"/>
            <a:ext cx="772200" cy="223200"/>
          </a:xfrm>
          <a:prstGeom prst="rect">
            <a:avLst/>
          </a:prstGeom>
          <a:noFill/>
          <a:ln w="0">
            <a:noFill/>
          </a:ln>
        </p:spPr>
      </p:pic>
      <p:sp>
        <p:nvSpPr>
          <p:cNvPr id="547" name="PlaceHolder 3"/>
          <p:cNvSpPr>
            <a:spLocks noGrp="1"/>
          </p:cNvSpPr>
          <p:nvPr>
            <p:ph type="dt" idx="121"/>
          </p:nvPr>
        </p:nvSpPr>
        <p:spPr>
          <a:xfrm>
            <a:off x="0" y="7170840"/>
            <a:ext cx="9136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r>
              <a:rPr b="0" lang="en-US" sz="200" strike="noStrike" u="none">
                <a:solidFill>
                  <a:schemeClr val="dk1"/>
                </a:solidFill>
                <a:effectLst/>
                <a:uFillTx/>
                <a:latin typeface="Arial"/>
              </a:rPr>
              <a:t>&lt;date/time&gt;</a:t>
            </a:r>
            <a:endParaRPr b="0" lang="en-US" sz="200" strike="noStrike" u="none">
              <a:solidFill>
                <a:srgbClr val="000000"/>
              </a:solidFill>
              <a:effectLst/>
              <a:uFillTx/>
              <a:latin typeface="Times New Roman"/>
            </a:endParaRPr>
          </a:p>
        </p:txBody>
      </p:sp>
      <p:sp>
        <p:nvSpPr>
          <p:cNvPr id="548" name="PlaceHolder 4"/>
          <p:cNvSpPr>
            <a:spLocks noGrp="1"/>
          </p:cNvSpPr>
          <p:nvPr>
            <p:ph type="ftr" idx="122"/>
          </p:nvPr>
        </p:nvSpPr>
        <p:spPr>
          <a:xfrm>
            <a:off x="0" y="7120440"/>
            <a:ext cx="11548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r>
              <a:rPr b="0" lang="en-US" sz="200" strike="noStrike" u="none">
                <a:solidFill>
                  <a:schemeClr val="dk1"/>
                </a:solidFill>
                <a:effectLst/>
                <a:uFillTx/>
                <a:latin typeface="Arial"/>
              </a:rPr>
              <a:t>&lt;footer&gt;</a:t>
            </a:r>
            <a:endParaRPr b="0" lang="en-US" sz="200" strike="noStrike" u="none">
              <a:solidFill>
                <a:srgbClr val="000000"/>
              </a:solidFill>
              <a:effectLst/>
              <a:uFillTx/>
              <a:latin typeface="Times New Roman"/>
            </a:endParaRPr>
          </a:p>
        </p:txBody>
      </p:sp>
      <p:sp>
        <p:nvSpPr>
          <p:cNvPr id="549" name="PlaceHolder 5"/>
          <p:cNvSpPr>
            <a:spLocks noGrp="1"/>
          </p:cNvSpPr>
          <p:nvPr>
            <p:ph type="sldNum" idx="123"/>
          </p:nvPr>
        </p:nvSpPr>
        <p:spPr>
          <a:xfrm>
            <a:off x="0" y="7221600"/>
            <a:ext cx="9136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fld id="{B15B748E-6FF2-46D2-8595-BF10EB00EF8E}" type="slidenum">
              <a:rPr b="0" lang="en-US" sz="200" strike="noStrike" u="none">
                <a:solidFill>
                  <a:schemeClr val="dk1"/>
                </a:solidFill>
                <a:effectLst/>
                <a:uFillTx/>
                <a:latin typeface="Arial"/>
              </a:rPr>
              <a:t>&lt;number&gt;</a:t>
            </a:fld>
            <a:endParaRPr b="0" lang="en-US" sz="200" strike="noStrike" u="none">
              <a:solidFill>
                <a:srgbClr val="000000"/>
              </a:solidFill>
              <a:effectLst/>
              <a:uFillTx/>
              <a:latin typeface="Times New Roman"/>
            </a:endParaRPr>
          </a:p>
        </p:txBody>
      </p:sp>
    </p:spTree>
  </p:cSld>
</p:sldLayout>
</file>

<file path=ppt/slideLayouts/slideLayout5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09">
    <p:bg>
      <p:bgPr>
        <a:solidFill>
          <a:schemeClr val="lt2"/>
        </a:solidFill>
      </p:bgPr>
    </p:bg>
    <p:spTree>
      <p:nvGrpSpPr>
        <p:cNvPr id="1" name=""/>
        <p:cNvGrpSpPr/>
        <p:nvPr/>
      </p:nvGrpSpPr>
      <p:grpSpPr>
        <a:xfrm>
          <a:off x="0" y="0"/>
          <a:ext cx="0" cy="0"/>
          <a:chOff x="0" y="0"/>
          <a:chExt cx="0" cy="0"/>
        </a:xfrm>
      </p:grpSpPr>
      <p:pic>
        <p:nvPicPr>
          <p:cNvPr id="550" name="Optum Logo" descr="Optum"/>
          <p:cNvPicPr/>
          <p:nvPr/>
        </p:nvPicPr>
        <p:blipFill>
          <a:blip r:embed="rId2">
            <a:extLst>
              <a:ext uri="{96DAC541-7B7A-43D3-8B79-37D633B846F1}">
                <asvg:svgBlip xmlns:asvg="http://schemas.microsoft.com/office/drawing/2016/SVG/main" r:embed="rId3"/>
              </a:ext>
            </a:extLst>
          </a:blip>
          <a:stretch/>
        </p:blipFill>
        <p:spPr>
          <a:xfrm>
            <a:off x="461880" y="6343560"/>
            <a:ext cx="772200" cy="223200"/>
          </a:xfrm>
          <a:prstGeom prst="rect">
            <a:avLst/>
          </a:prstGeom>
          <a:noFill/>
          <a:ln w="0">
            <a:noFill/>
          </a:ln>
        </p:spPr>
      </p:pic>
      <p:sp>
        <p:nvSpPr>
          <p:cNvPr id="551" name="Page Number" hidden="1"/>
          <p:cNvSpPr/>
          <p:nvPr/>
        </p:nvSpPr>
        <p:spPr>
          <a:xfrm>
            <a:off x="11576160" y="6394320"/>
            <a:ext cx="156240" cy="153000"/>
          </a:xfrm>
          <a:prstGeom prst="rect">
            <a:avLst/>
          </a:prstGeom>
          <a:noFill/>
          <a:ln w="0">
            <a:noFill/>
          </a:ln>
        </p:spPr>
        <p:style>
          <a:lnRef idx="0"/>
          <a:fillRef idx="0"/>
          <a:effectRef idx="0"/>
          <a:fontRef idx="minor"/>
        </p:style>
        <p:txBody>
          <a:bodyPr wrap="none" lIns="0" rIns="0" tIns="0" bIns="0" anchor="t" anchorCtr="1">
            <a:spAutoFit/>
          </a:bodyPr>
          <a:p>
            <a:pPr algn="r" defTabSz="914400">
              <a:lnSpc>
                <a:spcPct val="100000"/>
              </a:lnSpc>
            </a:pPr>
            <a:fld id="{F7EFB76E-1B34-4CA3-B79B-93F592DCD57A}" type="slidenum">
              <a:rPr b="1" lang="en-US" sz="1000" strike="noStrike" u="none">
                <a:solidFill>
                  <a:schemeClr val="dk1"/>
                </a:solidFill>
                <a:effectLst/>
                <a:uFillTx/>
                <a:latin typeface="Arial"/>
              </a:rPr>
              <a:t>&lt;number&gt;</a:t>
            </a:fld>
            <a:endParaRPr b="0" lang="en-US" sz="1000" strike="noStrike" u="none">
              <a:solidFill>
                <a:srgbClr val="000000"/>
              </a:solidFill>
              <a:effectLst/>
              <a:uFillTx/>
              <a:latin typeface="Arial"/>
            </a:endParaRPr>
          </a:p>
        </p:txBody>
      </p:sp>
      <p:sp>
        <p:nvSpPr>
          <p:cNvPr id="552" name="Copyright" hidden="1"/>
          <p:cNvSpPr/>
          <p:nvPr/>
        </p:nvSpPr>
        <p:spPr>
          <a:xfrm>
            <a:off x="4699080" y="6431760"/>
            <a:ext cx="2793240" cy="106560"/>
          </a:xfrm>
          <a:prstGeom prst="rect">
            <a:avLst/>
          </a:prstGeom>
          <a:noFill/>
          <a:ln w="0">
            <a:noFill/>
          </a:ln>
        </p:spPr>
        <p:style>
          <a:lnRef idx="0"/>
          <a:fillRef idx="0"/>
          <a:effectRef idx="0"/>
          <a:fontRef idx="minor"/>
        </p:style>
        <p:txBody>
          <a:bodyPr lIns="0" rIns="0" tIns="0" bIns="0" anchor="t">
            <a:spAutoFit/>
          </a:bodyPr>
          <a:p>
            <a:pPr algn="ctr" defTabSz="914400">
              <a:lnSpc>
                <a:spcPct val="100000"/>
              </a:lnSpc>
            </a:pPr>
            <a:r>
              <a:rPr b="0" lang="en-US" sz="700" strike="noStrike" u="none">
                <a:solidFill>
                  <a:schemeClr val="dk1"/>
                </a:solidFill>
                <a:effectLst/>
                <a:uFillTx/>
                <a:latin typeface="Arial"/>
              </a:rPr>
              <a:t>© 2026 Optum, Inc. All rights reserved.</a:t>
            </a:r>
            <a:endParaRPr b="0" lang="en-US" sz="700" strike="noStrike" u="none">
              <a:solidFill>
                <a:srgbClr val="000000"/>
              </a:solidFill>
              <a:effectLst/>
              <a:uFillTx/>
              <a:latin typeface="Arial"/>
            </a:endParaRPr>
          </a:p>
        </p:txBody>
      </p:sp>
      <p:sp>
        <p:nvSpPr>
          <p:cNvPr id="553" name="Dynamic O">
            <a:extLst>
              <a:ext uri="{C183D7F6-B498-43B3-948B-1728B52AA6E4}">
                <adec:decorative xmlns:adec="http://schemas.microsoft.com/office/drawing/2017/decorative" val="1"/>
              </a:ext>
            </a:extLst>
          </p:cNvPr>
          <p:cNvSpPr/>
          <p:nvPr/>
        </p:nvSpPr>
        <p:spPr>
          <a:xfrm>
            <a:off x="0" y="0"/>
            <a:ext cx="1929960" cy="2000880"/>
          </a:xfrm>
          <a:custGeom>
            <a:avLst/>
            <a:gdLst>
              <a:gd name="textAreaLeft" fmla="*/ 0 w 1929960"/>
              <a:gd name="textAreaRight" fmla="*/ 1930680 w 1929960"/>
              <a:gd name="textAreaTop" fmla="*/ 0 h 2000880"/>
              <a:gd name="textAreaBottom" fmla="*/ 2001600 h 2000880"/>
              <a:gd name="GluePoint1X" fmla="*/ 997352 w 1930778"/>
              <a:gd name="GluePoint1Y" fmla="*/ 0 h 2001453"/>
              <a:gd name="GluePoint2X" fmla="*/ 1926502 w 1930778"/>
              <a:gd name="GluePoint2Y" fmla="*/ 0 h 2001453"/>
              <a:gd name="GluePoint3X" fmla="*/ 1930778 w 1930778"/>
              <a:gd name="GluePoint3Y" fmla="*/ 84635 h 2001453"/>
              <a:gd name="GluePoint4X" fmla="*/ 13954 w 1930778"/>
              <a:gd name="GluePoint4Y" fmla="*/ 2001453 h 2001453"/>
              <a:gd name="GluePoint5X" fmla="*/ 0 w 1930778"/>
              <a:gd name="GluePoint5Y" fmla="*/ 2000748 h 2001453"/>
              <a:gd name="GluePoint6X" fmla="*/ 0 w 1930778"/>
              <a:gd name="GluePoint6Y" fmla="*/ 1071597 h 2001453"/>
              <a:gd name="GluePoint7X" fmla="*/ 13954 w 1930778"/>
              <a:gd name="GluePoint7Y" fmla="*/ 1072301 h 2001453"/>
              <a:gd name="GluePoint8X" fmla="*/ 1001623 w 1930778"/>
              <a:gd name="GluePoint8Y" fmla="*/ 84635 h 200145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930778" h="2001453">
                <a:moveTo>
                  <a:pt x="997352" y="0"/>
                </a:moveTo>
                <a:lnTo>
                  <a:pt x="1926502" y="0"/>
                </a:lnTo>
                <a:lnTo>
                  <a:pt x="1930778" y="84635"/>
                </a:lnTo>
                <a:cubicBezTo>
                  <a:pt x="1930778" y="1143032"/>
                  <a:pt x="1072355" y="2001453"/>
                  <a:pt x="13954" y="2001453"/>
                </a:cubicBezTo>
                <a:lnTo>
                  <a:pt x="0" y="2000748"/>
                </a:lnTo>
                <a:lnTo>
                  <a:pt x="0" y="1071597"/>
                </a:lnTo>
                <a:lnTo>
                  <a:pt x="13954" y="1072301"/>
                </a:lnTo>
                <a:cubicBezTo>
                  <a:pt x="559873" y="1072301"/>
                  <a:pt x="1001623" y="629909"/>
                  <a:pt x="1001623" y="84635"/>
                </a:cubicBezTo>
                <a:close/>
              </a:path>
            </a:pathLst>
          </a:custGeom>
          <a:solidFill>
            <a:schemeClr val="tx2"/>
          </a:solidFill>
          <a:ln w="3207">
            <a:noFill/>
          </a:ln>
        </p:spPr>
        <p:style>
          <a:lnRef idx="0"/>
          <a:fillRef idx="0"/>
          <a:effectRef idx="0"/>
          <a:fontRef idx="minor"/>
        </p:style>
        <p:txBody>
          <a:bodyPr lIns="90000" rIns="90000" tIns="45000" bIns="45000" anchor="ctr">
            <a:noAutofit/>
          </a:bodyPr>
          <a:p>
            <a:pPr defTabSz="914400">
              <a:lnSpc>
                <a:spcPct val="100000"/>
              </a:lnSpc>
            </a:pPr>
            <a:endParaRPr b="0" lang="en-US" sz="1800" strike="noStrike" u="none">
              <a:solidFill>
                <a:schemeClr val="dk1"/>
              </a:solidFill>
              <a:effectLst/>
              <a:uFillTx/>
              <a:latin typeface="Arial"/>
            </a:endParaRPr>
          </a:p>
        </p:txBody>
      </p:sp>
      <p:sp>
        <p:nvSpPr>
          <p:cNvPr id="554" name="PlaceHolder 1"/>
          <p:cNvSpPr>
            <a:spLocks noGrp="1"/>
          </p:cNvSpPr>
          <p:nvPr>
            <p:ph type="title"/>
          </p:nvPr>
        </p:nvSpPr>
        <p:spPr>
          <a:xfrm>
            <a:off x="6865920" y="2397240"/>
            <a:ext cx="4114080" cy="1495080"/>
          </a:xfrm>
          <a:prstGeom prst="rect">
            <a:avLst/>
          </a:prstGeom>
          <a:noFill/>
          <a:ln w="0">
            <a:noFill/>
          </a:ln>
        </p:spPr>
        <p:txBody>
          <a:bodyPr lIns="0" rIns="0" tIns="0" bIns="0" anchor="ctr">
            <a:noAutofit/>
          </a:bodyPr>
          <a:p>
            <a:pPr indent="0" defTabSz="914400">
              <a:lnSpc>
                <a:spcPct val="90000"/>
              </a:lnSpc>
              <a:buNone/>
              <a:tabLst>
                <a:tab algn="l" pos="0"/>
              </a:tabLst>
            </a:pPr>
            <a:r>
              <a:rPr b="0" lang="en-US" sz="3600" strike="noStrike" u="none">
                <a:solidFill>
                  <a:schemeClr val="dk1"/>
                </a:solidFill>
                <a:effectLst/>
                <a:uFillTx/>
                <a:latin typeface="Georgia Pro"/>
              </a:rPr>
              <a:t>Section title; Georgia Pro 36pt, sentence case</a:t>
            </a:r>
            <a:endParaRPr b="0" lang="en-US" sz="3600" strike="noStrike" u="none">
              <a:solidFill>
                <a:srgbClr val="000000"/>
              </a:solidFill>
              <a:effectLst/>
              <a:uFillTx/>
              <a:latin typeface="Arial"/>
            </a:endParaRPr>
          </a:p>
        </p:txBody>
      </p:sp>
      <p:sp>
        <p:nvSpPr>
          <p:cNvPr id="555" name="PlaceHolder 2"/>
          <p:cNvSpPr>
            <a:spLocks noGrp="1"/>
          </p:cNvSpPr>
          <p:nvPr>
            <p:ph type="body"/>
          </p:nvPr>
        </p:nvSpPr>
        <p:spPr>
          <a:xfrm>
            <a:off x="906120" y="800280"/>
            <a:ext cx="5257080" cy="5257080"/>
          </a:xfrm>
          <a:prstGeom prst="rect">
            <a:avLst/>
          </a:prstGeom>
          <a:noFill/>
          <a:ln w="0">
            <a:noFill/>
          </a:ln>
        </p:spPr>
        <p:txBody>
          <a:bodyPr lIns="0" rIns="0" tIns="45000" bIns="45000" anchor="t">
            <a:noAutofit/>
          </a:bodyPr>
          <a:p>
            <a:pPr indent="0" algn="ctr" defTabSz="914400">
              <a:lnSpc>
                <a:spcPct val="100000"/>
              </a:lnSpc>
              <a:buNone/>
              <a:tabLst>
                <a:tab algn="l" pos="0"/>
              </a:tabLst>
            </a:pPr>
            <a:br>
              <a:rPr sz="1400"/>
            </a:br>
            <a:br>
              <a:rPr sz="1400"/>
            </a:br>
            <a:br>
              <a:rPr sz="1400"/>
            </a:br>
            <a:r>
              <a:rPr b="0" lang="en-US" sz="1400" strike="noStrike" u="none">
                <a:solidFill>
                  <a:schemeClr val="dk1"/>
                </a:solidFill>
                <a:effectLst/>
                <a:uFillTx/>
                <a:latin typeface="Arial"/>
              </a:rPr>
              <a:t>Photography should be inserted into this placeholder with unchanged dimensions (5.75” H x 5.75” W). </a:t>
            </a:r>
            <a:br>
              <a:rPr sz="1400"/>
            </a:br>
            <a:br>
              <a:rPr sz="1400"/>
            </a:br>
            <a:r>
              <a:rPr b="0" lang="en-US" sz="1400" strike="noStrike" u="none">
                <a:solidFill>
                  <a:schemeClr val="dk1"/>
                </a:solidFill>
                <a:effectLst/>
                <a:uFillTx/>
                <a:latin typeface="Arial"/>
              </a:rPr>
              <a:t>To access brand approved photography, visit: brand.optum.com/content/photography-new.</a:t>
            </a:r>
            <a:br>
              <a:rPr sz="1400"/>
            </a:br>
            <a:br>
              <a:rPr sz="1400"/>
            </a:br>
            <a:br>
              <a:rPr sz="1400"/>
            </a:br>
            <a:br>
              <a:rPr sz="1400"/>
            </a:br>
            <a:r>
              <a:rPr b="0" lang="en-US" sz="1400" strike="noStrike" u="none">
                <a:solidFill>
                  <a:schemeClr val="dk1"/>
                </a:solidFill>
                <a:effectLst/>
                <a:uFillTx/>
                <a:latin typeface="Arial"/>
              </a:rPr>
              <a:t>DO NOT use Copilot inserted imagery.</a:t>
            </a:r>
            <a:endParaRPr b="0" lang="en-US" sz="1400" strike="noStrike" u="none">
              <a:solidFill>
                <a:srgbClr val="000000"/>
              </a:solidFill>
              <a:effectLst/>
              <a:uFillTx/>
              <a:latin typeface="Arial"/>
            </a:endParaRPr>
          </a:p>
          <a:p>
            <a:pPr indent="0" algn="ctr" defTabSz="914400">
              <a:lnSpc>
                <a:spcPct val="100000"/>
              </a:lnSpc>
              <a:buNone/>
              <a:tabLst>
                <a:tab algn="l" pos="0"/>
              </a:tabLst>
            </a:pPr>
            <a:endParaRPr b="0" lang="en-US" sz="1400" strike="noStrike" u="none">
              <a:solidFill>
                <a:srgbClr val="000000"/>
              </a:solidFill>
              <a:effectLst/>
              <a:uFillTx/>
              <a:latin typeface="Arial"/>
            </a:endParaRPr>
          </a:p>
          <a:p>
            <a:pPr indent="0" algn="ctr" defTabSz="914400">
              <a:lnSpc>
                <a:spcPct val="100000"/>
              </a:lnSpc>
              <a:buNone/>
              <a:tabLst>
                <a:tab algn="l" pos="0"/>
              </a:tabLst>
            </a:pPr>
            <a:endParaRPr b="0" lang="en-US" sz="1400" strike="noStrike" u="none">
              <a:solidFill>
                <a:srgbClr val="000000"/>
              </a:solidFill>
              <a:effectLst/>
              <a:uFillTx/>
              <a:latin typeface="Arial"/>
            </a:endParaRPr>
          </a:p>
        </p:txBody>
      </p:sp>
      <p:pic>
        <p:nvPicPr>
          <p:cNvPr id="556" name="Optum Logo" descr="Optum"/>
          <p:cNvPicPr/>
          <p:nvPr/>
        </p:nvPicPr>
        <p:blipFill>
          <a:blip r:embed="rId4">
            <a:extLst>
              <a:ext uri="{96DAC541-7B7A-43D3-8B79-37D633B846F1}">
                <asvg:svgBlip xmlns:asvg="http://schemas.microsoft.com/office/drawing/2016/SVG/main" r:embed="rId5"/>
              </a:ext>
            </a:extLst>
          </a:blip>
          <a:stretch/>
        </p:blipFill>
        <p:spPr>
          <a:xfrm>
            <a:off x="461880" y="6343560"/>
            <a:ext cx="772200" cy="223200"/>
          </a:xfrm>
          <a:prstGeom prst="rect">
            <a:avLst/>
          </a:prstGeom>
          <a:noFill/>
          <a:ln w="0">
            <a:noFill/>
          </a:ln>
        </p:spPr>
      </p:pic>
      <p:sp>
        <p:nvSpPr>
          <p:cNvPr id="557" name="PlaceHolder 3"/>
          <p:cNvSpPr>
            <a:spLocks noGrp="1"/>
          </p:cNvSpPr>
          <p:nvPr>
            <p:ph type="dt" idx="124"/>
          </p:nvPr>
        </p:nvSpPr>
        <p:spPr>
          <a:xfrm>
            <a:off x="0" y="7170840"/>
            <a:ext cx="9136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r>
              <a:rPr b="0" lang="en-US" sz="200" strike="noStrike" u="none">
                <a:solidFill>
                  <a:schemeClr val="dk1"/>
                </a:solidFill>
                <a:effectLst/>
                <a:uFillTx/>
                <a:latin typeface="Arial"/>
              </a:rPr>
              <a:t>&lt;date/time&gt;</a:t>
            </a:r>
            <a:endParaRPr b="0" lang="en-US" sz="200" strike="noStrike" u="none">
              <a:solidFill>
                <a:srgbClr val="000000"/>
              </a:solidFill>
              <a:effectLst/>
              <a:uFillTx/>
              <a:latin typeface="Times New Roman"/>
            </a:endParaRPr>
          </a:p>
        </p:txBody>
      </p:sp>
      <p:sp>
        <p:nvSpPr>
          <p:cNvPr id="558" name="PlaceHolder 4"/>
          <p:cNvSpPr>
            <a:spLocks noGrp="1"/>
          </p:cNvSpPr>
          <p:nvPr>
            <p:ph type="ftr" idx="125"/>
          </p:nvPr>
        </p:nvSpPr>
        <p:spPr>
          <a:xfrm>
            <a:off x="0" y="7120440"/>
            <a:ext cx="11548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r>
              <a:rPr b="0" lang="en-US" sz="200" strike="noStrike" u="none">
                <a:solidFill>
                  <a:schemeClr val="dk1"/>
                </a:solidFill>
                <a:effectLst/>
                <a:uFillTx/>
                <a:latin typeface="Arial"/>
              </a:rPr>
              <a:t>&lt;footer&gt;</a:t>
            </a:r>
            <a:endParaRPr b="0" lang="en-US" sz="200" strike="noStrike" u="none">
              <a:solidFill>
                <a:srgbClr val="000000"/>
              </a:solidFill>
              <a:effectLst/>
              <a:uFillTx/>
              <a:latin typeface="Times New Roman"/>
            </a:endParaRPr>
          </a:p>
        </p:txBody>
      </p:sp>
      <p:sp>
        <p:nvSpPr>
          <p:cNvPr id="559" name="PlaceHolder 5"/>
          <p:cNvSpPr>
            <a:spLocks noGrp="1"/>
          </p:cNvSpPr>
          <p:nvPr>
            <p:ph type="sldNum" idx="126"/>
          </p:nvPr>
        </p:nvSpPr>
        <p:spPr>
          <a:xfrm>
            <a:off x="0" y="7221600"/>
            <a:ext cx="913680" cy="29880"/>
          </a:xfrm>
          <a:prstGeom prst="rect">
            <a:avLst/>
          </a:prstGeom>
          <a:noFill/>
          <a:ln w="0">
            <a:noFill/>
          </a:ln>
        </p:spPr>
        <p:txBody>
          <a:bodyPr lIns="0" rIns="0" tIns="0" bIns="0" anchor="ctr">
            <a:noAutofit/>
          </a:bodyPr>
          <a:lstStyle>
            <a:lvl1pPr indent="0" defTabSz="914400">
              <a:lnSpc>
                <a:spcPct val="100000"/>
              </a:lnSpc>
              <a:buNone/>
              <a:tabLst>
                <a:tab algn="l" pos="0"/>
              </a:tabLst>
              <a:defRPr b="0" lang="en-US" sz="200" strike="noStrike" u="none">
                <a:solidFill>
                  <a:schemeClr val="dk1"/>
                </a:solidFill>
                <a:effectLst/>
                <a:uFillTx/>
                <a:latin typeface="Arial"/>
              </a:defRPr>
            </a:lvl1pPr>
          </a:lstStyle>
          <a:p>
            <a:pPr indent="0" defTabSz="914400">
              <a:lnSpc>
                <a:spcPct val="100000"/>
              </a:lnSpc>
              <a:buNone/>
              <a:tabLst>
                <a:tab algn="l" pos="0"/>
              </a:tabLst>
            </a:pPr>
            <a:fld id="{C43913B7-CFAA-40EB-830B-14A35C24DD8F}" type="slidenum">
              <a:rPr b="0" lang="en-US" sz="200" strike="noStrike" u="none">
                <a:solidFill>
                  <a:schemeClr val="dk1"/>
                </a:solidFill>
                <a:effectLst/>
                <a:uFillTx/>
                <a:latin typeface="Arial"/>
              </a:rPr>
              <a:t>&lt;number&gt;</a:t>
            </a:fld>
            <a:endParaRPr b="0" lang="en-US" sz="200" strike="noStrike" u="none">
              <a:solidFill>
                <a:srgbClr val="000000"/>
              </a:solidFill>
              <a:effectLst/>
              <a:uFillTx/>
              <a:latin typeface="Times New Roman"/>
            </a:endParaRPr>
          </a:p>
        </p:txBody>
      </p:sp>
    </p:spTree>
  </p:cSld>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 Id="rId20" Type="http://schemas.openxmlformats.org/officeDocument/2006/relationships/slideLayout" Target="../slideLayouts/slideLayout19.xml"/><Relationship Id="rId21" Type="http://schemas.openxmlformats.org/officeDocument/2006/relationships/slideLayout" Target="../slideLayouts/slideLayout20.xml"/><Relationship Id="rId22" Type="http://schemas.openxmlformats.org/officeDocument/2006/relationships/slideLayout" Target="../slideLayouts/slideLayout21.xml"/><Relationship Id="rId23" Type="http://schemas.openxmlformats.org/officeDocument/2006/relationships/slideLayout" Target="../slideLayouts/slideLayout22.xml"/><Relationship Id="rId24" Type="http://schemas.openxmlformats.org/officeDocument/2006/relationships/slideLayout" Target="../slideLayouts/slideLayout23.xml"/><Relationship Id="rId25" Type="http://schemas.openxmlformats.org/officeDocument/2006/relationships/slideLayout" Target="../slideLayouts/slideLayout24.xml"/><Relationship Id="rId26" Type="http://schemas.openxmlformats.org/officeDocument/2006/relationships/slideLayout" Target="../slideLayouts/slideLayout25.xml"/><Relationship Id="rId27" Type="http://schemas.openxmlformats.org/officeDocument/2006/relationships/slideLayout" Target="../slideLayouts/slideLayout26.xml"/><Relationship Id="rId28" Type="http://schemas.openxmlformats.org/officeDocument/2006/relationships/slideLayout" Target="../slideLayouts/slideLayout27.xml"/><Relationship Id="rId29" Type="http://schemas.openxmlformats.org/officeDocument/2006/relationships/slideLayout" Target="../slideLayouts/slideLayout28.xml"/><Relationship Id="rId30" Type="http://schemas.openxmlformats.org/officeDocument/2006/relationships/slideLayout" Target="../slideLayouts/slideLayout29.xml"/><Relationship Id="rId31" Type="http://schemas.openxmlformats.org/officeDocument/2006/relationships/slideLayout" Target="../slideLayouts/slideLayout30.xml"/><Relationship Id="rId32" Type="http://schemas.openxmlformats.org/officeDocument/2006/relationships/slideLayout" Target="../slideLayouts/slideLayout31.xml"/><Relationship Id="rId33" Type="http://schemas.openxmlformats.org/officeDocument/2006/relationships/slideLayout" Target="../slideLayouts/slideLayout32.xml"/><Relationship Id="rId34" Type="http://schemas.openxmlformats.org/officeDocument/2006/relationships/slideLayout" Target="../slideLayouts/slideLayout33.xml"/><Relationship Id="rId35" Type="http://schemas.openxmlformats.org/officeDocument/2006/relationships/slideLayout" Target="../slideLayouts/slideLayout34.xml"/><Relationship Id="rId36" Type="http://schemas.openxmlformats.org/officeDocument/2006/relationships/slideLayout" Target="../slideLayouts/slideLayout35.xml"/><Relationship Id="rId37" Type="http://schemas.openxmlformats.org/officeDocument/2006/relationships/slideLayout" Target="../slideLayouts/slideLayout36.xml"/><Relationship Id="rId38" Type="http://schemas.openxmlformats.org/officeDocument/2006/relationships/slideLayout" Target="../slideLayouts/slideLayout37.xml"/><Relationship Id="rId39" Type="http://schemas.openxmlformats.org/officeDocument/2006/relationships/slideLayout" Target="../slideLayouts/slideLayout38.xml"/><Relationship Id="rId40" Type="http://schemas.openxmlformats.org/officeDocument/2006/relationships/slideLayout" Target="../slideLayouts/slideLayout39.xml"/><Relationship Id="rId41" Type="http://schemas.openxmlformats.org/officeDocument/2006/relationships/slideLayout" Target="../slideLayouts/slideLayout40.xml"/><Relationship Id="rId42" Type="http://schemas.openxmlformats.org/officeDocument/2006/relationships/slideLayout" Target="../slideLayouts/slideLayout41.xml"/><Relationship Id="rId43" Type="http://schemas.openxmlformats.org/officeDocument/2006/relationships/slideLayout" Target="../slideLayouts/slideLayout42.xml"/><Relationship Id="rId44" Type="http://schemas.openxmlformats.org/officeDocument/2006/relationships/slideLayout" Target="../slideLayouts/slideLayout43.xml"/><Relationship Id="rId45" Type="http://schemas.openxmlformats.org/officeDocument/2006/relationships/slideLayout" Target="../slideLayouts/slideLayout44.xml"/><Relationship Id="rId46" Type="http://schemas.openxmlformats.org/officeDocument/2006/relationships/slideLayout" Target="../slideLayouts/slideLayout45.xml"/><Relationship Id="rId47" Type="http://schemas.openxmlformats.org/officeDocument/2006/relationships/slideLayout" Target="../slideLayouts/slideLayout46.xml"/><Relationship Id="rId48" Type="http://schemas.openxmlformats.org/officeDocument/2006/relationships/slideLayout" Target="../slideLayouts/slideLayout47.xml"/><Relationship Id="rId49" Type="http://schemas.openxmlformats.org/officeDocument/2006/relationships/slideLayout" Target="../slideLayouts/slideLayout48.xml"/><Relationship Id="rId50" Type="http://schemas.openxmlformats.org/officeDocument/2006/relationships/slideLayout" Target="../slideLayouts/slideLayout49.xml"/><Relationship Id="rId51" Type="http://schemas.openxmlformats.org/officeDocument/2006/relationships/slideLayout" Target="../slideLayouts/slideLayout50.xml"/><Relationship Id="rId52" Type="http://schemas.openxmlformats.org/officeDocument/2006/relationships/slideLayout" Target="../slideLayouts/slideLayout51.xml"/><Relationship Id="rId53" Type="http://schemas.openxmlformats.org/officeDocument/2006/relationships/slideLayout" Target="../slideLayouts/slideLayout52.xml"/><Relationship Id="rId54" Type="http://schemas.openxmlformats.org/officeDocument/2006/relationships/slideLayout" Target="../slideLayouts/slideLayout53.xml"/><Relationship Id="rId55" Type="http://schemas.openxmlformats.org/officeDocument/2006/relationships/slideLayout" Target="../slideLayouts/slideLayout54.xml"/></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 id="2147483701" r:id="rId54"/>
    <p:sldLayoutId id="2147483702" r:id="rId55"/>
  </p:sldLayoutIdLst>
</p:sldMaster>
</file>

<file path=ppt/slides/_rels/slide1.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4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63" name="Picture Placeholder 6" descr="A person smiling"/>
          <p:cNvPicPr/>
          <p:nvPr/>
        </p:nvPicPr>
        <p:blipFill>
          <a:blip r:embed="rId1"/>
          <a:stretch/>
        </p:blipFill>
        <p:spPr>
          <a:xfrm>
            <a:off x="5334840" y="685800"/>
            <a:ext cx="6400080" cy="6171480"/>
          </a:xfrm>
          <a:prstGeom prst="rect">
            <a:avLst/>
          </a:prstGeom>
          <a:noFill/>
          <a:ln w="0">
            <a:noFill/>
          </a:ln>
        </p:spPr>
      </p:pic>
      <p:sp>
        <p:nvSpPr>
          <p:cNvPr id="564" name="TextBox 678"/>
          <p:cNvSpPr/>
          <p:nvPr/>
        </p:nvSpPr>
        <p:spPr>
          <a:xfrm>
            <a:off x="567000" y="1417320"/>
            <a:ext cx="5028840" cy="822600"/>
          </a:xfrm>
          <a:prstGeom prst="rect">
            <a:avLst/>
          </a:prstGeom>
          <a:noFill/>
          <a:ln w="0">
            <a:noFill/>
          </a:ln>
        </p:spPr>
        <p:style>
          <a:lnRef idx="0"/>
          <a:fillRef idx="0"/>
          <a:effectRef idx="0"/>
          <a:fontRef idx="minor"/>
        </p:style>
        <p:txBody>
          <a:bodyPr wrap="none" lIns="18360" rIns="18360" tIns="18360" bIns="18360" anchor="t">
            <a:spAutoFit/>
          </a:bodyPr>
          <a:p>
            <a:pPr>
              <a:lnSpc>
                <a:spcPct val="100000"/>
              </a:lnSpc>
            </a:pPr>
            <a:endParaRPr b="0" lang="en-US" sz="1800" strike="noStrike" u="none">
              <a:solidFill>
                <a:srgbClr val="000000"/>
              </a:solidFill>
              <a:effectLst/>
              <a:uFillTx/>
              <a:latin typeface="Arial"/>
            </a:endParaRPr>
          </a:p>
        </p:txBody>
      </p:sp>
      <p:sp>
        <p:nvSpPr>
          <p:cNvPr id="565" name="TextBox 679"/>
          <p:cNvSpPr/>
          <p:nvPr/>
        </p:nvSpPr>
        <p:spPr>
          <a:xfrm>
            <a:off x="567000" y="2331720"/>
            <a:ext cx="4845960" cy="1005480"/>
          </a:xfrm>
          <a:prstGeom prst="rect">
            <a:avLst/>
          </a:prstGeom>
          <a:noFill/>
          <a:ln w="0">
            <a:noFill/>
          </a:ln>
        </p:spPr>
        <p:style>
          <a:lnRef idx="0"/>
          <a:fillRef idx="0"/>
          <a:effectRef idx="0"/>
          <a:fontRef idx="minor"/>
        </p:style>
        <p:txBody>
          <a:bodyPr wrap="none" lIns="18360" rIns="18360" tIns="18360" bIns="18360" anchor="t">
            <a:spAutoFit/>
          </a:bodyPr>
          <a:p>
            <a:pPr>
              <a:lnSpc>
                <a:spcPct val="100000"/>
              </a:lnSpc>
            </a:pPr>
            <a:endParaRPr b="0" lang="en-US" sz="1800" strike="noStrike" u="none">
              <a:solidFill>
                <a:srgbClr val="000000"/>
              </a:solidFill>
              <a:effectLst/>
              <a:uFillTx/>
              <a:latin typeface="Arial"/>
            </a:endParaRPr>
          </a:p>
        </p:txBody>
      </p:sp>
      <p:sp>
        <p:nvSpPr>
          <p:cNvPr id="566" name="TextBox 680"/>
          <p:cNvSpPr/>
          <p:nvPr/>
        </p:nvSpPr>
        <p:spPr>
          <a:xfrm>
            <a:off x="567000" y="3520440"/>
            <a:ext cx="4754520" cy="776880"/>
          </a:xfrm>
          <a:prstGeom prst="rect">
            <a:avLst/>
          </a:prstGeom>
          <a:noFill/>
          <a:ln w="0">
            <a:noFill/>
          </a:ln>
        </p:spPr>
        <p:style>
          <a:lnRef idx="0"/>
          <a:fillRef idx="0"/>
          <a:effectRef idx="0"/>
          <a:fontRef idx="minor"/>
        </p:style>
        <p:txBody>
          <a:bodyPr wrap="none" lIns="18360" rIns="18360" tIns="18360" bIns="18360" anchor="t">
            <a:spAutoFit/>
          </a:bodyPr>
          <a:p>
            <a:pPr>
              <a:lnSpc>
                <a:spcPct val="100000"/>
              </a:lnSpc>
            </a:pPr>
            <a:endParaRPr b="0" lang="en-US" sz="1800" strike="noStrike" u="none">
              <a:solidFill>
                <a:srgbClr val="000000"/>
              </a:solidFill>
              <a:effectLst/>
              <a:uFillTx/>
              <a:latin typeface="Arial"/>
            </a:endParaRPr>
          </a:p>
        </p:txBody>
      </p:sp>
      <p:sp>
        <p:nvSpPr>
          <p:cNvPr id="567" name="TextBox 681"/>
          <p:cNvSpPr/>
          <p:nvPr/>
        </p:nvSpPr>
        <p:spPr>
          <a:xfrm>
            <a:off x="567000" y="1691640"/>
            <a:ext cx="4845960" cy="731160"/>
          </a:xfrm>
          <a:prstGeom prst="rect">
            <a:avLst/>
          </a:prstGeom>
          <a:noFill/>
          <a:ln w="0">
            <a:noFill/>
          </a:ln>
        </p:spPr>
        <p:style>
          <a:lnRef idx="0"/>
          <a:fillRef idx="0"/>
          <a:effectRef idx="0"/>
          <a:fontRef idx="minor"/>
        </p:style>
        <p:txBody>
          <a:bodyPr wrap="none" lIns="18360" rIns="18360" tIns="18360" bIns="18360" anchor="t">
            <a:spAutoFit/>
          </a:bodyPr>
          <a:p>
            <a:pPr>
              <a:lnSpc>
                <a:spcPct val="100000"/>
              </a:lnSpc>
            </a:pPr>
            <a:r>
              <a:rPr b="0" lang="en-US" sz="3000" strike="noStrike" u="none">
                <a:solidFill>
                  <a:srgbClr val="3d3c38"/>
                </a:solidFill>
                <a:effectLst/>
                <a:uFillTx/>
                <a:latin typeface="Arial"/>
              </a:rPr>
              <a:t>PATIENT INSIGHTS</a:t>
            </a:r>
            <a:endParaRPr b="0" lang="en-US" sz="3000" strike="noStrike" u="none">
              <a:solidFill>
                <a:srgbClr val="000000"/>
              </a:solidFill>
              <a:effectLst/>
              <a:uFillTx/>
              <a:latin typeface="Arial"/>
            </a:endParaRPr>
          </a:p>
        </p:txBody>
      </p:sp>
      <p:sp>
        <p:nvSpPr>
          <p:cNvPr id="568" name="TextBox 682"/>
          <p:cNvSpPr/>
          <p:nvPr/>
        </p:nvSpPr>
        <p:spPr>
          <a:xfrm>
            <a:off x="567000" y="2606040"/>
            <a:ext cx="4800240" cy="959760"/>
          </a:xfrm>
          <a:prstGeom prst="rect">
            <a:avLst/>
          </a:prstGeom>
          <a:noFill/>
          <a:ln w="0">
            <a:noFill/>
          </a:ln>
        </p:spPr>
        <p:style>
          <a:lnRef idx="0"/>
          <a:fillRef idx="0"/>
          <a:effectRef idx="0"/>
          <a:fontRef idx="minor"/>
        </p:style>
        <p:txBody>
          <a:bodyPr wrap="none" lIns="18360" rIns="18360" tIns="18360" bIns="18360" anchor="t">
            <a:spAutoFit/>
          </a:bodyPr>
          <a:p>
            <a:pPr>
              <a:lnSpc>
                <a:spcPct val="100000"/>
              </a:lnSpc>
            </a:pPr>
            <a:r>
              <a:rPr b="0" lang="en-US" sz="1800" strike="noStrike" u="none">
                <a:solidFill>
                  <a:srgbClr val="3d3c38"/>
                </a:solidFill>
                <a:effectLst/>
                <a:uFillTx/>
                <a:latin typeface="Arial"/>
              </a:rPr>
              <a:t>One-stop view of a patient journey across fragmented enterprise data</a:t>
            </a:r>
            <a:endParaRPr b="0" lang="en-US" sz="1800" strike="noStrike" u="none">
              <a:solidFill>
                <a:srgbClr val="000000"/>
              </a:solidFill>
              <a:effectLst/>
              <a:uFillTx/>
              <a:latin typeface="Arial"/>
            </a:endParaRPr>
          </a:p>
        </p:txBody>
      </p:sp>
      <p:sp>
        <p:nvSpPr>
          <p:cNvPr id="569" name="TextBox 683"/>
          <p:cNvSpPr/>
          <p:nvPr/>
        </p:nvSpPr>
        <p:spPr>
          <a:xfrm>
            <a:off x="567000" y="3703320"/>
            <a:ext cx="4800240" cy="731160"/>
          </a:xfrm>
          <a:prstGeom prst="rect">
            <a:avLst/>
          </a:prstGeom>
          <a:noFill/>
          <a:ln w="0">
            <a:noFill/>
          </a:ln>
        </p:spPr>
        <p:style>
          <a:lnRef idx="0"/>
          <a:fillRef idx="0"/>
          <a:effectRef idx="0"/>
          <a:fontRef idx="minor"/>
        </p:style>
        <p:txBody>
          <a:bodyPr wrap="none" lIns="18360" rIns="18360" tIns="18360" bIns="18360" anchor="t">
            <a:spAutoFit/>
          </a:bodyPr>
          <a:p>
            <a:pPr>
              <a:lnSpc>
                <a:spcPct val="100000"/>
              </a:lnSpc>
            </a:pPr>
            <a:r>
              <a:rPr b="0" lang="en-US" sz="1200" strike="noStrike" u="none">
                <a:solidFill>
                  <a:srgbClr val="8a8780"/>
                </a:solidFill>
                <a:effectLst/>
                <a:uFillTx/>
                <a:latin typeface="Arial"/>
              </a:rPr>
              <a:t>Business overview of a multi-source healthcare analytics platform with an AI-powered natural-language experience.</a:t>
            </a:r>
            <a:endParaRPr b="0" lang="en-US" sz="1200" strike="noStrike" u="none">
              <a:solidFill>
                <a:srgbClr val="000000"/>
              </a:solidFill>
              <a:effectLst/>
              <a:uFillTx/>
              <a:latin typeface="Arial"/>
            </a:endParaRPr>
          </a:p>
        </p:txBody>
      </p:sp>
      <p:sp>
        <p:nvSpPr>
          <p:cNvPr id="570" name="Rectangle 684"/>
          <p:cNvSpPr/>
          <p:nvPr/>
        </p:nvSpPr>
        <p:spPr>
          <a:xfrm>
            <a:off x="0" y="5486400"/>
            <a:ext cx="1874160" cy="1371240"/>
          </a:xfrm>
          <a:prstGeom prst="rect">
            <a:avLst/>
          </a:prstGeom>
          <a:solidFill>
            <a:srgbClr val="faf8f2"/>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Arial"/>
            </a:endParaRPr>
          </a:p>
        </p:txBody>
      </p:sp>
      <p:sp>
        <p:nvSpPr>
          <p:cNvPr id="571" name="TextBox 685"/>
          <p:cNvSpPr/>
          <p:nvPr/>
        </p:nvSpPr>
        <p:spPr>
          <a:xfrm>
            <a:off x="384120" y="5696640"/>
            <a:ext cx="959760" cy="319680"/>
          </a:xfrm>
          <a:prstGeom prst="rect">
            <a:avLst/>
          </a:prstGeom>
          <a:noFill/>
          <a:ln w="0">
            <a:noFill/>
          </a:ln>
        </p:spPr>
        <p:style>
          <a:lnRef idx="0"/>
          <a:fillRef idx="0"/>
          <a:effectRef idx="0"/>
          <a:fontRef idx="minor"/>
        </p:style>
        <p:txBody>
          <a:bodyPr wrap="none" lIns="18360" rIns="18360" tIns="18360" bIns="18360" anchor="t">
            <a:spAutoFit/>
          </a:bodyPr>
          <a:p>
            <a:pPr>
              <a:lnSpc>
                <a:spcPct val="100000"/>
              </a:lnSpc>
            </a:pPr>
            <a:r>
              <a:rPr b="1" lang="en-US" sz="1800" strike="noStrike" u="none">
                <a:solidFill>
                  <a:srgbClr val="ff612b"/>
                </a:solidFill>
                <a:effectLst/>
                <a:uFillTx/>
                <a:latin typeface="Arial"/>
              </a:rPr>
              <a:t>Optum</a:t>
            </a:r>
            <a:endParaRPr b="0" lang="en-US"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2" name="PlaceHolder 1"/>
          <p:cNvSpPr>
            <a:spLocks noGrp="1"/>
          </p:cNvSpPr>
          <p:nvPr>
            <p:ph type="title"/>
          </p:nvPr>
        </p:nvSpPr>
        <p:spPr>
          <a:xfrm>
            <a:off x="468000" y="555480"/>
            <a:ext cx="9600480" cy="303840"/>
          </a:xfrm>
          <a:prstGeom prst="rect">
            <a:avLst/>
          </a:prstGeom>
          <a:noFill/>
          <a:ln w="0">
            <a:noFill/>
          </a:ln>
        </p:spPr>
        <p:txBody>
          <a:bodyPr lIns="18360" rIns="18360" tIns="0" bIns="0" anchor="t">
            <a:noAutofit/>
          </a:bodyPr>
          <a:p>
            <a:pPr indent="0">
              <a:lnSpc>
                <a:spcPct val="100000"/>
              </a:lnSpc>
              <a:buNone/>
            </a:pPr>
            <a:r>
              <a:rPr b="0" lang="en-US" sz="2800" strike="noStrike" u="none">
                <a:solidFill>
                  <a:srgbClr val="3d3c38"/>
                </a:solidFill>
                <a:effectLst/>
                <a:uFillTx/>
                <a:latin typeface="Arial"/>
              </a:rPr>
              <a:t>Team &amp; Members</a:t>
            </a:r>
            <a:endParaRPr b="0" lang="en-US" sz="2800" strike="noStrike" u="none">
              <a:solidFill>
                <a:srgbClr val="000000"/>
              </a:solidFill>
              <a:effectLst/>
              <a:uFillTx/>
              <a:latin typeface="Arial"/>
            </a:endParaRPr>
          </a:p>
        </p:txBody>
      </p:sp>
      <p:sp>
        <p:nvSpPr>
          <p:cNvPr id="574" name="TextBox 3"/>
          <p:cNvSpPr/>
          <p:nvPr/>
        </p:nvSpPr>
        <p:spPr>
          <a:xfrm>
            <a:off x="594360" y="932760"/>
            <a:ext cx="2285640" cy="25560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000" strike="noStrike" u="none">
                <a:solidFill>
                  <a:srgbClr val="ff612b"/>
                </a:solidFill>
                <a:effectLst/>
                <a:uFillTx/>
                <a:latin typeface="Arial"/>
              </a:rPr>
              <a:t>TEAM</a:t>
            </a:r>
            <a:endParaRPr b="0" lang="en-US" sz="1000" strike="noStrike" u="none">
              <a:solidFill>
                <a:srgbClr val="000000"/>
              </a:solidFill>
              <a:effectLst/>
              <a:uFillTx/>
              <a:latin typeface="Arial"/>
            </a:endParaRPr>
          </a:p>
        </p:txBody>
      </p:sp>
      <p:sp>
        <p:nvSpPr>
          <p:cNvPr id="575" name="TextBox 4"/>
          <p:cNvSpPr/>
          <p:nvPr/>
        </p:nvSpPr>
        <p:spPr>
          <a:xfrm>
            <a:off x="594360" y="1143000"/>
            <a:ext cx="9875160" cy="438480"/>
          </a:xfrm>
          <a:prstGeom prst="rect">
            <a:avLst/>
          </a:prstGeom>
          <a:noFill/>
          <a:ln w="0">
            <a:noFill/>
          </a:ln>
        </p:spPr>
        <p:style>
          <a:lnRef idx="0"/>
          <a:fillRef idx="0"/>
          <a:effectRef idx="0"/>
          <a:fontRef idx="minor"/>
        </p:style>
        <p:txBody>
          <a:bodyPr lIns="36720" rIns="36720" tIns="36720" bIns="36720" anchor="t">
            <a:normAutofit/>
          </a:bodyPr>
          <a:p>
            <a:pPr>
              <a:lnSpc>
                <a:spcPct val="100000"/>
              </a:lnSpc>
            </a:pPr>
            <a:r>
              <a:rPr b="0" lang="en-US" sz="1300" strike="noStrike" u="none">
                <a:solidFill>
                  <a:srgbClr val="8a8780"/>
                </a:solidFill>
                <a:effectLst/>
                <a:uFillTx/>
                <a:latin typeface="Arial"/>
              </a:rPr>
              <a:t>Team details to be added.</a:t>
            </a:r>
            <a:endParaRPr b="0" lang="en-US" sz="1300" strike="noStrike" u="none">
              <a:solidFill>
                <a:srgbClr val="000000"/>
              </a:solidFill>
              <a:effectLst/>
              <a:uFillTx/>
              <a:latin typeface="Arial"/>
            </a:endParaRPr>
          </a:p>
        </p:txBody>
      </p:sp>
      <p:sp>
        <p:nvSpPr>
          <p:cNvPr id="576" name="TextBox 5"/>
          <p:cNvSpPr/>
          <p:nvPr/>
        </p:nvSpPr>
        <p:spPr>
          <a:xfrm>
            <a:off x="658440" y="1828800"/>
            <a:ext cx="9326520" cy="182844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endParaRPr b="0" lang="en-US"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7" name="PlaceHolder 1"/>
          <p:cNvSpPr>
            <a:spLocks noGrp="1"/>
          </p:cNvSpPr>
          <p:nvPr>
            <p:ph type="title"/>
          </p:nvPr>
        </p:nvSpPr>
        <p:spPr>
          <a:xfrm>
            <a:off x="468000" y="555480"/>
            <a:ext cx="9600480" cy="303840"/>
          </a:xfrm>
          <a:prstGeom prst="rect">
            <a:avLst/>
          </a:prstGeom>
          <a:noFill/>
          <a:ln w="0">
            <a:noFill/>
          </a:ln>
        </p:spPr>
        <p:txBody>
          <a:bodyPr lIns="18360" rIns="18360" tIns="0" bIns="0" anchor="t">
            <a:noAutofit/>
          </a:bodyPr>
          <a:p>
            <a:pPr indent="0">
              <a:lnSpc>
                <a:spcPct val="100000"/>
              </a:lnSpc>
              <a:buNone/>
            </a:pPr>
            <a:r>
              <a:rPr b="0" lang="en-US" sz="2800" strike="noStrike" u="none">
                <a:solidFill>
                  <a:srgbClr val="3d3c38"/>
                </a:solidFill>
                <a:effectLst/>
                <a:uFillTx/>
                <a:latin typeface="Arial"/>
              </a:rPr>
              <a:t>Idea / Problem Statement &amp; Solution</a:t>
            </a:r>
            <a:endParaRPr b="0" lang="en-US" sz="2800" strike="noStrike" u="none">
              <a:solidFill>
                <a:srgbClr val="000000"/>
              </a:solidFill>
              <a:effectLst/>
              <a:uFillTx/>
              <a:latin typeface="Arial"/>
            </a:endParaRPr>
          </a:p>
        </p:txBody>
      </p:sp>
      <p:sp>
        <p:nvSpPr>
          <p:cNvPr id="579" name="TextBox 3"/>
          <p:cNvSpPr/>
          <p:nvPr/>
        </p:nvSpPr>
        <p:spPr>
          <a:xfrm>
            <a:off x="594360" y="932760"/>
            <a:ext cx="2285640" cy="25560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000" strike="noStrike" u="none">
                <a:solidFill>
                  <a:srgbClr val="ff612b"/>
                </a:solidFill>
                <a:effectLst/>
                <a:uFillTx/>
                <a:latin typeface="Arial"/>
              </a:rPr>
              <a:t>IDEA</a:t>
            </a:r>
            <a:endParaRPr b="0" lang="en-US" sz="1000" strike="noStrike" u="none">
              <a:solidFill>
                <a:srgbClr val="000000"/>
              </a:solidFill>
              <a:effectLst/>
              <a:uFillTx/>
              <a:latin typeface="Arial"/>
            </a:endParaRPr>
          </a:p>
        </p:txBody>
      </p:sp>
      <p:sp>
        <p:nvSpPr>
          <p:cNvPr id="580" name="TextBox 4"/>
          <p:cNvSpPr/>
          <p:nvPr/>
        </p:nvSpPr>
        <p:spPr>
          <a:xfrm>
            <a:off x="594360" y="1143000"/>
            <a:ext cx="9875160" cy="438480"/>
          </a:xfrm>
          <a:prstGeom prst="rect">
            <a:avLst/>
          </a:prstGeom>
          <a:noFill/>
          <a:ln w="0">
            <a:noFill/>
          </a:ln>
        </p:spPr>
        <p:style>
          <a:lnRef idx="0"/>
          <a:fillRef idx="0"/>
          <a:effectRef idx="0"/>
          <a:fontRef idx="minor"/>
        </p:style>
        <p:txBody>
          <a:bodyPr lIns="36720" rIns="36720" tIns="36720" bIns="36720" anchor="t">
            <a:normAutofit/>
          </a:bodyPr>
          <a:p>
            <a:pPr>
              <a:lnSpc>
                <a:spcPct val="100000"/>
              </a:lnSpc>
            </a:pPr>
            <a:r>
              <a:rPr b="0" lang="en-US" sz="1300" strike="noStrike" u="none">
                <a:solidFill>
                  <a:srgbClr val="8a8780"/>
                </a:solidFill>
                <a:effectLst/>
                <a:uFillTx/>
                <a:latin typeface="Arial"/>
              </a:rPr>
              <a:t>Turn a fragmented patient-data investigation into a single, guided workflow.</a:t>
            </a:r>
            <a:endParaRPr b="0" lang="en-US" sz="1300" strike="noStrike" u="none">
              <a:solidFill>
                <a:srgbClr val="000000"/>
              </a:solidFill>
              <a:effectLst/>
              <a:uFillTx/>
              <a:latin typeface="Arial"/>
            </a:endParaRPr>
          </a:p>
        </p:txBody>
      </p:sp>
      <p:sp>
        <p:nvSpPr>
          <p:cNvPr id="581" name="Rounded Rectangle 5"/>
          <p:cNvSpPr/>
          <p:nvPr/>
        </p:nvSpPr>
        <p:spPr>
          <a:xfrm>
            <a:off x="640080" y="1828800"/>
            <a:ext cx="4708800" cy="2971440"/>
          </a:xfrm>
          <a:prstGeom prst="roundRect">
            <a:avLst>
              <a:gd name="adj" fmla="val 16667"/>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Arial"/>
            </a:endParaRPr>
          </a:p>
        </p:txBody>
      </p:sp>
      <p:sp>
        <p:nvSpPr>
          <p:cNvPr id="582" name="TextBox 6"/>
          <p:cNvSpPr/>
          <p:nvPr/>
        </p:nvSpPr>
        <p:spPr>
          <a:xfrm>
            <a:off x="804600" y="1956960"/>
            <a:ext cx="4379760" cy="31968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600" strike="noStrike" u="none">
                <a:solidFill>
                  <a:srgbClr val="3d3c38"/>
                </a:solidFill>
                <a:effectLst/>
                <a:uFillTx/>
                <a:latin typeface="Arial"/>
              </a:rPr>
              <a:t>Problem statement</a:t>
            </a:r>
            <a:endParaRPr b="0" lang="en-US" sz="1600" strike="noStrike" u="none">
              <a:solidFill>
                <a:srgbClr val="000000"/>
              </a:solidFill>
              <a:effectLst/>
              <a:uFillTx/>
              <a:latin typeface="Arial"/>
            </a:endParaRPr>
          </a:p>
        </p:txBody>
      </p:sp>
      <p:sp>
        <p:nvSpPr>
          <p:cNvPr id="583" name="TextBox 7"/>
          <p:cNvSpPr/>
          <p:nvPr/>
        </p:nvSpPr>
        <p:spPr>
          <a:xfrm>
            <a:off x="804600" y="2359080"/>
            <a:ext cx="4379760" cy="2313000"/>
          </a:xfrm>
          <a:prstGeom prst="rect">
            <a:avLst/>
          </a:prstGeom>
          <a:noFill/>
          <a:ln w="0">
            <a:noFill/>
          </a:ln>
        </p:spPr>
        <p:style>
          <a:lnRef idx="0"/>
          <a:fillRef idx="0"/>
          <a:effectRef idx="0"/>
          <a:fontRef idx="minor"/>
        </p:style>
        <p:txBody>
          <a:bodyPr lIns="36720" rIns="36720" tIns="36720" bIns="36720" anchor="t">
            <a:normAutofit/>
          </a:bodyPr>
          <a:p>
            <a:r>
              <a:rPr b="0" lang="en-US" sz="1200" strike="noStrike" u="none">
                <a:solidFill>
                  <a:srgbClr val="3d3c38"/>
                </a:solidFill>
                <a:effectLst/>
                <a:uFillTx/>
                <a:latin typeface="Arial"/>
              </a:rPr>
              <a:t>Patient information is distributed across multiple platforms, identifiers and domains. Investigating one member can require repeated searches and manual reconciliation.</a:t>
            </a:r>
            <a:endParaRPr b="0" lang="en-US" sz="1200" strike="noStrike" u="none">
              <a:solidFill>
                <a:srgbClr val="000000"/>
              </a:solidFill>
              <a:effectLst/>
              <a:uFillTx/>
              <a:latin typeface="Arial"/>
            </a:endParaRPr>
          </a:p>
          <a:p>
            <a:endParaRPr b="0" lang="en-US" sz="1200" strike="noStrike" u="none">
              <a:solidFill>
                <a:srgbClr val="000000"/>
              </a:solidFill>
              <a:effectLst/>
              <a:uFillTx/>
              <a:latin typeface="Arial"/>
            </a:endParaRPr>
          </a:p>
          <a:p>
            <a:pPr>
              <a:lnSpc>
                <a:spcPct val="100000"/>
              </a:lnSpc>
            </a:pPr>
            <a:r>
              <a:rPr b="0" lang="en-US" sz="1200" strike="noStrike" u="none">
                <a:solidFill>
                  <a:srgbClr val="3d3c38"/>
                </a:solidFill>
                <a:effectLst/>
                <a:uFillTx/>
                <a:latin typeface="Arial"/>
              </a:rPr>
              <a:t>Users must find the member, locate the right data, reconcile context across claims / eligibility / Rx / labs, and translate business questions into technical queries.</a:t>
            </a:r>
            <a:endParaRPr b="0" lang="en-US" sz="1200" strike="noStrike" u="none">
              <a:solidFill>
                <a:srgbClr val="000000"/>
              </a:solidFill>
              <a:effectLst/>
              <a:uFillTx/>
              <a:latin typeface="Arial"/>
            </a:endParaRPr>
          </a:p>
        </p:txBody>
      </p:sp>
      <p:sp>
        <p:nvSpPr>
          <p:cNvPr id="584" name="Rounded Rectangle 8"/>
          <p:cNvSpPr/>
          <p:nvPr/>
        </p:nvSpPr>
        <p:spPr>
          <a:xfrm>
            <a:off x="5532120" y="1828800"/>
            <a:ext cx="4708800" cy="2971440"/>
          </a:xfrm>
          <a:prstGeom prst="roundRect">
            <a:avLst>
              <a:gd name="adj" fmla="val 16667"/>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Arial"/>
            </a:endParaRPr>
          </a:p>
        </p:txBody>
      </p:sp>
      <p:sp>
        <p:nvSpPr>
          <p:cNvPr id="585" name="TextBox 9"/>
          <p:cNvSpPr/>
          <p:nvPr/>
        </p:nvSpPr>
        <p:spPr>
          <a:xfrm>
            <a:off x="5696640" y="1956960"/>
            <a:ext cx="4379760" cy="31968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600" strike="noStrike" u="none">
                <a:solidFill>
                  <a:srgbClr val="3d3c38"/>
                </a:solidFill>
                <a:effectLst/>
                <a:uFillTx/>
                <a:latin typeface="Arial"/>
              </a:rPr>
              <a:t>Solution</a:t>
            </a:r>
            <a:endParaRPr b="0" lang="en-US" sz="1600" strike="noStrike" u="none">
              <a:solidFill>
                <a:srgbClr val="000000"/>
              </a:solidFill>
              <a:effectLst/>
              <a:uFillTx/>
              <a:latin typeface="Arial"/>
            </a:endParaRPr>
          </a:p>
        </p:txBody>
      </p:sp>
      <p:sp>
        <p:nvSpPr>
          <p:cNvPr id="586" name="TextBox 10"/>
          <p:cNvSpPr/>
          <p:nvPr/>
        </p:nvSpPr>
        <p:spPr>
          <a:xfrm>
            <a:off x="5696640" y="2359080"/>
            <a:ext cx="4379760" cy="2313000"/>
          </a:xfrm>
          <a:prstGeom prst="rect">
            <a:avLst/>
          </a:prstGeom>
          <a:noFill/>
          <a:ln w="0">
            <a:noFill/>
          </a:ln>
        </p:spPr>
        <p:style>
          <a:lnRef idx="0"/>
          <a:fillRef idx="0"/>
          <a:effectRef idx="0"/>
          <a:fontRef idx="minor"/>
        </p:style>
        <p:txBody>
          <a:bodyPr lIns="36720" rIns="36720" tIns="36720" bIns="36720" anchor="t">
            <a:normAutofit/>
          </a:bodyPr>
          <a:p>
            <a:r>
              <a:rPr b="0" lang="en-US" sz="1200" strike="noStrike" u="none">
                <a:solidFill>
                  <a:srgbClr val="3d3c38"/>
                </a:solidFill>
                <a:effectLst/>
                <a:uFillTx/>
                <a:latin typeface="Arial"/>
              </a:rPr>
              <a:t>Patient Insights brings multiple data sources into one searchable experience, with drill-down views and an AI layer for natural-language questions.</a:t>
            </a:r>
            <a:endParaRPr b="0" lang="en-US" sz="1200" strike="noStrike" u="none">
              <a:solidFill>
                <a:srgbClr val="000000"/>
              </a:solidFill>
              <a:effectLst/>
              <a:uFillTx/>
              <a:latin typeface="Arial"/>
            </a:endParaRPr>
          </a:p>
          <a:p>
            <a:endParaRPr b="0" lang="en-US" sz="1200" strike="noStrike" u="none">
              <a:solidFill>
                <a:srgbClr val="000000"/>
              </a:solidFill>
              <a:effectLst/>
              <a:uFillTx/>
              <a:latin typeface="Arial"/>
            </a:endParaRPr>
          </a:p>
          <a:p>
            <a:pPr>
              <a:lnSpc>
                <a:spcPct val="100000"/>
              </a:lnSpc>
            </a:pPr>
            <a:r>
              <a:rPr b="0" lang="en-US" sz="1200" strike="noStrike" u="none">
                <a:solidFill>
                  <a:srgbClr val="3d3c38"/>
                </a:solidFill>
                <a:effectLst/>
                <a:uFillTx/>
                <a:latin typeface="Arial"/>
              </a:rPr>
              <a:t>One entry point → patient context → business question → source-aware answer.</a:t>
            </a:r>
            <a:endParaRPr b="0" lang="en-US" sz="1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7" name="PlaceHolder 1"/>
          <p:cNvSpPr>
            <a:spLocks noGrp="1"/>
          </p:cNvSpPr>
          <p:nvPr>
            <p:ph type="title"/>
          </p:nvPr>
        </p:nvSpPr>
        <p:spPr>
          <a:xfrm>
            <a:off x="468000" y="555480"/>
            <a:ext cx="9600480" cy="303840"/>
          </a:xfrm>
          <a:prstGeom prst="rect">
            <a:avLst/>
          </a:prstGeom>
          <a:noFill/>
          <a:ln w="0">
            <a:noFill/>
          </a:ln>
        </p:spPr>
        <p:txBody>
          <a:bodyPr lIns="18360" rIns="18360" tIns="0" bIns="0" anchor="t">
            <a:noAutofit/>
          </a:bodyPr>
          <a:p>
            <a:pPr indent="0">
              <a:lnSpc>
                <a:spcPct val="100000"/>
              </a:lnSpc>
              <a:buNone/>
            </a:pPr>
            <a:r>
              <a:rPr b="0" lang="en-US" sz="2800" strike="noStrike" u="none">
                <a:solidFill>
                  <a:srgbClr val="3d3c38"/>
                </a:solidFill>
                <a:effectLst/>
                <a:uFillTx/>
                <a:latin typeface="Arial"/>
              </a:rPr>
              <a:t>Business Challenges</a:t>
            </a:r>
            <a:endParaRPr b="0" lang="en-US" sz="2800" strike="noStrike" u="none">
              <a:solidFill>
                <a:srgbClr val="000000"/>
              </a:solidFill>
              <a:effectLst/>
              <a:uFillTx/>
              <a:latin typeface="Arial"/>
            </a:endParaRPr>
          </a:p>
        </p:txBody>
      </p:sp>
      <p:sp>
        <p:nvSpPr>
          <p:cNvPr id="589" name="TextBox 3"/>
          <p:cNvSpPr/>
          <p:nvPr/>
        </p:nvSpPr>
        <p:spPr>
          <a:xfrm>
            <a:off x="594360" y="932760"/>
            <a:ext cx="2285640" cy="25560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000" strike="noStrike" u="none">
                <a:solidFill>
                  <a:srgbClr val="ff612b"/>
                </a:solidFill>
                <a:effectLst/>
                <a:uFillTx/>
                <a:latin typeface="Arial"/>
              </a:rPr>
              <a:t>PROBLEM</a:t>
            </a:r>
            <a:endParaRPr b="0" lang="en-US" sz="1000" strike="noStrike" u="none">
              <a:solidFill>
                <a:srgbClr val="000000"/>
              </a:solidFill>
              <a:effectLst/>
              <a:uFillTx/>
              <a:latin typeface="Arial"/>
            </a:endParaRPr>
          </a:p>
        </p:txBody>
      </p:sp>
      <p:sp>
        <p:nvSpPr>
          <p:cNvPr id="590" name="TextBox 4"/>
          <p:cNvSpPr/>
          <p:nvPr/>
        </p:nvSpPr>
        <p:spPr>
          <a:xfrm>
            <a:off x="594360" y="1143000"/>
            <a:ext cx="9875160" cy="438480"/>
          </a:xfrm>
          <a:prstGeom prst="rect">
            <a:avLst/>
          </a:prstGeom>
          <a:noFill/>
          <a:ln w="0">
            <a:noFill/>
          </a:ln>
        </p:spPr>
        <p:style>
          <a:lnRef idx="0"/>
          <a:fillRef idx="0"/>
          <a:effectRef idx="0"/>
          <a:fontRef idx="minor"/>
        </p:style>
        <p:txBody>
          <a:bodyPr lIns="36720" rIns="36720" tIns="36720" bIns="36720" anchor="t">
            <a:normAutofit/>
          </a:bodyPr>
          <a:p>
            <a:pPr>
              <a:lnSpc>
                <a:spcPct val="100000"/>
              </a:lnSpc>
            </a:pPr>
            <a:r>
              <a:rPr b="0" lang="en-US" sz="1300" strike="noStrike" u="none">
                <a:solidFill>
                  <a:srgbClr val="8a8780"/>
                </a:solidFill>
                <a:effectLst/>
                <a:uFillTx/>
                <a:latin typeface="Arial"/>
              </a:rPr>
              <a:t>The business cost of fragmented patient information.</a:t>
            </a:r>
            <a:endParaRPr b="0" lang="en-US" sz="1300" strike="noStrike" u="none">
              <a:solidFill>
                <a:srgbClr val="000000"/>
              </a:solidFill>
              <a:effectLst/>
              <a:uFillTx/>
              <a:latin typeface="Arial"/>
            </a:endParaRPr>
          </a:p>
        </p:txBody>
      </p:sp>
      <p:sp>
        <p:nvSpPr>
          <p:cNvPr id="591" name="Rounded Rectangle 5"/>
          <p:cNvSpPr/>
          <p:nvPr/>
        </p:nvSpPr>
        <p:spPr>
          <a:xfrm>
            <a:off x="640080" y="1874520"/>
            <a:ext cx="2331360" cy="1828440"/>
          </a:xfrm>
          <a:prstGeom prst="roundRect">
            <a:avLst>
              <a:gd name="adj" fmla="val 16667"/>
            </a:avLst>
          </a:prstGeom>
          <a:solidFill>
            <a:srgbClr val="ffffff"/>
          </a:solidFill>
          <a:ln w="12700">
            <a:solidFill>
              <a:srgbClr val="eeebe4"/>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Arial"/>
            </a:endParaRPr>
          </a:p>
        </p:txBody>
      </p:sp>
      <p:sp>
        <p:nvSpPr>
          <p:cNvPr id="592" name="Oval 6"/>
          <p:cNvSpPr/>
          <p:nvPr/>
        </p:nvSpPr>
        <p:spPr>
          <a:xfrm>
            <a:off x="786240" y="2039040"/>
            <a:ext cx="438480" cy="438480"/>
          </a:xfrm>
          <a:prstGeom prst="ellipse">
            <a:avLst/>
          </a:prstGeom>
          <a:solidFill>
            <a:srgbClr val="ff612b"/>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Arial"/>
            </a:endParaRPr>
          </a:p>
        </p:txBody>
      </p:sp>
      <p:sp>
        <p:nvSpPr>
          <p:cNvPr id="593" name="TextBox 7"/>
          <p:cNvSpPr/>
          <p:nvPr/>
        </p:nvSpPr>
        <p:spPr>
          <a:xfrm>
            <a:off x="786240" y="2057400"/>
            <a:ext cx="438480" cy="328680"/>
          </a:xfrm>
          <a:prstGeom prst="rect">
            <a:avLst/>
          </a:prstGeom>
          <a:noFill/>
          <a:ln w="0">
            <a:noFill/>
          </a:ln>
        </p:spPr>
        <p:style>
          <a:lnRef idx="0"/>
          <a:fillRef idx="0"/>
          <a:effectRef idx="0"/>
          <a:fontRef idx="minor"/>
        </p:style>
        <p:txBody>
          <a:bodyPr wrap="none" lIns="0" rIns="0" tIns="0" bIns="0" anchor="ctr">
            <a:spAutoFit/>
          </a:bodyPr>
          <a:p>
            <a:pPr algn="ctr">
              <a:lnSpc>
                <a:spcPct val="100000"/>
              </a:lnSpc>
            </a:pPr>
            <a:r>
              <a:rPr b="1" lang="en-US" sz="1200" strike="noStrike" u="none">
                <a:solidFill>
                  <a:srgbClr val="ffffff"/>
                </a:solidFill>
                <a:effectLst/>
                <a:uFillTx/>
                <a:latin typeface="Arial"/>
              </a:rPr>
              <a:t>1</a:t>
            </a:r>
            <a:endParaRPr b="0" lang="en-US" sz="1200" strike="noStrike" u="none">
              <a:solidFill>
                <a:srgbClr val="000000"/>
              </a:solidFill>
              <a:effectLst/>
              <a:uFillTx/>
              <a:latin typeface="Arial"/>
            </a:endParaRPr>
          </a:p>
        </p:txBody>
      </p:sp>
      <p:sp>
        <p:nvSpPr>
          <p:cNvPr id="594" name="TextBox 8"/>
          <p:cNvSpPr/>
          <p:nvPr/>
        </p:nvSpPr>
        <p:spPr>
          <a:xfrm>
            <a:off x="1325880" y="2020680"/>
            <a:ext cx="1508400" cy="36540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500" strike="noStrike" u="none">
                <a:solidFill>
                  <a:srgbClr val="3d3c38"/>
                </a:solidFill>
                <a:effectLst/>
                <a:uFillTx/>
                <a:latin typeface="Arial"/>
              </a:rPr>
              <a:t>Find the member</a:t>
            </a:r>
            <a:endParaRPr b="0" lang="en-US" sz="1500" strike="noStrike" u="none">
              <a:solidFill>
                <a:srgbClr val="000000"/>
              </a:solidFill>
              <a:effectLst/>
              <a:uFillTx/>
              <a:latin typeface="Arial"/>
            </a:endParaRPr>
          </a:p>
        </p:txBody>
      </p:sp>
      <p:sp>
        <p:nvSpPr>
          <p:cNvPr id="595" name="TextBox 9"/>
          <p:cNvSpPr/>
          <p:nvPr/>
        </p:nvSpPr>
        <p:spPr>
          <a:xfrm>
            <a:off x="804600" y="2587680"/>
            <a:ext cx="2002320" cy="959760"/>
          </a:xfrm>
          <a:prstGeom prst="rect">
            <a:avLst/>
          </a:prstGeom>
          <a:noFill/>
          <a:ln w="0">
            <a:noFill/>
          </a:ln>
        </p:spPr>
        <p:style>
          <a:lnRef idx="0"/>
          <a:fillRef idx="0"/>
          <a:effectRef idx="0"/>
          <a:fontRef idx="minor"/>
        </p:style>
        <p:txBody>
          <a:bodyPr lIns="36720" rIns="36720" tIns="36720" bIns="36720" anchor="t">
            <a:normAutofit/>
          </a:bodyPr>
          <a:p>
            <a:pPr>
              <a:lnSpc>
                <a:spcPct val="100000"/>
              </a:lnSpc>
            </a:pPr>
            <a:r>
              <a:rPr b="0" lang="en-US" sz="1100" strike="noStrike" u="none">
                <a:solidFill>
                  <a:srgbClr val="3d3c38"/>
                </a:solidFill>
                <a:effectLst/>
                <a:uFillTx/>
                <a:latin typeface="Arial"/>
              </a:rPr>
              <a:t>Identify the patient across enterprise/source identifiers.</a:t>
            </a:r>
            <a:endParaRPr b="0" lang="en-US" sz="1100" strike="noStrike" u="none">
              <a:solidFill>
                <a:srgbClr val="000000"/>
              </a:solidFill>
              <a:effectLst/>
              <a:uFillTx/>
              <a:latin typeface="Arial"/>
            </a:endParaRPr>
          </a:p>
        </p:txBody>
      </p:sp>
      <p:sp>
        <p:nvSpPr>
          <p:cNvPr id="596" name="Rounded Rectangle 10"/>
          <p:cNvSpPr/>
          <p:nvPr/>
        </p:nvSpPr>
        <p:spPr>
          <a:xfrm>
            <a:off x="3337560" y="1874520"/>
            <a:ext cx="2331360" cy="1828440"/>
          </a:xfrm>
          <a:prstGeom prst="roundRect">
            <a:avLst>
              <a:gd name="adj" fmla="val 16667"/>
            </a:avLst>
          </a:prstGeom>
          <a:solidFill>
            <a:srgbClr val="ffffff"/>
          </a:solidFill>
          <a:ln w="12700">
            <a:solidFill>
              <a:srgbClr val="eeebe4"/>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Arial"/>
            </a:endParaRPr>
          </a:p>
        </p:txBody>
      </p:sp>
      <p:sp>
        <p:nvSpPr>
          <p:cNvPr id="597" name="Oval 11"/>
          <p:cNvSpPr/>
          <p:nvPr/>
        </p:nvSpPr>
        <p:spPr>
          <a:xfrm>
            <a:off x="3483720" y="2039040"/>
            <a:ext cx="438480" cy="438480"/>
          </a:xfrm>
          <a:prstGeom prst="ellipse">
            <a:avLst/>
          </a:prstGeom>
          <a:solidFill>
            <a:srgbClr val="ff612b"/>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Arial"/>
            </a:endParaRPr>
          </a:p>
        </p:txBody>
      </p:sp>
      <p:sp>
        <p:nvSpPr>
          <p:cNvPr id="598" name="TextBox 12"/>
          <p:cNvSpPr/>
          <p:nvPr/>
        </p:nvSpPr>
        <p:spPr>
          <a:xfrm>
            <a:off x="3483720" y="2057400"/>
            <a:ext cx="438480" cy="328680"/>
          </a:xfrm>
          <a:prstGeom prst="rect">
            <a:avLst/>
          </a:prstGeom>
          <a:noFill/>
          <a:ln w="0">
            <a:noFill/>
          </a:ln>
        </p:spPr>
        <p:style>
          <a:lnRef idx="0"/>
          <a:fillRef idx="0"/>
          <a:effectRef idx="0"/>
          <a:fontRef idx="minor"/>
        </p:style>
        <p:txBody>
          <a:bodyPr wrap="none" lIns="0" rIns="0" tIns="0" bIns="0" anchor="ctr">
            <a:spAutoFit/>
          </a:bodyPr>
          <a:p>
            <a:pPr algn="ctr">
              <a:lnSpc>
                <a:spcPct val="100000"/>
              </a:lnSpc>
            </a:pPr>
            <a:r>
              <a:rPr b="1" lang="en-US" sz="1200" strike="noStrike" u="none">
                <a:solidFill>
                  <a:srgbClr val="ffffff"/>
                </a:solidFill>
                <a:effectLst/>
                <a:uFillTx/>
                <a:latin typeface="Arial"/>
              </a:rPr>
              <a:t>2</a:t>
            </a:r>
            <a:endParaRPr b="0" lang="en-US" sz="1200" strike="noStrike" u="none">
              <a:solidFill>
                <a:srgbClr val="000000"/>
              </a:solidFill>
              <a:effectLst/>
              <a:uFillTx/>
              <a:latin typeface="Arial"/>
            </a:endParaRPr>
          </a:p>
        </p:txBody>
      </p:sp>
      <p:sp>
        <p:nvSpPr>
          <p:cNvPr id="599" name="TextBox 13"/>
          <p:cNvSpPr/>
          <p:nvPr/>
        </p:nvSpPr>
        <p:spPr>
          <a:xfrm>
            <a:off x="4023360" y="2020680"/>
            <a:ext cx="1508400" cy="36540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500" strike="noStrike" u="none">
                <a:solidFill>
                  <a:srgbClr val="3d3c38"/>
                </a:solidFill>
                <a:effectLst/>
                <a:uFillTx/>
                <a:latin typeface="Arial"/>
              </a:rPr>
              <a:t>Locate the data</a:t>
            </a:r>
            <a:endParaRPr b="0" lang="en-US" sz="1500" strike="noStrike" u="none">
              <a:solidFill>
                <a:srgbClr val="000000"/>
              </a:solidFill>
              <a:effectLst/>
              <a:uFillTx/>
              <a:latin typeface="Arial"/>
            </a:endParaRPr>
          </a:p>
        </p:txBody>
      </p:sp>
      <p:sp>
        <p:nvSpPr>
          <p:cNvPr id="600" name="TextBox 14"/>
          <p:cNvSpPr/>
          <p:nvPr/>
        </p:nvSpPr>
        <p:spPr>
          <a:xfrm>
            <a:off x="3502080" y="2587680"/>
            <a:ext cx="2002320" cy="959760"/>
          </a:xfrm>
          <a:prstGeom prst="rect">
            <a:avLst/>
          </a:prstGeom>
          <a:noFill/>
          <a:ln w="0">
            <a:noFill/>
          </a:ln>
        </p:spPr>
        <p:style>
          <a:lnRef idx="0"/>
          <a:fillRef idx="0"/>
          <a:effectRef idx="0"/>
          <a:fontRef idx="minor"/>
        </p:style>
        <p:txBody>
          <a:bodyPr lIns="36720" rIns="36720" tIns="36720" bIns="36720" anchor="t">
            <a:normAutofit/>
          </a:bodyPr>
          <a:p>
            <a:pPr>
              <a:lnSpc>
                <a:spcPct val="100000"/>
              </a:lnSpc>
            </a:pPr>
            <a:r>
              <a:rPr b="0" lang="en-US" sz="1100" strike="noStrike" u="none">
                <a:solidFill>
                  <a:srgbClr val="3d3c38"/>
                </a:solidFill>
                <a:effectLst/>
                <a:uFillTx/>
                <a:latin typeface="Arial"/>
              </a:rPr>
              <a:t>Determine which system and table contains the relevant information.</a:t>
            </a:r>
            <a:endParaRPr b="0" lang="en-US" sz="1100" strike="noStrike" u="none">
              <a:solidFill>
                <a:srgbClr val="000000"/>
              </a:solidFill>
              <a:effectLst/>
              <a:uFillTx/>
              <a:latin typeface="Arial"/>
            </a:endParaRPr>
          </a:p>
        </p:txBody>
      </p:sp>
      <p:sp>
        <p:nvSpPr>
          <p:cNvPr id="601" name="Rounded Rectangle 15"/>
          <p:cNvSpPr/>
          <p:nvPr/>
        </p:nvSpPr>
        <p:spPr>
          <a:xfrm>
            <a:off x="6035040" y="1874520"/>
            <a:ext cx="2331360" cy="1828440"/>
          </a:xfrm>
          <a:prstGeom prst="roundRect">
            <a:avLst>
              <a:gd name="adj" fmla="val 16667"/>
            </a:avLst>
          </a:prstGeom>
          <a:solidFill>
            <a:srgbClr val="ffffff"/>
          </a:solidFill>
          <a:ln w="12700">
            <a:solidFill>
              <a:srgbClr val="eeebe4"/>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Arial"/>
            </a:endParaRPr>
          </a:p>
        </p:txBody>
      </p:sp>
      <p:sp>
        <p:nvSpPr>
          <p:cNvPr id="602" name="Oval 16"/>
          <p:cNvSpPr/>
          <p:nvPr/>
        </p:nvSpPr>
        <p:spPr>
          <a:xfrm>
            <a:off x="6181200" y="2039040"/>
            <a:ext cx="438480" cy="438480"/>
          </a:xfrm>
          <a:prstGeom prst="ellipse">
            <a:avLst/>
          </a:prstGeom>
          <a:solidFill>
            <a:srgbClr val="ff612b"/>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Arial"/>
            </a:endParaRPr>
          </a:p>
        </p:txBody>
      </p:sp>
      <p:sp>
        <p:nvSpPr>
          <p:cNvPr id="603" name="TextBox 17"/>
          <p:cNvSpPr/>
          <p:nvPr/>
        </p:nvSpPr>
        <p:spPr>
          <a:xfrm>
            <a:off x="6181200" y="2057400"/>
            <a:ext cx="438480" cy="328680"/>
          </a:xfrm>
          <a:prstGeom prst="rect">
            <a:avLst/>
          </a:prstGeom>
          <a:noFill/>
          <a:ln w="0">
            <a:noFill/>
          </a:ln>
        </p:spPr>
        <p:style>
          <a:lnRef idx="0"/>
          <a:fillRef idx="0"/>
          <a:effectRef idx="0"/>
          <a:fontRef idx="minor"/>
        </p:style>
        <p:txBody>
          <a:bodyPr wrap="none" lIns="0" rIns="0" tIns="0" bIns="0" anchor="ctr">
            <a:spAutoFit/>
          </a:bodyPr>
          <a:p>
            <a:pPr algn="ctr">
              <a:lnSpc>
                <a:spcPct val="100000"/>
              </a:lnSpc>
            </a:pPr>
            <a:r>
              <a:rPr b="1" lang="en-US" sz="1200" strike="noStrike" u="none">
                <a:solidFill>
                  <a:srgbClr val="ffffff"/>
                </a:solidFill>
                <a:effectLst/>
                <a:uFillTx/>
                <a:latin typeface="Arial"/>
              </a:rPr>
              <a:t>3</a:t>
            </a:r>
            <a:endParaRPr b="0" lang="en-US" sz="1200" strike="noStrike" u="none">
              <a:solidFill>
                <a:srgbClr val="000000"/>
              </a:solidFill>
              <a:effectLst/>
              <a:uFillTx/>
              <a:latin typeface="Arial"/>
            </a:endParaRPr>
          </a:p>
        </p:txBody>
      </p:sp>
      <p:sp>
        <p:nvSpPr>
          <p:cNvPr id="604" name="TextBox 18"/>
          <p:cNvSpPr/>
          <p:nvPr/>
        </p:nvSpPr>
        <p:spPr>
          <a:xfrm>
            <a:off x="6720840" y="2020680"/>
            <a:ext cx="1508400" cy="36540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500" strike="noStrike" u="none">
                <a:solidFill>
                  <a:srgbClr val="3d3c38"/>
                </a:solidFill>
                <a:effectLst/>
                <a:uFillTx/>
                <a:latin typeface="Arial"/>
              </a:rPr>
              <a:t>Reconcile context</a:t>
            </a:r>
            <a:endParaRPr b="0" lang="en-US" sz="1500" strike="noStrike" u="none">
              <a:solidFill>
                <a:srgbClr val="000000"/>
              </a:solidFill>
              <a:effectLst/>
              <a:uFillTx/>
              <a:latin typeface="Arial"/>
            </a:endParaRPr>
          </a:p>
        </p:txBody>
      </p:sp>
      <p:sp>
        <p:nvSpPr>
          <p:cNvPr id="605" name="TextBox 19"/>
          <p:cNvSpPr/>
          <p:nvPr/>
        </p:nvSpPr>
        <p:spPr>
          <a:xfrm>
            <a:off x="6199560" y="2587680"/>
            <a:ext cx="2002320" cy="959760"/>
          </a:xfrm>
          <a:prstGeom prst="rect">
            <a:avLst/>
          </a:prstGeom>
          <a:noFill/>
          <a:ln w="0">
            <a:noFill/>
          </a:ln>
        </p:spPr>
        <p:style>
          <a:lnRef idx="0"/>
          <a:fillRef idx="0"/>
          <a:effectRef idx="0"/>
          <a:fontRef idx="minor"/>
        </p:style>
        <p:txBody>
          <a:bodyPr lIns="36720" rIns="36720" tIns="36720" bIns="36720" anchor="t">
            <a:normAutofit/>
          </a:bodyPr>
          <a:p>
            <a:pPr>
              <a:lnSpc>
                <a:spcPct val="100000"/>
              </a:lnSpc>
            </a:pPr>
            <a:r>
              <a:rPr b="0" lang="en-US" sz="1100" strike="noStrike" u="none">
                <a:solidFill>
                  <a:srgbClr val="3d3c38"/>
                </a:solidFill>
                <a:effectLst/>
                <a:uFillTx/>
                <a:latin typeface="Arial"/>
              </a:rPr>
              <a:t>Move between claims, eligibility, Rx, labs and history.</a:t>
            </a:r>
            <a:endParaRPr b="0" lang="en-US" sz="1100" strike="noStrike" u="none">
              <a:solidFill>
                <a:srgbClr val="000000"/>
              </a:solidFill>
              <a:effectLst/>
              <a:uFillTx/>
              <a:latin typeface="Arial"/>
            </a:endParaRPr>
          </a:p>
        </p:txBody>
      </p:sp>
      <p:sp>
        <p:nvSpPr>
          <p:cNvPr id="606" name="Rounded Rectangle 20"/>
          <p:cNvSpPr/>
          <p:nvPr/>
        </p:nvSpPr>
        <p:spPr>
          <a:xfrm>
            <a:off x="8732520" y="1874520"/>
            <a:ext cx="2331360" cy="1828440"/>
          </a:xfrm>
          <a:prstGeom prst="roundRect">
            <a:avLst>
              <a:gd name="adj" fmla="val 16667"/>
            </a:avLst>
          </a:prstGeom>
          <a:solidFill>
            <a:srgbClr val="ffffff"/>
          </a:solidFill>
          <a:ln w="12700">
            <a:solidFill>
              <a:srgbClr val="eeebe4"/>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Arial"/>
            </a:endParaRPr>
          </a:p>
        </p:txBody>
      </p:sp>
      <p:sp>
        <p:nvSpPr>
          <p:cNvPr id="607" name="Oval 21"/>
          <p:cNvSpPr/>
          <p:nvPr/>
        </p:nvSpPr>
        <p:spPr>
          <a:xfrm>
            <a:off x="8878680" y="2039040"/>
            <a:ext cx="438480" cy="438480"/>
          </a:xfrm>
          <a:prstGeom prst="ellipse">
            <a:avLst/>
          </a:prstGeom>
          <a:solidFill>
            <a:srgbClr val="ff612b"/>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Arial"/>
            </a:endParaRPr>
          </a:p>
        </p:txBody>
      </p:sp>
      <p:sp>
        <p:nvSpPr>
          <p:cNvPr id="608" name="TextBox 22"/>
          <p:cNvSpPr/>
          <p:nvPr/>
        </p:nvSpPr>
        <p:spPr>
          <a:xfrm>
            <a:off x="8878680" y="2057400"/>
            <a:ext cx="438480" cy="328680"/>
          </a:xfrm>
          <a:prstGeom prst="rect">
            <a:avLst/>
          </a:prstGeom>
          <a:noFill/>
          <a:ln w="0">
            <a:noFill/>
          </a:ln>
        </p:spPr>
        <p:style>
          <a:lnRef idx="0"/>
          <a:fillRef idx="0"/>
          <a:effectRef idx="0"/>
          <a:fontRef idx="minor"/>
        </p:style>
        <p:txBody>
          <a:bodyPr wrap="none" lIns="0" rIns="0" tIns="0" bIns="0" anchor="ctr">
            <a:spAutoFit/>
          </a:bodyPr>
          <a:p>
            <a:pPr algn="ctr">
              <a:lnSpc>
                <a:spcPct val="100000"/>
              </a:lnSpc>
            </a:pPr>
            <a:r>
              <a:rPr b="1" lang="en-US" sz="1200" strike="noStrike" u="none">
                <a:solidFill>
                  <a:srgbClr val="ffffff"/>
                </a:solidFill>
                <a:effectLst/>
                <a:uFillTx/>
                <a:latin typeface="Arial"/>
              </a:rPr>
              <a:t>4</a:t>
            </a:r>
            <a:endParaRPr b="0" lang="en-US" sz="1200" strike="noStrike" u="none">
              <a:solidFill>
                <a:srgbClr val="000000"/>
              </a:solidFill>
              <a:effectLst/>
              <a:uFillTx/>
              <a:latin typeface="Arial"/>
            </a:endParaRPr>
          </a:p>
        </p:txBody>
      </p:sp>
      <p:sp>
        <p:nvSpPr>
          <p:cNvPr id="609" name="TextBox 23"/>
          <p:cNvSpPr/>
          <p:nvPr/>
        </p:nvSpPr>
        <p:spPr>
          <a:xfrm>
            <a:off x="9418320" y="2020680"/>
            <a:ext cx="1508400" cy="36540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500" strike="noStrike" u="none">
                <a:solidFill>
                  <a:srgbClr val="3d3c38"/>
                </a:solidFill>
                <a:effectLst/>
                <a:uFillTx/>
                <a:latin typeface="Arial"/>
              </a:rPr>
              <a:t>Analyze the result</a:t>
            </a:r>
            <a:endParaRPr b="0" lang="en-US" sz="1500" strike="noStrike" u="none">
              <a:solidFill>
                <a:srgbClr val="000000"/>
              </a:solidFill>
              <a:effectLst/>
              <a:uFillTx/>
              <a:latin typeface="Arial"/>
            </a:endParaRPr>
          </a:p>
        </p:txBody>
      </p:sp>
      <p:sp>
        <p:nvSpPr>
          <p:cNvPr id="610" name="TextBox 24"/>
          <p:cNvSpPr/>
          <p:nvPr/>
        </p:nvSpPr>
        <p:spPr>
          <a:xfrm>
            <a:off x="8897040" y="2587680"/>
            <a:ext cx="2002320" cy="959760"/>
          </a:xfrm>
          <a:prstGeom prst="rect">
            <a:avLst/>
          </a:prstGeom>
          <a:noFill/>
          <a:ln w="0">
            <a:noFill/>
          </a:ln>
        </p:spPr>
        <p:style>
          <a:lnRef idx="0"/>
          <a:fillRef idx="0"/>
          <a:effectRef idx="0"/>
          <a:fontRef idx="minor"/>
        </p:style>
        <p:txBody>
          <a:bodyPr lIns="36720" rIns="36720" tIns="36720" bIns="36720" anchor="t">
            <a:normAutofit/>
          </a:bodyPr>
          <a:p>
            <a:pPr>
              <a:lnSpc>
                <a:spcPct val="100000"/>
              </a:lnSpc>
            </a:pPr>
            <a:r>
              <a:rPr b="0" lang="en-US" sz="1100" strike="noStrike" u="none">
                <a:solidFill>
                  <a:srgbClr val="3d3c38"/>
                </a:solidFill>
                <a:effectLst/>
                <a:uFillTx/>
                <a:latin typeface="Arial"/>
              </a:rPr>
              <a:t>Translate a business question into technical queries and calculations.</a:t>
            </a:r>
            <a:endParaRPr b="0" lang="en-US" sz="1100" strike="noStrike" u="none">
              <a:solidFill>
                <a:srgbClr val="000000"/>
              </a:solidFill>
              <a:effectLst/>
              <a:uFillTx/>
              <a:latin typeface="Arial"/>
            </a:endParaRPr>
          </a:p>
        </p:txBody>
      </p:sp>
      <p:sp>
        <p:nvSpPr>
          <p:cNvPr id="611" name="Rounded Rectangle 25"/>
          <p:cNvSpPr/>
          <p:nvPr/>
        </p:nvSpPr>
        <p:spPr>
          <a:xfrm>
            <a:off x="640080" y="4069080"/>
            <a:ext cx="10423800" cy="310680"/>
          </a:xfrm>
          <a:prstGeom prst="roundRect">
            <a:avLst>
              <a:gd name="adj" fmla="val 16667"/>
            </a:avLst>
          </a:prstGeom>
          <a:solidFill>
            <a:srgbClr val="eeebe4"/>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Arial"/>
            </a:endParaRPr>
          </a:p>
        </p:txBody>
      </p:sp>
      <p:sp>
        <p:nvSpPr>
          <p:cNvPr id="612" name="TextBox 26"/>
          <p:cNvSpPr/>
          <p:nvPr/>
        </p:nvSpPr>
        <p:spPr>
          <a:xfrm>
            <a:off x="749880" y="4087440"/>
            <a:ext cx="10204200" cy="246600"/>
          </a:xfrm>
          <a:prstGeom prst="rect">
            <a:avLst/>
          </a:prstGeom>
          <a:noFill/>
          <a:ln w="0">
            <a:noFill/>
          </a:ln>
        </p:spPr>
        <p:style>
          <a:lnRef idx="0"/>
          <a:fillRef idx="0"/>
          <a:effectRef idx="0"/>
          <a:fontRef idx="minor"/>
        </p:style>
        <p:txBody>
          <a:bodyPr wrap="none" lIns="36720" rIns="36720" tIns="36720" bIns="36720" anchor="ctr">
            <a:spAutoFit/>
          </a:bodyPr>
          <a:p>
            <a:pPr>
              <a:lnSpc>
                <a:spcPct val="100000"/>
              </a:lnSpc>
            </a:pPr>
            <a:r>
              <a:rPr b="1" lang="en-US" sz="1000" strike="noStrike" u="none">
                <a:solidFill>
                  <a:srgbClr val="3d3c38"/>
                </a:solidFill>
                <a:effectLst/>
                <a:uFillTx/>
                <a:latin typeface="Arial"/>
              </a:rPr>
              <a:t>WHAT THE PLATFORM CHANGES</a:t>
            </a:r>
            <a:endParaRPr b="0" lang="en-US" sz="1000" strike="noStrike" u="none">
              <a:solidFill>
                <a:srgbClr val="000000"/>
              </a:solidFill>
              <a:effectLst/>
              <a:uFillTx/>
              <a:latin typeface="Arial"/>
            </a:endParaRPr>
          </a:p>
        </p:txBody>
      </p:sp>
      <p:sp>
        <p:nvSpPr>
          <p:cNvPr id="613" name="Rounded Rectangle 27"/>
          <p:cNvSpPr/>
          <p:nvPr/>
        </p:nvSpPr>
        <p:spPr>
          <a:xfrm>
            <a:off x="640080" y="4526280"/>
            <a:ext cx="2468520" cy="1142640"/>
          </a:xfrm>
          <a:prstGeom prst="roundRect">
            <a:avLst>
              <a:gd name="adj" fmla="val 16667"/>
            </a:avLst>
          </a:prstGeom>
          <a:solidFill>
            <a:srgbClr val="ff612b"/>
          </a:solidFill>
          <a:ln w="15240">
            <a:solidFill>
              <a:srgbClr val="ff612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Arial"/>
            </a:endParaRPr>
          </a:p>
        </p:txBody>
      </p:sp>
      <p:sp>
        <p:nvSpPr>
          <p:cNvPr id="614" name="TextBox 28"/>
          <p:cNvSpPr/>
          <p:nvPr/>
        </p:nvSpPr>
        <p:spPr>
          <a:xfrm>
            <a:off x="804600" y="4654440"/>
            <a:ext cx="2139480" cy="31968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300" strike="noStrike" u="none">
                <a:solidFill>
                  <a:srgbClr val="ffffff"/>
                </a:solidFill>
                <a:effectLst/>
                <a:uFillTx/>
                <a:latin typeface="Arial"/>
              </a:rPr>
              <a:t>One entry point</a:t>
            </a:r>
            <a:endParaRPr b="0" lang="en-US" sz="1300" strike="noStrike" u="none">
              <a:solidFill>
                <a:srgbClr val="000000"/>
              </a:solidFill>
              <a:effectLst/>
              <a:uFillTx/>
              <a:latin typeface="Arial"/>
            </a:endParaRPr>
          </a:p>
        </p:txBody>
      </p:sp>
      <p:sp>
        <p:nvSpPr>
          <p:cNvPr id="615" name="TextBox 29"/>
          <p:cNvSpPr/>
          <p:nvPr/>
        </p:nvSpPr>
        <p:spPr>
          <a:xfrm>
            <a:off x="804600" y="5056560"/>
            <a:ext cx="2139480" cy="484200"/>
          </a:xfrm>
          <a:prstGeom prst="rect">
            <a:avLst/>
          </a:prstGeom>
          <a:noFill/>
          <a:ln w="0">
            <a:noFill/>
          </a:ln>
        </p:spPr>
        <p:style>
          <a:lnRef idx="0"/>
          <a:fillRef idx="0"/>
          <a:effectRef idx="0"/>
          <a:fontRef idx="minor"/>
        </p:style>
        <p:txBody>
          <a:bodyPr lIns="36720" rIns="36720" tIns="36720" bIns="36720" anchor="t">
            <a:normAutofit/>
          </a:bodyPr>
          <a:p>
            <a:pPr>
              <a:lnSpc>
                <a:spcPct val="100000"/>
              </a:lnSpc>
            </a:pPr>
            <a:r>
              <a:rPr b="0" lang="en-US" sz="1000" strike="noStrike" u="none">
                <a:solidFill>
                  <a:srgbClr val="ffffff"/>
                </a:solidFill>
                <a:effectLst/>
                <a:uFillTx/>
                <a:latin typeface="Arial"/>
              </a:rPr>
              <a:t>Search and explore the member from a single interface.</a:t>
            </a:r>
            <a:endParaRPr b="0" lang="en-US" sz="1000" strike="noStrike" u="none">
              <a:solidFill>
                <a:srgbClr val="000000"/>
              </a:solidFill>
              <a:effectLst/>
              <a:uFillTx/>
              <a:latin typeface="Arial"/>
            </a:endParaRPr>
          </a:p>
        </p:txBody>
      </p:sp>
      <p:sp>
        <p:nvSpPr>
          <p:cNvPr id="616" name="Rounded Rectangle 30"/>
          <p:cNvSpPr/>
          <p:nvPr/>
        </p:nvSpPr>
        <p:spPr>
          <a:xfrm>
            <a:off x="3310200" y="4526280"/>
            <a:ext cx="2468520" cy="1142640"/>
          </a:xfrm>
          <a:prstGeom prst="roundRect">
            <a:avLst>
              <a:gd name="adj" fmla="val 16667"/>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Arial"/>
            </a:endParaRPr>
          </a:p>
        </p:txBody>
      </p:sp>
      <p:sp>
        <p:nvSpPr>
          <p:cNvPr id="617" name="TextBox 31"/>
          <p:cNvSpPr/>
          <p:nvPr/>
        </p:nvSpPr>
        <p:spPr>
          <a:xfrm>
            <a:off x="3474720" y="4654440"/>
            <a:ext cx="2139480" cy="31968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300" strike="noStrike" u="none">
                <a:solidFill>
                  <a:srgbClr val="3d3c38"/>
                </a:solidFill>
                <a:effectLst/>
                <a:uFillTx/>
                <a:latin typeface="Arial"/>
              </a:rPr>
              <a:t>Less context switching</a:t>
            </a:r>
            <a:endParaRPr b="0" lang="en-US" sz="1300" strike="noStrike" u="none">
              <a:solidFill>
                <a:srgbClr val="000000"/>
              </a:solidFill>
              <a:effectLst/>
              <a:uFillTx/>
              <a:latin typeface="Arial"/>
            </a:endParaRPr>
          </a:p>
        </p:txBody>
      </p:sp>
      <p:sp>
        <p:nvSpPr>
          <p:cNvPr id="618" name="TextBox 32"/>
          <p:cNvSpPr/>
          <p:nvPr/>
        </p:nvSpPr>
        <p:spPr>
          <a:xfrm>
            <a:off x="3474720" y="5056560"/>
            <a:ext cx="2139480" cy="484200"/>
          </a:xfrm>
          <a:prstGeom prst="rect">
            <a:avLst/>
          </a:prstGeom>
          <a:noFill/>
          <a:ln w="0">
            <a:noFill/>
          </a:ln>
        </p:spPr>
        <p:style>
          <a:lnRef idx="0"/>
          <a:fillRef idx="0"/>
          <a:effectRef idx="0"/>
          <a:fontRef idx="minor"/>
        </p:style>
        <p:txBody>
          <a:bodyPr lIns="36720" rIns="36720" tIns="36720" bIns="36720" anchor="t">
            <a:normAutofit/>
          </a:bodyPr>
          <a:p>
            <a:pPr>
              <a:lnSpc>
                <a:spcPct val="100000"/>
              </a:lnSpc>
            </a:pPr>
            <a:r>
              <a:rPr b="0" lang="en-US" sz="1000" strike="noStrike" u="none">
                <a:solidFill>
                  <a:srgbClr val="3d3c38"/>
                </a:solidFill>
                <a:effectLst/>
                <a:uFillTx/>
                <a:latin typeface="Arial"/>
              </a:rPr>
              <a:t>Keep the analytical session and previous results available.</a:t>
            </a:r>
            <a:endParaRPr b="0" lang="en-US" sz="1000" strike="noStrike" u="none">
              <a:solidFill>
                <a:srgbClr val="000000"/>
              </a:solidFill>
              <a:effectLst/>
              <a:uFillTx/>
              <a:latin typeface="Arial"/>
            </a:endParaRPr>
          </a:p>
        </p:txBody>
      </p:sp>
      <p:sp>
        <p:nvSpPr>
          <p:cNvPr id="619" name="Rounded Rectangle 33"/>
          <p:cNvSpPr/>
          <p:nvPr/>
        </p:nvSpPr>
        <p:spPr>
          <a:xfrm>
            <a:off x="5980320" y="4526280"/>
            <a:ext cx="2468520" cy="1142640"/>
          </a:xfrm>
          <a:prstGeom prst="roundRect">
            <a:avLst>
              <a:gd name="adj" fmla="val 16667"/>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Arial"/>
            </a:endParaRPr>
          </a:p>
        </p:txBody>
      </p:sp>
      <p:sp>
        <p:nvSpPr>
          <p:cNvPr id="620" name="TextBox 34"/>
          <p:cNvSpPr/>
          <p:nvPr/>
        </p:nvSpPr>
        <p:spPr>
          <a:xfrm>
            <a:off x="6144840" y="4654440"/>
            <a:ext cx="2139480" cy="31968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300" strike="noStrike" u="none">
                <a:solidFill>
                  <a:srgbClr val="3d3c38"/>
                </a:solidFill>
                <a:effectLst/>
                <a:uFillTx/>
                <a:latin typeface="Arial"/>
              </a:rPr>
              <a:t>Natural-language access</a:t>
            </a:r>
            <a:endParaRPr b="0" lang="en-US" sz="1300" strike="noStrike" u="none">
              <a:solidFill>
                <a:srgbClr val="000000"/>
              </a:solidFill>
              <a:effectLst/>
              <a:uFillTx/>
              <a:latin typeface="Arial"/>
            </a:endParaRPr>
          </a:p>
        </p:txBody>
      </p:sp>
      <p:sp>
        <p:nvSpPr>
          <p:cNvPr id="621" name="TextBox 35"/>
          <p:cNvSpPr/>
          <p:nvPr/>
        </p:nvSpPr>
        <p:spPr>
          <a:xfrm>
            <a:off x="6144840" y="5056560"/>
            <a:ext cx="2139480" cy="484200"/>
          </a:xfrm>
          <a:prstGeom prst="rect">
            <a:avLst/>
          </a:prstGeom>
          <a:noFill/>
          <a:ln w="0">
            <a:noFill/>
          </a:ln>
        </p:spPr>
        <p:style>
          <a:lnRef idx="0"/>
          <a:fillRef idx="0"/>
          <a:effectRef idx="0"/>
          <a:fontRef idx="minor"/>
        </p:style>
        <p:txBody>
          <a:bodyPr lIns="36720" rIns="36720" tIns="36720" bIns="36720" anchor="t">
            <a:normAutofit/>
          </a:bodyPr>
          <a:p>
            <a:pPr>
              <a:lnSpc>
                <a:spcPct val="100000"/>
              </a:lnSpc>
            </a:pPr>
            <a:r>
              <a:rPr b="0" lang="en-US" sz="1000" strike="noStrike" u="none">
                <a:solidFill>
                  <a:srgbClr val="3d3c38"/>
                </a:solidFill>
                <a:effectLst/>
                <a:uFillTx/>
                <a:latin typeface="Arial"/>
              </a:rPr>
              <a:t>Ask questions without manually constructing every SQL query.</a:t>
            </a:r>
            <a:endParaRPr b="0" lang="en-US" sz="1000" strike="noStrike" u="none">
              <a:solidFill>
                <a:srgbClr val="000000"/>
              </a:solidFill>
              <a:effectLst/>
              <a:uFillTx/>
              <a:latin typeface="Arial"/>
            </a:endParaRPr>
          </a:p>
        </p:txBody>
      </p:sp>
      <p:sp>
        <p:nvSpPr>
          <p:cNvPr id="622" name="Rounded Rectangle 36"/>
          <p:cNvSpPr/>
          <p:nvPr/>
        </p:nvSpPr>
        <p:spPr>
          <a:xfrm>
            <a:off x="8650080" y="4526280"/>
            <a:ext cx="2468520" cy="1142640"/>
          </a:xfrm>
          <a:prstGeom prst="roundRect">
            <a:avLst>
              <a:gd name="adj" fmla="val 16667"/>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Arial"/>
            </a:endParaRPr>
          </a:p>
        </p:txBody>
      </p:sp>
      <p:sp>
        <p:nvSpPr>
          <p:cNvPr id="623" name="TextBox 37"/>
          <p:cNvSpPr/>
          <p:nvPr/>
        </p:nvSpPr>
        <p:spPr>
          <a:xfrm>
            <a:off x="8814960" y="4654440"/>
            <a:ext cx="2139480" cy="31968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300" strike="noStrike" u="none">
                <a:solidFill>
                  <a:srgbClr val="3d3c38"/>
                </a:solidFill>
                <a:effectLst/>
                <a:uFillTx/>
                <a:latin typeface="Arial"/>
              </a:rPr>
              <a:t>Faster repeat actions</a:t>
            </a:r>
            <a:endParaRPr b="0" lang="en-US" sz="1300" strike="noStrike" u="none">
              <a:solidFill>
                <a:srgbClr val="000000"/>
              </a:solidFill>
              <a:effectLst/>
              <a:uFillTx/>
              <a:latin typeface="Arial"/>
            </a:endParaRPr>
          </a:p>
        </p:txBody>
      </p:sp>
      <p:sp>
        <p:nvSpPr>
          <p:cNvPr id="624" name="TextBox 38"/>
          <p:cNvSpPr/>
          <p:nvPr/>
        </p:nvSpPr>
        <p:spPr>
          <a:xfrm>
            <a:off x="8814960" y="5056560"/>
            <a:ext cx="2139480" cy="484200"/>
          </a:xfrm>
          <a:prstGeom prst="rect">
            <a:avLst/>
          </a:prstGeom>
          <a:noFill/>
          <a:ln w="0">
            <a:noFill/>
          </a:ln>
        </p:spPr>
        <p:style>
          <a:lnRef idx="0"/>
          <a:fillRef idx="0"/>
          <a:effectRef idx="0"/>
          <a:fontRef idx="minor"/>
        </p:style>
        <p:txBody>
          <a:bodyPr lIns="36720" rIns="36720" tIns="36720" bIns="36720" anchor="t">
            <a:normAutofit/>
          </a:bodyPr>
          <a:p>
            <a:pPr>
              <a:lnSpc>
                <a:spcPct val="100000"/>
              </a:lnSpc>
            </a:pPr>
            <a:r>
              <a:rPr b="0" lang="en-US" sz="1000" strike="noStrike" u="none">
                <a:solidFill>
                  <a:srgbClr val="3d3c38"/>
                </a:solidFill>
                <a:effectLst/>
                <a:uFillTx/>
                <a:latin typeface="Arial"/>
              </a:rPr>
              <a:t>Caching and prefetching reduce repeated source calls.</a:t>
            </a:r>
            <a:endParaRPr b="0" lang="en-US" sz="1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5" name="PlaceHolder 1"/>
          <p:cNvSpPr>
            <a:spLocks noGrp="1"/>
          </p:cNvSpPr>
          <p:nvPr>
            <p:ph type="title"/>
          </p:nvPr>
        </p:nvSpPr>
        <p:spPr>
          <a:xfrm>
            <a:off x="468000" y="555480"/>
            <a:ext cx="9600480" cy="303840"/>
          </a:xfrm>
          <a:prstGeom prst="rect">
            <a:avLst/>
          </a:prstGeom>
          <a:noFill/>
          <a:ln w="0">
            <a:noFill/>
          </a:ln>
        </p:spPr>
        <p:txBody>
          <a:bodyPr lIns="18360" rIns="18360" tIns="0" bIns="0" anchor="t">
            <a:noAutofit/>
          </a:bodyPr>
          <a:p>
            <a:pPr indent="0">
              <a:lnSpc>
                <a:spcPct val="100000"/>
              </a:lnSpc>
              <a:buNone/>
            </a:pPr>
            <a:r>
              <a:rPr b="0" lang="en-US" sz="2800" strike="noStrike" u="none">
                <a:solidFill>
                  <a:srgbClr val="3d3c38"/>
                </a:solidFill>
                <a:effectLst/>
                <a:uFillTx/>
                <a:latin typeface="Arial"/>
              </a:rPr>
              <a:t>The Solution</a:t>
            </a:r>
            <a:endParaRPr b="0" lang="en-US" sz="2800" strike="noStrike" u="none">
              <a:solidFill>
                <a:srgbClr val="000000"/>
              </a:solidFill>
              <a:effectLst/>
              <a:uFillTx/>
              <a:latin typeface="Arial"/>
            </a:endParaRPr>
          </a:p>
        </p:txBody>
      </p:sp>
      <p:sp>
        <p:nvSpPr>
          <p:cNvPr id="627" name="TextBox 3"/>
          <p:cNvSpPr/>
          <p:nvPr/>
        </p:nvSpPr>
        <p:spPr>
          <a:xfrm>
            <a:off x="594360" y="932760"/>
            <a:ext cx="2285640" cy="25560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000" strike="noStrike" u="none">
                <a:solidFill>
                  <a:srgbClr val="ff612b"/>
                </a:solidFill>
                <a:effectLst/>
                <a:uFillTx/>
                <a:latin typeface="Arial"/>
              </a:rPr>
              <a:t>SOLUTION</a:t>
            </a:r>
            <a:endParaRPr b="0" lang="en-US" sz="1000" strike="noStrike" u="none">
              <a:solidFill>
                <a:srgbClr val="000000"/>
              </a:solidFill>
              <a:effectLst/>
              <a:uFillTx/>
              <a:latin typeface="Arial"/>
            </a:endParaRPr>
          </a:p>
        </p:txBody>
      </p:sp>
      <p:sp>
        <p:nvSpPr>
          <p:cNvPr id="628" name="TextBox 4"/>
          <p:cNvSpPr/>
          <p:nvPr/>
        </p:nvSpPr>
        <p:spPr>
          <a:xfrm>
            <a:off x="594360" y="1143000"/>
            <a:ext cx="9875160" cy="438480"/>
          </a:xfrm>
          <a:prstGeom prst="rect">
            <a:avLst/>
          </a:prstGeom>
          <a:noFill/>
          <a:ln w="0">
            <a:noFill/>
          </a:ln>
        </p:spPr>
        <p:style>
          <a:lnRef idx="0"/>
          <a:fillRef idx="0"/>
          <a:effectRef idx="0"/>
          <a:fontRef idx="minor"/>
        </p:style>
        <p:txBody>
          <a:bodyPr lIns="36720" rIns="36720" tIns="36720" bIns="36720" anchor="t">
            <a:normAutofit/>
          </a:bodyPr>
          <a:p>
            <a:pPr>
              <a:lnSpc>
                <a:spcPct val="100000"/>
              </a:lnSpc>
            </a:pPr>
            <a:r>
              <a:rPr b="0" lang="en-US" sz="1300" strike="noStrike" u="none">
                <a:solidFill>
                  <a:srgbClr val="8a8780"/>
                </a:solidFill>
                <a:effectLst/>
                <a:uFillTx/>
                <a:latin typeface="Arial"/>
              </a:rPr>
              <a:t>A business-facing view of the end-to-end platform.</a:t>
            </a:r>
            <a:endParaRPr b="0" lang="en-US" sz="1300" strike="noStrike" u="none">
              <a:solidFill>
                <a:srgbClr val="000000"/>
              </a:solidFill>
              <a:effectLst/>
              <a:uFillTx/>
              <a:latin typeface="Arial"/>
            </a:endParaRPr>
          </a:p>
        </p:txBody>
      </p:sp>
      <p:sp>
        <p:nvSpPr>
          <p:cNvPr id="629" name="Rounded Rectangle 5"/>
          <p:cNvSpPr/>
          <p:nvPr/>
        </p:nvSpPr>
        <p:spPr>
          <a:xfrm>
            <a:off x="640080" y="1783080"/>
            <a:ext cx="1919880" cy="1416960"/>
          </a:xfrm>
          <a:prstGeom prst="roundRect">
            <a:avLst>
              <a:gd name="adj" fmla="val 16667"/>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Arial"/>
            </a:endParaRPr>
          </a:p>
        </p:txBody>
      </p:sp>
      <p:sp>
        <p:nvSpPr>
          <p:cNvPr id="630" name="TextBox 6"/>
          <p:cNvSpPr/>
          <p:nvPr/>
        </p:nvSpPr>
        <p:spPr>
          <a:xfrm>
            <a:off x="804600" y="1911240"/>
            <a:ext cx="1590840" cy="31968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400" strike="noStrike" u="none">
                <a:solidFill>
                  <a:srgbClr val="3d3c38"/>
                </a:solidFill>
                <a:effectLst/>
                <a:uFillTx/>
                <a:latin typeface="Arial"/>
              </a:rPr>
              <a:t>USER</a:t>
            </a:r>
            <a:endParaRPr b="0" lang="en-US" sz="1400" strike="noStrike" u="none">
              <a:solidFill>
                <a:srgbClr val="000000"/>
              </a:solidFill>
              <a:effectLst/>
              <a:uFillTx/>
              <a:latin typeface="Arial"/>
            </a:endParaRPr>
          </a:p>
        </p:txBody>
      </p:sp>
      <p:sp>
        <p:nvSpPr>
          <p:cNvPr id="631" name="TextBox 7"/>
          <p:cNvSpPr/>
          <p:nvPr/>
        </p:nvSpPr>
        <p:spPr>
          <a:xfrm>
            <a:off x="804600" y="2313360"/>
            <a:ext cx="1590840" cy="758520"/>
          </a:xfrm>
          <a:prstGeom prst="rect">
            <a:avLst/>
          </a:prstGeom>
          <a:noFill/>
          <a:ln w="0">
            <a:noFill/>
          </a:ln>
        </p:spPr>
        <p:style>
          <a:lnRef idx="0"/>
          <a:fillRef idx="0"/>
          <a:effectRef idx="0"/>
          <a:fontRef idx="minor"/>
        </p:style>
        <p:txBody>
          <a:bodyPr lIns="36720" rIns="36720" tIns="36720" bIns="36720" anchor="t">
            <a:normAutofit/>
          </a:bodyPr>
          <a:p>
            <a:pPr>
              <a:lnSpc>
                <a:spcPct val="100000"/>
              </a:lnSpc>
            </a:pPr>
            <a:r>
              <a:rPr b="0" lang="en-US" sz="1100" strike="noStrike" u="none">
                <a:solidFill>
                  <a:srgbClr val="3d3c38"/>
                </a:solidFill>
                <a:effectLst/>
                <a:uFillTx/>
                <a:latin typeface="Arial"/>
              </a:rPr>
              <a:t>Clinical / analytical user</a:t>
            </a:r>
            <a:endParaRPr b="0" lang="en-US" sz="1100" strike="noStrike" u="none">
              <a:solidFill>
                <a:srgbClr val="000000"/>
              </a:solidFill>
              <a:effectLst/>
              <a:uFillTx/>
              <a:latin typeface="Arial"/>
            </a:endParaRPr>
          </a:p>
        </p:txBody>
      </p:sp>
      <p:sp>
        <p:nvSpPr>
          <p:cNvPr id="632" name="Rounded Rectangle 8"/>
          <p:cNvSpPr/>
          <p:nvPr/>
        </p:nvSpPr>
        <p:spPr>
          <a:xfrm>
            <a:off x="2788920" y="1783080"/>
            <a:ext cx="2742840" cy="1416960"/>
          </a:xfrm>
          <a:prstGeom prst="roundRect">
            <a:avLst>
              <a:gd name="adj" fmla="val 16667"/>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Arial"/>
            </a:endParaRPr>
          </a:p>
        </p:txBody>
      </p:sp>
      <p:sp>
        <p:nvSpPr>
          <p:cNvPr id="633" name="TextBox 9"/>
          <p:cNvSpPr/>
          <p:nvPr/>
        </p:nvSpPr>
        <p:spPr>
          <a:xfrm>
            <a:off x="2953440" y="1911240"/>
            <a:ext cx="2413800" cy="31968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400" strike="noStrike" u="none">
                <a:solidFill>
                  <a:srgbClr val="3d3c38"/>
                </a:solidFill>
                <a:effectLst/>
                <a:uFillTx/>
                <a:latin typeface="Arial"/>
              </a:rPr>
              <a:t>UNIFIED UI</a:t>
            </a:r>
            <a:endParaRPr b="0" lang="en-US" sz="1400" strike="noStrike" u="none">
              <a:solidFill>
                <a:srgbClr val="000000"/>
              </a:solidFill>
              <a:effectLst/>
              <a:uFillTx/>
              <a:latin typeface="Arial"/>
            </a:endParaRPr>
          </a:p>
        </p:txBody>
      </p:sp>
      <p:sp>
        <p:nvSpPr>
          <p:cNvPr id="634" name="TextBox 10"/>
          <p:cNvSpPr/>
          <p:nvPr/>
        </p:nvSpPr>
        <p:spPr>
          <a:xfrm>
            <a:off x="2953440" y="2313360"/>
            <a:ext cx="2413800" cy="758520"/>
          </a:xfrm>
          <a:prstGeom prst="rect">
            <a:avLst/>
          </a:prstGeom>
          <a:noFill/>
          <a:ln w="0">
            <a:noFill/>
          </a:ln>
        </p:spPr>
        <p:style>
          <a:lnRef idx="0"/>
          <a:fillRef idx="0"/>
          <a:effectRef idx="0"/>
          <a:fontRef idx="minor"/>
        </p:style>
        <p:txBody>
          <a:bodyPr lIns="36720" rIns="36720" tIns="36720" bIns="36720" anchor="t">
            <a:normAutofit/>
          </a:bodyPr>
          <a:p>
            <a:pPr>
              <a:lnSpc>
                <a:spcPct val="100000"/>
              </a:lnSpc>
            </a:pPr>
            <a:r>
              <a:rPr b="0" lang="en-US" sz="1100" strike="noStrike" u="none">
                <a:solidFill>
                  <a:srgbClr val="3d3c38"/>
                </a:solidFill>
                <a:effectLst/>
                <a:uFillTx/>
                <a:latin typeface="Arial"/>
              </a:rPr>
              <a:t>Search member • View panels • Ask questions</a:t>
            </a:r>
            <a:endParaRPr b="0" lang="en-US" sz="1100" strike="noStrike" u="none">
              <a:solidFill>
                <a:srgbClr val="000000"/>
              </a:solidFill>
              <a:effectLst/>
              <a:uFillTx/>
              <a:latin typeface="Arial"/>
            </a:endParaRPr>
          </a:p>
        </p:txBody>
      </p:sp>
      <p:sp>
        <p:nvSpPr>
          <p:cNvPr id="635" name="Rounded Rectangle 11"/>
          <p:cNvSpPr/>
          <p:nvPr/>
        </p:nvSpPr>
        <p:spPr>
          <a:xfrm>
            <a:off x="5715000" y="1783080"/>
            <a:ext cx="4983120" cy="1416960"/>
          </a:xfrm>
          <a:prstGeom prst="roundRect">
            <a:avLst>
              <a:gd name="adj" fmla="val 16667"/>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Arial"/>
            </a:endParaRPr>
          </a:p>
        </p:txBody>
      </p:sp>
      <p:sp>
        <p:nvSpPr>
          <p:cNvPr id="636" name="TextBox 12"/>
          <p:cNvSpPr/>
          <p:nvPr/>
        </p:nvSpPr>
        <p:spPr>
          <a:xfrm>
            <a:off x="5879520" y="1911240"/>
            <a:ext cx="4654080" cy="31968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400" strike="noStrike" u="none">
                <a:solidFill>
                  <a:srgbClr val="3d3c38"/>
                </a:solidFill>
                <a:effectLst/>
                <a:uFillTx/>
                <a:latin typeface="Arial"/>
              </a:rPr>
              <a:t>AI + ANALYTICS</a:t>
            </a:r>
            <a:endParaRPr b="0" lang="en-US" sz="1400" strike="noStrike" u="none">
              <a:solidFill>
                <a:srgbClr val="000000"/>
              </a:solidFill>
              <a:effectLst/>
              <a:uFillTx/>
              <a:latin typeface="Arial"/>
            </a:endParaRPr>
          </a:p>
        </p:txBody>
      </p:sp>
      <p:sp>
        <p:nvSpPr>
          <p:cNvPr id="637" name="TextBox 13"/>
          <p:cNvSpPr/>
          <p:nvPr/>
        </p:nvSpPr>
        <p:spPr>
          <a:xfrm>
            <a:off x="5879520" y="2313360"/>
            <a:ext cx="4654080" cy="758520"/>
          </a:xfrm>
          <a:prstGeom prst="rect">
            <a:avLst/>
          </a:prstGeom>
          <a:noFill/>
          <a:ln w="0">
            <a:noFill/>
          </a:ln>
        </p:spPr>
        <p:style>
          <a:lnRef idx="0"/>
          <a:fillRef idx="0"/>
          <a:effectRef idx="0"/>
          <a:fontRef idx="minor"/>
        </p:style>
        <p:txBody>
          <a:bodyPr lIns="36720" rIns="36720" tIns="36720" bIns="36720" anchor="t">
            <a:normAutofit/>
          </a:bodyPr>
          <a:p>
            <a:pPr>
              <a:lnSpc>
                <a:spcPct val="100000"/>
              </a:lnSpc>
            </a:pPr>
            <a:r>
              <a:rPr b="0" lang="en-US" sz="1100" strike="noStrike" u="none">
                <a:solidFill>
                  <a:srgbClr val="3d3c38"/>
                </a:solidFill>
                <a:effectLst/>
                <a:uFillTx/>
                <a:latin typeface="Arial"/>
              </a:rPr>
              <a:t>Intent • RAG • NL→SQL • Filters • Aggregations • Profiling • Visualizations</a:t>
            </a:r>
            <a:endParaRPr b="0" lang="en-US" sz="1100" strike="noStrike" u="none">
              <a:solidFill>
                <a:srgbClr val="000000"/>
              </a:solidFill>
              <a:effectLst/>
              <a:uFillTx/>
              <a:latin typeface="Arial"/>
            </a:endParaRPr>
          </a:p>
        </p:txBody>
      </p:sp>
      <p:cxnSp>
        <p:nvCxnSpPr>
          <p:cNvPr id="638" name="Connector 14"/>
          <p:cNvCxnSpPr/>
          <p:nvPr/>
        </p:nvCxnSpPr>
        <p:spPr>
          <a:xfrm>
            <a:off x="2578320" y="2486880"/>
            <a:ext cx="183240" cy="360"/>
          </a:xfrm>
          <a:prstGeom prst="straightConnector1">
            <a:avLst/>
          </a:prstGeom>
          <a:ln w="25400">
            <a:solidFill>
              <a:srgbClr val="ff612b"/>
            </a:solidFill>
          </a:ln>
        </p:spPr>
      </p:cxnSp>
      <p:cxnSp>
        <p:nvCxnSpPr>
          <p:cNvPr id="639" name="Connector 15"/>
          <p:cNvCxnSpPr/>
          <p:nvPr/>
        </p:nvCxnSpPr>
        <p:spPr>
          <a:xfrm>
            <a:off x="5532120" y="2486880"/>
            <a:ext cx="155520" cy="360"/>
          </a:xfrm>
          <a:prstGeom prst="straightConnector1">
            <a:avLst/>
          </a:prstGeom>
          <a:ln w="25400">
            <a:solidFill>
              <a:srgbClr val="ff612b"/>
            </a:solidFill>
          </a:ln>
        </p:spPr>
      </p:cxnSp>
      <p:sp>
        <p:nvSpPr>
          <p:cNvPr id="640" name="Rounded Rectangle 16"/>
          <p:cNvSpPr/>
          <p:nvPr/>
        </p:nvSpPr>
        <p:spPr>
          <a:xfrm>
            <a:off x="640080" y="3520440"/>
            <a:ext cx="4983120" cy="1554120"/>
          </a:xfrm>
          <a:prstGeom prst="roundRect">
            <a:avLst>
              <a:gd name="adj" fmla="val 16667"/>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Arial"/>
            </a:endParaRPr>
          </a:p>
        </p:txBody>
      </p:sp>
      <p:sp>
        <p:nvSpPr>
          <p:cNvPr id="641" name="TextBox 17"/>
          <p:cNvSpPr/>
          <p:nvPr/>
        </p:nvSpPr>
        <p:spPr>
          <a:xfrm>
            <a:off x="804600" y="3648600"/>
            <a:ext cx="4654080" cy="31968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500" strike="noStrike" u="none">
                <a:solidFill>
                  <a:srgbClr val="3d3c38"/>
                </a:solidFill>
                <a:effectLst/>
                <a:uFillTx/>
                <a:latin typeface="Arial"/>
              </a:rPr>
              <a:t>Enterprise data</a:t>
            </a:r>
            <a:endParaRPr b="0" lang="en-US" sz="1500" strike="noStrike" u="none">
              <a:solidFill>
                <a:srgbClr val="000000"/>
              </a:solidFill>
              <a:effectLst/>
              <a:uFillTx/>
              <a:latin typeface="Arial"/>
            </a:endParaRPr>
          </a:p>
        </p:txBody>
      </p:sp>
      <p:sp>
        <p:nvSpPr>
          <p:cNvPr id="642" name="TextBox 18"/>
          <p:cNvSpPr/>
          <p:nvPr/>
        </p:nvSpPr>
        <p:spPr>
          <a:xfrm>
            <a:off x="804600" y="4050720"/>
            <a:ext cx="4654080" cy="895680"/>
          </a:xfrm>
          <a:prstGeom prst="rect">
            <a:avLst/>
          </a:prstGeom>
          <a:noFill/>
          <a:ln w="0">
            <a:noFill/>
          </a:ln>
        </p:spPr>
        <p:style>
          <a:lnRef idx="0"/>
          <a:fillRef idx="0"/>
          <a:effectRef idx="0"/>
          <a:fontRef idx="minor"/>
        </p:style>
        <p:txBody>
          <a:bodyPr lIns="36720" rIns="36720" tIns="36720" bIns="36720" anchor="t">
            <a:normAutofit/>
          </a:bodyPr>
          <a:p>
            <a:r>
              <a:rPr b="0" lang="en-US" sz="1100" strike="noStrike" u="none">
                <a:solidFill>
                  <a:srgbClr val="3d3c38"/>
                </a:solidFill>
                <a:effectLst/>
                <a:uFillTx/>
                <a:latin typeface="Arial"/>
              </a:rPr>
              <a:t>Snowflake: CDCM, Refined, CDOS / COZEVA, DATACORE</a:t>
            </a:r>
            <a:endParaRPr b="0" lang="en-US" sz="1100" strike="noStrike" u="none">
              <a:solidFill>
                <a:srgbClr val="000000"/>
              </a:solidFill>
              <a:effectLst/>
              <a:uFillTx/>
              <a:latin typeface="Arial"/>
            </a:endParaRPr>
          </a:p>
          <a:p>
            <a:pPr>
              <a:lnSpc>
                <a:spcPct val="100000"/>
              </a:lnSpc>
            </a:pPr>
            <a:r>
              <a:rPr b="0" lang="en-US" sz="1100" strike="noStrike" u="none">
                <a:solidFill>
                  <a:srgbClr val="3d3c38"/>
                </a:solidFill>
                <a:effectLst/>
                <a:uFillTx/>
                <a:latin typeface="Arial"/>
              </a:rPr>
              <a:t>Databricks: CURO, Unity Catalog</a:t>
            </a:r>
            <a:endParaRPr b="0" lang="en-US" sz="1100" strike="noStrike" u="none">
              <a:solidFill>
                <a:srgbClr val="000000"/>
              </a:solidFill>
              <a:effectLst/>
              <a:uFillTx/>
              <a:latin typeface="Arial"/>
            </a:endParaRPr>
          </a:p>
        </p:txBody>
      </p:sp>
      <p:sp>
        <p:nvSpPr>
          <p:cNvPr id="643" name="Rounded Rectangle 19"/>
          <p:cNvSpPr/>
          <p:nvPr/>
        </p:nvSpPr>
        <p:spPr>
          <a:xfrm>
            <a:off x="5806440" y="3520440"/>
            <a:ext cx="4891680" cy="1554120"/>
          </a:xfrm>
          <a:prstGeom prst="roundRect">
            <a:avLst>
              <a:gd name="adj" fmla="val 16667"/>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Arial"/>
            </a:endParaRPr>
          </a:p>
        </p:txBody>
      </p:sp>
      <p:sp>
        <p:nvSpPr>
          <p:cNvPr id="644" name="TextBox 20"/>
          <p:cNvSpPr/>
          <p:nvPr/>
        </p:nvSpPr>
        <p:spPr>
          <a:xfrm>
            <a:off x="5970960" y="3648600"/>
            <a:ext cx="4562640" cy="31968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500" strike="noStrike" u="none">
                <a:solidFill>
                  <a:srgbClr val="3d3c38"/>
                </a:solidFill>
                <a:effectLst/>
                <a:uFillTx/>
                <a:latin typeface="Arial"/>
              </a:rPr>
              <a:t>Performance layer</a:t>
            </a:r>
            <a:endParaRPr b="0" lang="en-US" sz="1500" strike="noStrike" u="none">
              <a:solidFill>
                <a:srgbClr val="000000"/>
              </a:solidFill>
              <a:effectLst/>
              <a:uFillTx/>
              <a:latin typeface="Arial"/>
            </a:endParaRPr>
          </a:p>
        </p:txBody>
      </p:sp>
      <p:sp>
        <p:nvSpPr>
          <p:cNvPr id="645" name="TextBox 21"/>
          <p:cNvSpPr/>
          <p:nvPr/>
        </p:nvSpPr>
        <p:spPr>
          <a:xfrm>
            <a:off x="5970960" y="4050720"/>
            <a:ext cx="4562640" cy="895680"/>
          </a:xfrm>
          <a:prstGeom prst="rect">
            <a:avLst/>
          </a:prstGeom>
          <a:noFill/>
          <a:ln w="0">
            <a:noFill/>
          </a:ln>
        </p:spPr>
        <p:style>
          <a:lnRef idx="0"/>
          <a:fillRef idx="0"/>
          <a:effectRef idx="0"/>
          <a:fontRef idx="minor"/>
        </p:style>
        <p:txBody>
          <a:bodyPr lIns="36720" rIns="36720" tIns="36720" bIns="36720" anchor="t">
            <a:normAutofit/>
          </a:bodyPr>
          <a:p>
            <a:pPr>
              <a:lnSpc>
                <a:spcPct val="100000"/>
              </a:lnSpc>
            </a:pPr>
            <a:r>
              <a:rPr b="0" lang="en-US" sz="1100" strike="noStrike" u="none">
                <a:solidFill>
                  <a:srgbClr val="3d3c38"/>
                </a:solidFill>
                <a:effectLst/>
                <a:uFillTx/>
                <a:latin typeface="Arial"/>
              </a:rPr>
              <a:t>Redis cache • in-memory fallback • background prefetch</a:t>
            </a:r>
            <a:endParaRPr b="0" lang="en-US" sz="1100" strike="noStrike" u="none">
              <a:solidFill>
                <a:srgbClr val="000000"/>
              </a:solidFill>
              <a:effectLst/>
              <a:uFillTx/>
              <a:latin typeface="Arial"/>
            </a:endParaRPr>
          </a:p>
        </p:txBody>
      </p:sp>
      <p:sp>
        <p:nvSpPr>
          <p:cNvPr id="646" name="TextBox 22"/>
          <p:cNvSpPr/>
          <p:nvPr/>
        </p:nvSpPr>
        <p:spPr>
          <a:xfrm>
            <a:off x="640080" y="5349240"/>
            <a:ext cx="10058040" cy="50256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600" strike="noStrike" u="none">
                <a:solidFill>
                  <a:srgbClr val="ff612b"/>
                </a:solidFill>
                <a:effectLst/>
                <a:uFillTx/>
                <a:latin typeface="Arial"/>
              </a:rPr>
              <a:t>The goal is not another data store; it is a single investigation experience.</a:t>
            </a:r>
            <a:endParaRPr b="0" lang="en-US" sz="16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7" name="PlaceHolder 1"/>
          <p:cNvSpPr>
            <a:spLocks noGrp="1"/>
          </p:cNvSpPr>
          <p:nvPr>
            <p:ph type="title"/>
          </p:nvPr>
        </p:nvSpPr>
        <p:spPr>
          <a:xfrm>
            <a:off x="468000" y="555480"/>
            <a:ext cx="9600480" cy="303840"/>
          </a:xfrm>
          <a:prstGeom prst="rect">
            <a:avLst/>
          </a:prstGeom>
          <a:noFill/>
          <a:ln w="0">
            <a:noFill/>
          </a:ln>
        </p:spPr>
        <p:txBody>
          <a:bodyPr lIns="18360" rIns="18360" tIns="0" bIns="0" anchor="t">
            <a:noAutofit/>
          </a:bodyPr>
          <a:p>
            <a:pPr indent="0">
              <a:lnSpc>
                <a:spcPct val="100000"/>
              </a:lnSpc>
              <a:buNone/>
            </a:pPr>
            <a:r>
              <a:rPr b="0" lang="en-US" sz="2800" strike="noStrike" u="none">
                <a:solidFill>
                  <a:srgbClr val="3d3c38"/>
                </a:solidFill>
                <a:effectLst/>
                <a:uFillTx/>
                <a:latin typeface="Arial"/>
              </a:rPr>
              <a:t>The Flow</a:t>
            </a:r>
            <a:endParaRPr b="0" lang="en-US" sz="2800" strike="noStrike" u="none">
              <a:solidFill>
                <a:srgbClr val="000000"/>
              </a:solidFill>
              <a:effectLst/>
              <a:uFillTx/>
              <a:latin typeface="Arial"/>
            </a:endParaRPr>
          </a:p>
        </p:txBody>
      </p:sp>
      <p:sp>
        <p:nvSpPr>
          <p:cNvPr id="649" name="TextBox 3"/>
          <p:cNvSpPr/>
          <p:nvPr/>
        </p:nvSpPr>
        <p:spPr>
          <a:xfrm>
            <a:off x="594360" y="932760"/>
            <a:ext cx="2285640" cy="25560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000" strike="noStrike" u="none">
                <a:solidFill>
                  <a:srgbClr val="ff612b"/>
                </a:solidFill>
                <a:effectLst/>
                <a:uFillTx/>
                <a:latin typeface="Arial"/>
              </a:rPr>
              <a:t>JOURNEY</a:t>
            </a:r>
            <a:endParaRPr b="0" lang="en-US" sz="1000" strike="noStrike" u="none">
              <a:solidFill>
                <a:srgbClr val="000000"/>
              </a:solidFill>
              <a:effectLst/>
              <a:uFillTx/>
              <a:latin typeface="Arial"/>
            </a:endParaRPr>
          </a:p>
        </p:txBody>
      </p:sp>
      <p:sp>
        <p:nvSpPr>
          <p:cNvPr id="650" name="TextBox 4"/>
          <p:cNvSpPr/>
          <p:nvPr/>
        </p:nvSpPr>
        <p:spPr>
          <a:xfrm>
            <a:off x="594360" y="1143000"/>
            <a:ext cx="9875160" cy="438480"/>
          </a:xfrm>
          <a:prstGeom prst="rect">
            <a:avLst/>
          </a:prstGeom>
          <a:noFill/>
          <a:ln w="0">
            <a:noFill/>
          </a:ln>
        </p:spPr>
        <p:style>
          <a:lnRef idx="0"/>
          <a:fillRef idx="0"/>
          <a:effectRef idx="0"/>
          <a:fontRef idx="minor"/>
        </p:style>
        <p:txBody>
          <a:bodyPr lIns="36720" rIns="36720" tIns="36720" bIns="36720" anchor="t">
            <a:normAutofit/>
          </a:bodyPr>
          <a:p>
            <a:pPr>
              <a:lnSpc>
                <a:spcPct val="100000"/>
              </a:lnSpc>
            </a:pPr>
            <a:r>
              <a:rPr b="0" lang="en-US" sz="1300" strike="noStrike" u="none">
                <a:solidFill>
                  <a:srgbClr val="8a8780"/>
                </a:solidFill>
                <a:effectLst/>
                <a:uFillTx/>
                <a:latin typeface="Arial"/>
              </a:rPr>
              <a:t>From patient search to insight.</a:t>
            </a:r>
            <a:endParaRPr b="0" lang="en-US" sz="1300" strike="noStrike" u="none">
              <a:solidFill>
                <a:srgbClr val="000000"/>
              </a:solidFill>
              <a:effectLst/>
              <a:uFillTx/>
              <a:latin typeface="Arial"/>
            </a:endParaRPr>
          </a:p>
        </p:txBody>
      </p:sp>
      <p:sp>
        <p:nvSpPr>
          <p:cNvPr id="651" name="Rounded Rectangle 5"/>
          <p:cNvSpPr/>
          <p:nvPr/>
        </p:nvSpPr>
        <p:spPr>
          <a:xfrm>
            <a:off x="594360" y="1874520"/>
            <a:ext cx="1874160" cy="1828440"/>
          </a:xfrm>
          <a:prstGeom prst="roundRect">
            <a:avLst>
              <a:gd name="adj" fmla="val 16667"/>
            </a:avLst>
          </a:prstGeom>
          <a:solidFill>
            <a:srgbClr val="ffffff"/>
          </a:solidFill>
          <a:ln w="12700">
            <a:solidFill>
              <a:srgbClr val="eeebe4"/>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Arial"/>
            </a:endParaRPr>
          </a:p>
        </p:txBody>
      </p:sp>
      <p:sp>
        <p:nvSpPr>
          <p:cNvPr id="652" name="Oval 6"/>
          <p:cNvSpPr/>
          <p:nvPr/>
        </p:nvSpPr>
        <p:spPr>
          <a:xfrm>
            <a:off x="740520" y="2039040"/>
            <a:ext cx="438480" cy="438480"/>
          </a:xfrm>
          <a:prstGeom prst="ellipse">
            <a:avLst/>
          </a:prstGeom>
          <a:solidFill>
            <a:srgbClr val="ff612b"/>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Arial"/>
            </a:endParaRPr>
          </a:p>
        </p:txBody>
      </p:sp>
      <p:sp>
        <p:nvSpPr>
          <p:cNvPr id="653" name="TextBox 7"/>
          <p:cNvSpPr/>
          <p:nvPr/>
        </p:nvSpPr>
        <p:spPr>
          <a:xfrm>
            <a:off x="740520" y="2057400"/>
            <a:ext cx="438480" cy="328680"/>
          </a:xfrm>
          <a:prstGeom prst="rect">
            <a:avLst/>
          </a:prstGeom>
          <a:noFill/>
          <a:ln w="0">
            <a:noFill/>
          </a:ln>
        </p:spPr>
        <p:style>
          <a:lnRef idx="0"/>
          <a:fillRef idx="0"/>
          <a:effectRef idx="0"/>
          <a:fontRef idx="minor"/>
        </p:style>
        <p:txBody>
          <a:bodyPr wrap="none" lIns="0" rIns="0" tIns="0" bIns="0" anchor="ctr">
            <a:spAutoFit/>
          </a:bodyPr>
          <a:p>
            <a:pPr algn="ctr">
              <a:lnSpc>
                <a:spcPct val="100000"/>
              </a:lnSpc>
            </a:pPr>
            <a:r>
              <a:rPr b="1" lang="en-US" sz="1200" strike="noStrike" u="none">
                <a:solidFill>
                  <a:srgbClr val="ffffff"/>
                </a:solidFill>
                <a:effectLst/>
                <a:uFillTx/>
                <a:latin typeface="Arial"/>
              </a:rPr>
              <a:t>1</a:t>
            </a:r>
            <a:endParaRPr b="0" lang="en-US" sz="1200" strike="noStrike" u="none">
              <a:solidFill>
                <a:srgbClr val="000000"/>
              </a:solidFill>
              <a:effectLst/>
              <a:uFillTx/>
              <a:latin typeface="Arial"/>
            </a:endParaRPr>
          </a:p>
        </p:txBody>
      </p:sp>
      <p:sp>
        <p:nvSpPr>
          <p:cNvPr id="654" name="TextBox 8"/>
          <p:cNvSpPr/>
          <p:nvPr/>
        </p:nvSpPr>
        <p:spPr>
          <a:xfrm>
            <a:off x="1280160" y="2020680"/>
            <a:ext cx="1051200" cy="36540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500" strike="noStrike" u="none">
                <a:solidFill>
                  <a:srgbClr val="3d3c38"/>
                </a:solidFill>
                <a:effectLst/>
                <a:uFillTx/>
                <a:latin typeface="Arial"/>
              </a:rPr>
              <a:t>Search</a:t>
            </a:r>
            <a:endParaRPr b="0" lang="en-US" sz="1500" strike="noStrike" u="none">
              <a:solidFill>
                <a:srgbClr val="000000"/>
              </a:solidFill>
              <a:effectLst/>
              <a:uFillTx/>
              <a:latin typeface="Arial"/>
            </a:endParaRPr>
          </a:p>
        </p:txBody>
      </p:sp>
      <p:sp>
        <p:nvSpPr>
          <p:cNvPr id="655" name="TextBox 9"/>
          <p:cNvSpPr/>
          <p:nvPr/>
        </p:nvSpPr>
        <p:spPr>
          <a:xfrm>
            <a:off x="758880" y="2587680"/>
            <a:ext cx="1545120" cy="959760"/>
          </a:xfrm>
          <a:prstGeom prst="rect">
            <a:avLst/>
          </a:prstGeom>
          <a:noFill/>
          <a:ln w="0">
            <a:noFill/>
          </a:ln>
        </p:spPr>
        <p:style>
          <a:lnRef idx="0"/>
          <a:fillRef idx="0"/>
          <a:effectRef idx="0"/>
          <a:fontRef idx="minor"/>
        </p:style>
        <p:txBody>
          <a:bodyPr lIns="36720" rIns="36720" tIns="36720" bIns="36720" anchor="t">
            <a:normAutofit/>
          </a:bodyPr>
          <a:p>
            <a:pPr>
              <a:lnSpc>
                <a:spcPct val="100000"/>
              </a:lnSpc>
            </a:pPr>
            <a:r>
              <a:rPr b="0" lang="en-US" sz="1100" strike="noStrike" u="none">
                <a:solidFill>
                  <a:srgbClr val="3d3c38"/>
                </a:solidFill>
                <a:effectLst/>
                <a:uFillTx/>
                <a:latin typeface="Arial"/>
              </a:rPr>
              <a:t>Patient ID / Enterprise ID</a:t>
            </a:r>
            <a:endParaRPr b="0" lang="en-US" sz="1100" strike="noStrike" u="none">
              <a:solidFill>
                <a:srgbClr val="000000"/>
              </a:solidFill>
              <a:effectLst/>
              <a:uFillTx/>
              <a:latin typeface="Arial"/>
            </a:endParaRPr>
          </a:p>
        </p:txBody>
      </p:sp>
      <p:cxnSp>
        <p:nvCxnSpPr>
          <p:cNvPr id="656" name="Connector 10"/>
          <p:cNvCxnSpPr/>
          <p:nvPr/>
        </p:nvCxnSpPr>
        <p:spPr>
          <a:xfrm>
            <a:off x="2468520" y="2788920"/>
            <a:ext cx="201600" cy="360"/>
          </a:xfrm>
          <a:prstGeom prst="straightConnector1">
            <a:avLst/>
          </a:prstGeom>
          <a:ln w="25400">
            <a:solidFill>
              <a:srgbClr val="ff612b"/>
            </a:solidFill>
          </a:ln>
        </p:spPr>
      </p:cxnSp>
      <p:sp>
        <p:nvSpPr>
          <p:cNvPr id="657" name="Rounded Rectangle 11"/>
          <p:cNvSpPr/>
          <p:nvPr/>
        </p:nvSpPr>
        <p:spPr>
          <a:xfrm>
            <a:off x="2743200" y="1874520"/>
            <a:ext cx="1874160" cy="1828440"/>
          </a:xfrm>
          <a:prstGeom prst="roundRect">
            <a:avLst>
              <a:gd name="adj" fmla="val 16667"/>
            </a:avLst>
          </a:prstGeom>
          <a:solidFill>
            <a:srgbClr val="ffffff"/>
          </a:solidFill>
          <a:ln w="12700">
            <a:solidFill>
              <a:srgbClr val="eeebe4"/>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Arial"/>
            </a:endParaRPr>
          </a:p>
        </p:txBody>
      </p:sp>
      <p:sp>
        <p:nvSpPr>
          <p:cNvPr id="658" name="Oval 12"/>
          <p:cNvSpPr/>
          <p:nvPr/>
        </p:nvSpPr>
        <p:spPr>
          <a:xfrm>
            <a:off x="2889360" y="2039040"/>
            <a:ext cx="438480" cy="438480"/>
          </a:xfrm>
          <a:prstGeom prst="ellipse">
            <a:avLst/>
          </a:prstGeom>
          <a:solidFill>
            <a:srgbClr val="ff612b"/>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Arial"/>
            </a:endParaRPr>
          </a:p>
        </p:txBody>
      </p:sp>
      <p:sp>
        <p:nvSpPr>
          <p:cNvPr id="659" name="TextBox 13"/>
          <p:cNvSpPr/>
          <p:nvPr/>
        </p:nvSpPr>
        <p:spPr>
          <a:xfrm>
            <a:off x="2889360" y="2057400"/>
            <a:ext cx="438480" cy="328680"/>
          </a:xfrm>
          <a:prstGeom prst="rect">
            <a:avLst/>
          </a:prstGeom>
          <a:noFill/>
          <a:ln w="0">
            <a:noFill/>
          </a:ln>
        </p:spPr>
        <p:style>
          <a:lnRef idx="0"/>
          <a:fillRef idx="0"/>
          <a:effectRef idx="0"/>
          <a:fontRef idx="minor"/>
        </p:style>
        <p:txBody>
          <a:bodyPr wrap="none" lIns="0" rIns="0" tIns="0" bIns="0" anchor="ctr">
            <a:spAutoFit/>
          </a:bodyPr>
          <a:p>
            <a:pPr algn="ctr">
              <a:lnSpc>
                <a:spcPct val="100000"/>
              </a:lnSpc>
            </a:pPr>
            <a:r>
              <a:rPr b="1" lang="en-US" sz="1200" strike="noStrike" u="none">
                <a:solidFill>
                  <a:srgbClr val="ffffff"/>
                </a:solidFill>
                <a:effectLst/>
                <a:uFillTx/>
                <a:latin typeface="Arial"/>
              </a:rPr>
              <a:t>2</a:t>
            </a:r>
            <a:endParaRPr b="0" lang="en-US" sz="1200" strike="noStrike" u="none">
              <a:solidFill>
                <a:srgbClr val="000000"/>
              </a:solidFill>
              <a:effectLst/>
              <a:uFillTx/>
              <a:latin typeface="Arial"/>
            </a:endParaRPr>
          </a:p>
        </p:txBody>
      </p:sp>
      <p:sp>
        <p:nvSpPr>
          <p:cNvPr id="660" name="TextBox 14"/>
          <p:cNvSpPr/>
          <p:nvPr/>
        </p:nvSpPr>
        <p:spPr>
          <a:xfrm>
            <a:off x="3429000" y="2020680"/>
            <a:ext cx="1051200" cy="36540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500" strike="noStrike" u="none">
                <a:solidFill>
                  <a:srgbClr val="3d3c38"/>
                </a:solidFill>
                <a:effectLst/>
                <a:uFillTx/>
                <a:latin typeface="Arial"/>
              </a:rPr>
              <a:t>Aggregate</a:t>
            </a:r>
            <a:endParaRPr b="0" lang="en-US" sz="1500" strike="noStrike" u="none">
              <a:solidFill>
                <a:srgbClr val="000000"/>
              </a:solidFill>
              <a:effectLst/>
              <a:uFillTx/>
              <a:latin typeface="Arial"/>
            </a:endParaRPr>
          </a:p>
        </p:txBody>
      </p:sp>
      <p:sp>
        <p:nvSpPr>
          <p:cNvPr id="661" name="TextBox 15"/>
          <p:cNvSpPr/>
          <p:nvPr/>
        </p:nvSpPr>
        <p:spPr>
          <a:xfrm>
            <a:off x="2907720" y="2587680"/>
            <a:ext cx="1545120" cy="959760"/>
          </a:xfrm>
          <a:prstGeom prst="rect">
            <a:avLst/>
          </a:prstGeom>
          <a:noFill/>
          <a:ln w="0">
            <a:noFill/>
          </a:ln>
        </p:spPr>
        <p:style>
          <a:lnRef idx="0"/>
          <a:fillRef idx="0"/>
          <a:effectRef idx="0"/>
          <a:fontRef idx="minor"/>
        </p:style>
        <p:txBody>
          <a:bodyPr lIns="36720" rIns="36720" tIns="36720" bIns="36720" anchor="t">
            <a:normAutofit/>
          </a:bodyPr>
          <a:p>
            <a:pPr>
              <a:lnSpc>
                <a:spcPct val="100000"/>
              </a:lnSpc>
            </a:pPr>
            <a:r>
              <a:rPr b="0" lang="en-US" sz="1100" strike="noStrike" u="none">
                <a:solidFill>
                  <a:srgbClr val="3d3c38"/>
                </a:solidFill>
                <a:effectLst/>
                <a:uFillTx/>
                <a:latin typeface="Arial"/>
              </a:rPr>
              <a:t>Six source panels in parallel</a:t>
            </a:r>
            <a:endParaRPr b="0" lang="en-US" sz="1100" strike="noStrike" u="none">
              <a:solidFill>
                <a:srgbClr val="000000"/>
              </a:solidFill>
              <a:effectLst/>
              <a:uFillTx/>
              <a:latin typeface="Arial"/>
            </a:endParaRPr>
          </a:p>
        </p:txBody>
      </p:sp>
      <p:cxnSp>
        <p:nvCxnSpPr>
          <p:cNvPr id="662" name="Connector 16"/>
          <p:cNvCxnSpPr/>
          <p:nvPr/>
        </p:nvCxnSpPr>
        <p:spPr>
          <a:xfrm>
            <a:off x="4617720" y="2788920"/>
            <a:ext cx="201240" cy="360"/>
          </a:xfrm>
          <a:prstGeom prst="straightConnector1">
            <a:avLst/>
          </a:prstGeom>
          <a:ln w="25400">
            <a:solidFill>
              <a:srgbClr val="ff612b"/>
            </a:solidFill>
          </a:ln>
        </p:spPr>
      </p:cxnSp>
      <p:sp>
        <p:nvSpPr>
          <p:cNvPr id="663" name="Rounded Rectangle 17"/>
          <p:cNvSpPr/>
          <p:nvPr/>
        </p:nvSpPr>
        <p:spPr>
          <a:xfrm>
            <a:off x="4892040" y="1874520"/>
            <a:ext cx="1874160" cy="1828440"/>
          </a:xfrm>
          <a:prstGeom prst="roundRect">
            <a:avLst>
              <a:gd name="adj" fmla="val 16667"/>
            </a:avLst>
          </a:prstGeom>
          <a:solidFill>
            <a:srgbClr val="ffffff"/>
          </a:solidFill>
          <a:ln w="12700">
            <a:solidFill>
              <a:srgbClr val="eeebe4"/>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Arial"/>
            </a:endParaRPr>
          </a:p>
        </p:txBody>
      </p:sp>
      <p:sp>
        <p:nvSpPr>
          <p:cNvPr id="664" name="Oval 18"/>
          <p:cNvSpPr/>
          <p:nvPr/>
        </p:nvSpPr>
        <p:spPr>
          <a:xfrm>
            <a:off x="5038200" y="2039040"/>
            <a:ext cx="438480" cy="438480"/>
          </a:xfrm>
          <a:prstGeom prst="ellipse">
            <a:avLst/>
          </a:prstGeom>
          <a:solidFill>
            <a:srgbClr val="ff612b"/>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Arial"/>
            </a:endParaRPr>
          </a:p>
        </p:txBody>
      </p:sp>
      <p:sp>
        <p:nvSpPr>
          <p:cNvPr id="665" name="TextBox 19"/>
          <p:cNvSpPr/>
          <p:nvPr/>
        </p:nvSpPr>
        <p:spPr>
          <a:xfrm>
            <a:off x="5038200" y="2057400"/>
            <a:ext cx="438480" cy="328680"/>
          </a:xfrm>
          <a:prstGeom prst="rect">
            <a:avLst/>
          </a:prstGeom>
          <a:noFill/>
          <a:ln w="0">
            <a:noFill/>
          </a:ln>
        </p:spPr>
        <p:style>
          <a:lnRef idx="0"/>
          <a:fillRef idx="0"/>
          <a:effectRef idx="0"/>
          <a:fontRef idx="minor"/>
        </p:style>
        <p:txBody>
          <a:bodyPr wrap="none" lIns="0" rIns="0" tIns="0" bIns="0" anchor="ctr">
            <a:spAutoFit/>
          </a:bodyPr>
          <a:p>
            <a:pPr algn="ctr">
              <a:lnSpc>
                <a:spcPct val="100000"/>
              </a:lnSpc>
            </a:pPr>
            <a:r>
              <a:rPr b="1" lang="en-US" sz="1200" strike="noStrike" u="none">
                <a:solidFill>
                  <a:srgbClr val="ffffff"/>
                </a:solidFill>
                <a:effectLst/>
                <a:uFillTx/>
                <a:latin typeface="Arial"/>
              </a:rPr>
              <a:t>3</a:t>
            </a:r>
            <a:endParaRPr b="0" lang="en-US" sz="1200" strike="noStrike" u="none">
              <a:solidFill>
                <a:srgbClr val="000000"/>
              </a:solidFill>
              <a:effectLst/>
              <a:uFillTx/>
              <a:latin typeface="Arial"/>
            </a:endParaRPr>
          </a:p>
        </p:txBody>
      </p:sp>
      <p:sp>
        <p:nvSpPr>
          <p:cNvPr id="666" name="TextBox 20"/>
          <p:cNvSpPr/>
          <p:nvPr/>
        </p:nvSpPr>
        <p:spPr>
          <a:xfrm>
            <a:off x="5577840" y="2020680"/>
            <a:ext cx="1051200" cy="36540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500" strike="noStrike" u="none">
                <a:solidFill>
                  <a:srgbClr val="3d3c38"/>
                </a:solidFill>
                <a:effectLst/>
                <a:uFillTx/>
                <a:latin typeface="Arial"/>
              </a:rPr>
              <a:t>Explore</a:t>
            </a:r>
            <a:endParaRPr b="0" lang="en-US" sz="1500" strike="noStrike" u="none">
              <a:solidFill>
                <a:srgbClr val="000000"/>
              </a:solidFill>
              <a:effectLst/>
              <a:uFillTx/>
              <a:latin typeface="Arial"/>
            </a:endParaRPr>
          </a:p>
        </p:txBody>
      </p:sp>
      <p:sp>
        <p:nvSpPr>
          <p:cNvPr id="667" name="TextBox 21"/>
          <p:cNvSpPr/>
          <p:nvPr/>
        </p:nvSpPr>
        <p:spPr>
          <a:xfrm>
            <a:off x="5056560" y="2587680"/>
            <a:ext cx="1545120" cy="959760"/>
          </a:xfrm>
          <a:prstGeom prst="rect">
            <a:avLst/>
          </a:prstGeom>
          <a:noFill/>
          <a:ln w="0">
            <a:noFill/>
          </a:ln>
        </p:spPr>
        <p:style>
          <a:lnRef idx="0"/>
          <a:fillRef idx="0"/>
          <a:effectRef idx="0"/>
          <a:fontRef idx="minor"/>
        </p:style>
        <p:txBody>
          <a:bodyPr lIns="36720" rIns="36720" tIns="36720" bIns="36720" anchor="t">
            <a:normAutofit/>
          </a:bodyPr>
          <a:p>
            <a:pPr>
              <a:lnSpc>
                <a:spcPct val="100000"/>
              </a:lnSpc>
            </a:pPr>
            <a:r>
              <a:rPr b="0" lang="en-US" sz="1100" strike="noStrike" u="none">
                <a:solidFill>
                  <a:srgbClr val="3d3c38"/>
                </a:solidFill>
                <a:effectLst/>
                <a:uFillTx/>
                <a:latin typeface="Arial"/>
              </a:rPr>
              <a:t>Eligibility • claims • Rx • labs • history</a:t>
            </a:r>
            <a:endParaRPr b="0" lang="en-US" sz="1100" strike="noStrike" u="none">
              <a:solidFill>
                <a:srgbClr val="000000"/>
              </a:solidFill>
              <a:effectLst/>
              <a:uFillTx/>
              <a:latin typeface="Arial"/>
            </a:endParaRPr>
          </a:p>
        </p:txBody>
      </p:sp>
      <p:cxnSp>
        <p:nvCxnSpPr>
          <p:cNvPr id="668" name="Connector 22"/>
          <p:cNvCxnSpPr/>
          <p:nvPr/>
        </p:nvCxnSpPr>
        <p:spPr>
          <a:xfrm>
            <a:off x="6766560" y="2788920"/>
            <a:ext cx="201240" cy="360"/>
          </a:xfrm>
          <a:prstGeom prst="straightConnector1">
            <a:avLst/>
          </a:prstGeom>
          <a:ln w="25400">
            <a:solidFill>
              <a:srgbClr val="ff612b"/>
            </a:solidFill>
          </a:ln>
        </p:spPr>
      </p:cxnSp>
      <p:sp>
        <p:nvSpPr>
          <p:cNvPr id="669" name="Rounded Rectangle 23"/>
          <p:cNvSpPr/>
          <p:nvPr/>
        </p:nvSpPr>
        <p:spPr>
          <a:xfrm>
            <a:off x="7040880" y="1874520"/>
            <a:ext cx="1874160" cy="1828440"/>
          </a:xfrm>
          <a:prstGeom prst="roundRect">
            <a:avLst>
              <a:gd name="adj" fmla="val 16667"/>
            </a:avLst>
          </a:prstGeom>
          <a:solidFill>
            <a:srgbClr val="ffffff"/>
          </a:solidFill>
          <a:ln w="12700">
            <a:solidFill>
              <a:srgbClr val="eeebe4"/>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Arial"/>
            </a:endParaRPr>
          </a:p>
        </p:txBody>
      </p:sp>
      <p:sp>
        <p:nvSpPr>
          <p:cNvPr id="670" name="Oval 24"/>
          <p:cNvSpPr/>
          <p:nvPr/>
        </p:nvSpPr>
        <p:spPr>
          <a:xfrm>
            <a:off x="7187040" y="2039040"/>
            <a:ext cx="438480" cy="438480"/>
          </a:xfrm>
          <a:prstGeom prst="ellipse">
            <a:avLst/>
          </a:prstGeom>
          <a:solidFill>
            <a:srgbClr val="ff612b"/>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Arial"/>
            </a:endParaRPr>
          </a:p>
        </p:txBody>
      </p:sp>
      <p:sp>
        <p:nvSpPr>
          <p:cNvPr id="671" name="TextBox 25"/>
          <p:cNvSpPr/>
          <p:nvPr/>
        </p:nvSpPr>
        <p:spPr>
          <a:xfrm>
            <a:off x="7187040" y="2057400"/>
            <a:ext cx="438480" cy="328680"/>
          </a:xfrm>
          <a:prstGeom prst="rect">
            <a:avLst/>
          </a:prstGeom>
          <a:noFill/>
          <a:ln w="0">
            <a:noFill/>
          </a:ln>
        </p:spPr>
        <p:style>
          <a:lnRef idx="0"/>
          <a:fillRef idx="0"/>
          <a:effectRef idx="0"/>
          <a:fontRef idx="minor"/>
        </p:style>
        <p:txBody>
          <a:bodyPr wrap="none" lIns="0" rIns="0" tIns="0" bIns="0" anchor="ctr">
            <a:spAutoFit/>
          </a:bodyPr>
          <a:p>
            <a:pPr algn="ctr">
              <a:lnSpc>
                <a:spcPct val="100000"/>
              </a:lnSpc>
            </a:pPr>
            <a:r>
              <a:rPr b="1" lang="en-US" sz="1200" strike="noStrike" u="none">
                <a:solidFill>
                  <a:srgbClr val="ffffff"/>
                </a:solidFill>
                <a:effectLst/>
                <a:uFillTx/>
                <a:latin typeface="Arial"/>
              </a:rPr>
              <a:t>4</a:t>
            </a:r>
            <a:endParaRPr b="0" lang="en-US" sz="1200" strike="noStrike" u="none">
              <a:solidFill>
                <a:srgbClr val="000000"/>
              </a:solidFill>
              <a:effectLst/>
              <a:uFillTx/>
              <a:latin typeface="Arial"/>
            </a:endParaRPr>
          </a:p>
        </p:txBody>
      </p:sp>
      <p:sp>
        <p:nvSpPr>
          <p:cNvPr id="672" name="TextBox 26"/>
          <p:cNvSpPr/>
          <p:nvPr/>
        </p:nvSpPr>
        <p:spPr>
          <a:xfrm>
            <a:off x="7726680" y="2020680"/>
            <a:ext cx="1051200" cy="36540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500" strike="noStrike" u="none">
                <a:solidFill>
                  <a:srgbClr val="3d3c38"/>
                </a:solidFill>
                <a:effectLst/>
                <a:uFillTx/>
                <a:latin typeface="Arial"/>
              </a:rPr>
              <a:t>Ask</a:t>
            </a:r>
            <a:endParaRPr b="0" lang="en-US" sz="1500" strike="noStrike" u="none">
              <a:solidFill>
                <a:srgbClr val="000000"/>
              </a:solidFill>
              <a:effectLst/>
              <a:uFillTx/>
              <a:latin typeface="Arial"/>
            </a:endParaRPr>
          </a:p>
        </p:txBody>
      </p:sp>
      <p:sp>
        <p:nvSpPr>
          <p:cNvPr id="673" name="TextBox 27"/>
          <p:cNvSpPr/>
          <p:nvPr/>
        </p:nvSpPr>
        <p:spPr>
          <a:xfrm>
            <a:off x="7205400" y="2587680"/>
            <a:ext cx="1545120" cy="959760"/>
          </a:xfrm>
          <a:prstGeom prst="rect">
            <a:avLst/>
          </a:prstGeom>
          <a:noFill/>
          <a:ln w="0">
            <a:noFill/>
          </a:ln>
        </p:spPr>
        <p:style>
          <a:lnRef idx="0"/>
          <a:fillRef idx="0"/>
          <a:effectRef idx="0"/>
          <a:fontRef idx="minor"/>
        </p:style>
        <p:txBody>
          <a:bodyPr lIns="36720" rIns="36720" tIns="36720" bIns="36720" anchor="t">
            <a:normAutofit/>
          </a:bodyPr>
          <a:p>
            <a:pPr>
              <a:lnSpc>
                <a:spcPct val="100000"/>
              </a:lnSpc>
            </a:pPr>
            <a:r>
              <a:rPr b="0" lang="en-US" sz="1100" strike="noStrike" u="none">
                <a:solidFill>
                  <a:srgbClr val="3d3c38"/>
                </a:solidFill>
                <a:effectLst/>
                <a:uFillTx/>
                <a:latin typeface="Arial"/>
              </a:rPr>
              <a:t>Natural-language business question</a:t>
            </a:r>
            <a:endParaRPr b="0" lang="en-US" sz="1100" strike="noStrike" u="none">
              <a:solidFill>
                <a:srgbClr val="000000"/>
              </a:solidFill>
              <a:effectLst/>
              <a:uFillTx/>
              <a:latin typeface="Arial"/>
            </a:endParaRPr>
          </a:p>
        </p:txBody>
      </p:sp>
      <p:cxnSp>
        <p:nvCxnSpPr>
          <p:cNvPr id="674" name="Connector 28"/>
          <p:cNvCxnSpPr/>
          <p:nvPr/>
        </p:nvCxnSpPr>
        <p:spPr>
          <a:xfrm>
            <a:off x="8915400" y="2788920"/>
            <a:ext cx="201240" cy="360"/>
          </a:xfrm>
          <a:prstGeom prst="straightConnector1">
            <a:avLst/>
          </a:prstGeom>
          <a:ln w="25400">
            <a:solidFill>
              <a:srgbClr val="ff612b"/>
            </a:solidFill>
          </a:ln>
        </p:spPr>
      </p:cxnSp>
      <p:sp>
        <p:nvSpPr>
          <p:cNvPr id="675" name="Rounded Rectangle 29"/>
          <p:cNvSpPr/>
          <p:nvPr/>
        </p:nvSpPr>
        <p:spPr>
          <a:xfrm>
            <a:off x="9189720" y="1874520"/>
            <a:ext cx="1874160" cy="1828440"/>
          </a:xfrm>
          <a:prstGeom prst="roundRect">
            <a:avLst>
              <a:gd name="adj" fmla="val 16667"/>
            </a:avLst>
          </a:prstGeom>
          <a:solidFill>
            <a:srgbClr val="ffffff"/>
          </a:solidFill>
          <a:ln w="12700">
            <a:solidFill>
              <a:srgbClr val="eeebe4"/>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Arial"/>
            </a:endParaRPr>
          </a:p>
        </p:txBody>
      </p:sp>
      <p:sp>
        <p:nvSpPr>
          <p:cNvPr id="676" name="Oval 30"/>
          <p:cNvSpPr/>
          <p:nvPr/>
        </p:nvSpPr>
        <p:spPr>
          <a:xfrm>
            <a:off x="9335880" y="2039040"/>
            <a:ext cx="438480" cy="438480"/>
          </a:xfrm>
          <a:prstGeom prst="ellipse">
            <a:avLst/>
          </a:prstGeom>
          <a:solidFill>
            <a:srgbClr val="ff612b"/>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Arial"/>
            </a:endParaRPr>
          </a:p>
        </p:txBody>
      </p:sp>
      <p:sp>
        <p:nvSpPr>
          <p:cNvPr id="677" name="TextBox 31"/>
          <p:cNvSpPr/>
          <p:nvPr/>
        </p:nvSpPr>
        <p:spPr>
          <a:xfrm>
            <a:off x="9335880" y="2057400"/>
            <a:ext cx="438480" cy="328680"/>
          </a:xfrm>
          <a:prstGeom prst="rect">
            <a:avLst/>
          </a:prstGeom>
          <a:noFill/>
          <a:ln w="0">
            <a:noFill/>
          </a:ln>
        </p:spPr>
        <p:style>
          <a:lnRef idx="0"/>
          <a:fillRef idx="0"/>
          <a:effectRef idx="0"/>
          <a:fontRef idx="minor"/>
        </p:style>
        <p:txBody>
          <a:bodyPr wrap="none" lIns="0" rIns="0" tIns="0" bIns="0" anchor="ctr">
            <a:spAutoFit/>
          </a:bodyPr>
          <a:p>
            <a:pPr algn="ctr">
              <a:lnSpc>
                <a:spcPct val="100000"/>
              </a:lnSpc>
            </a:pPr>
            <a:r>
              <a:rPr b="1" lang="en-US" sz="1200" strike="noStrike" u="none">
                <a:solidFill>
                  <a:srgbClr val="ffffff"/>
                </a:solidFill>
                <a:effectLst/>
                <a:uFillTx/>
                <a:latin typeface="Arial"/>
              </a:rPr>
              <a:t>5</a:t>
            </a:r>
            <a:endParaRPr b="0" lang="en-US" sz="1200" strike="noStrike" u="none">
              <a:solidFill>
                <a:srgbClr val="000000"/>
              </a:solidFill>
              <a:effectLst/>
              <a:uFillTx/>
              <a:latin typeface="Arial"/>
            </a:endParaRPr>
          </a:p>
        </p:txBody>
      </p:sp>
      <p:sp>
        <p:nvSpPr>
          <p:cNvPr id="678" name="TextBox 32"/>
          <p:cNvSpPr/>
          <p:nvPr/>
        </p:nvSpPr>
        <p:spPr>
          <a:xfrm>
            <a:off x="9875520" y="2020680"/>
            <a:ext cx="1051200" cy="36540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500" strike="noStrike" u="none">
                <a:solidFill>
                  <a:srgbClr val="3d3c38"/>
                </a:solidFill>
                <a:effectLst/>
                <a:uFillTx/>
                <a:latin typeface="Arial"/>
              </a:rPr>
              <a:t>Analyze</a:t>
            </a:r>
            <a:endParaRPr b="0" lang="en-US" sz="1500" strike="noStrike" u="none">
              <a:solidFill>
                <a:srgbClr val="000000"/>
              </a:solidFill>
              <a:effectLst/>
              <a:uFillTx/>
              <a:latin typeface="Arial"/>
            </a:endParaRPr>
          </a:p>
        </p:txBody>
      </p:sp>
      <p:sp>
        <p:nvSpPr>
          <p:cNvPr id="679" name="TextBox 33"/>
          <p:cNvSpPr/>
          <p:nvPr/>
        </p:nvSpPr>
        <p:spPr>
          <a:xfrm>
            <a:off x="9354240" y="2587680"/>
            <a:ext cx="1545120" cy="959760"/>
          </a:xfrm>
          <a:prstGeom prst="rect">
            <a:avLst/>
          </a:prstGeom>
          <a:noFill/>
          <a:ln w="0">
            <a:noFill/>
          </a:ln>
        </p:spPr>
        <p:style>
          <a:lnRef idx="0"/>
          <a:fillRef idx="0"/>
          <a:effectRef idx="0"/>
          <a:fontRef idx="minor"/>
        </p:style>
        <p:txBody>
          <a:bodyPr lIns="36720" rIns="36720" tIns="36720" bIns="36720" anchor="t">
            <a:normAutofit/>
          </a:bodyPr>
          <a:p>
            <a:pPr>
              <a:lnSpc>
                <a:spcPct val="100000"/>
              </a:lnSpc>
            </a:pPr>
            <a:r>
              <a:rPr b="0" lang="en-US" sz="1100" strike="noStrike" u="none">
                <a:solidFill>
                  <a:srgbClr val="3d3c38"/>
                </a:solidFill>
                <a:effectLst/>
                <a:uFillTx/>
                <a:latin typeface="Arial"/>
              </a:rPr>
              <a:t>SQL • filters • aggregates • profiles • charts</a:t>
            </a:r>
            <a:endParaRPr b="0" lang="en-US" sz="1100" strike="noStrike" u="none">
              <a:solidFill>
                <a:srgbClr val="000000"/>
              </a:solidFill>
              <a:effectLst/>
              <a:uFillTx/>
              <a:latin typeface="Arial"/>
            </a:endParaRPr>
          </a:p>
        </p:txBody>
      </p:sp>
      <p:sp>
        <p:nvSpPr>
          <p:cNvPr id="680" name="TextBox 34"/>
          <p:cNvSpPr/>
          <p:nvPr/>
        </p:nvSpPr>
        <p:spPr>
          <a:xfrm>
            <a:off x="822960" y="4251960"/>
            <a:ext cx="9966600" cy="822600"/>
          </a:xfrm>
          <a:prstGeom prst="rect">
            <a:avLst/>
          </a:prstGeom>
          <a:noFill/>
          <a:ln w="0">
            <a:noFill/>
          </a:ln>
        </p:spPr>
        <p:style>
          <a:lnRef idx="0"/>
          <a:fillRef idx="0"/>
          <a:effectRef idx="0"/>
          <a:fontRef idx="minor"/>
        </p:style>
        <p:txBody>
          <a:bodyPr wrap="none" lIns="36720" rIns="36720" tIns="36720" bIns="36720" anchor="t">
            <a:spAutoFit/>
          </a:bodyPr>
          <a:p>
            <a:pPr algn="ctr">
              <a:lnSpc>
                <a:spcPct val="100000"/>
              </a:lnSpc>
            </a:pPr>
            <a:r>
              <a:rPr b="0" lang="en-US" sz="1500" strike="noStrike" u="none">
                <a:solidFill>
                  <a:srgbClr val="3d3c38"/>
                </a:solidFill>
                <a:effectLst/>
                <a:uFillTx/>
                <a:latin typeface="Arial"/>
              </a:rPr>
              <a:t>Business principle: keep the user in one analytical context while the platform handles source selection, retrieval and computation.</a:t>
            </a:r>
            <a:endParaRPr b="0" lang="en-US" sz="15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1" name="PlaceHolder 1"/>
          <p:cNvSpPr>
            <a:spLocks noGrp="1"/>
          </p:cNvSpPr>
          <p:nvPr>
            <p:ph type="title"/>
          </p:nvPr>
        </p:nvSpPr>
        <p:spPr>
          <a:xfrm>
            <a:off x="468000" y="555480"/>
            <a:ext cx="9600480" cy="303840"/>
          </a:xfrm>
          <a:prstGeom prst="rect">
            <a:avLst/>
          </a:prstGeom>
          <a:noFill/>
          <a:ln w="0">
            <a:noFill/>
          </a:ln>
        </p:spPr>
        <p:txBody>
          <a:bodyPr lIns="18360" rIns="18360" tIns="0" bIns="0" anchor="t">
            <a:noAutofit/>
          </a:bodyPr>
          <a:p>
            <a:pPr indent="0">
              <a:lnSpc>
                <a:spcPct val="100000"/>
              </a:lnSpc>
              <a:buNone/>
            </a:pPr>
            <a:r>
              <a:rPr b="0" lang="en-US" sz="2800" strike="noStrike" u="none">
                <a:solidFill>
                  <a:srgbClr val="3d3c38"/>
                </a:solidFill>
                <a:effectLst/>
                <a:uFillTx/>
                <a:latin typeface="Arial"/>
              </a:rPr>
              <a:t>How a User Utilizes the Application</a:t>
            </a:r>
            <a:endParaRPr b="0" lang="en-US" sz="2800" strike="noStrike" u="none">
              <a:solidFill>
                <a:srgbClr val="000000"/>
              </a:solidFill>
              <a:effectLst/>
              <a:uFillTx/>
              <a:latin typeface="Arial"/>
            </a:endParaRPr>
          </a:p>
        </p:txBody>
      </p:sp>
      <p:sp>
        <p:nvSpPr>
          <p:cNvPr id="683" name="TextBox 3"/>
          <p:cNvSpPr/>
          <p:nvPr/>
        </p:nvSpPr>
        <p:spPr>
          <a:xfrm>
            <a:off x="594360" y="932760"/>
            <a:ext cx="2285640" cy="25560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000" strike="noStrike" u="none">
                <a:solidFill>
                  <a:srgbClr val="ff612b"/>
                </a:solidFill>
                <a:effectLst/>
                <a:uFillTx/>
                <a:latin typeface="Arial"/>
              </a:rPr>
              <a:t>USER EXPERIENCE</a:t>
            </a:r>
            <a:endParaRPr b="0" lang="en-US" sz="1000" strike="noStrike" u="none">
              <a:solidFill>
                <a:srgbClr val="000000"/>
              </a:solidFill>
              <a:effectLst/>
              <a:uFillTx/>
              <a:latin typeface="Arial"/>
            </a:endParaRPr>
          </a:p>
        </p:txBody>
      </p:sp>
      <p:sp>
        <p:nvSpPr>
          <p:cNvPr id="684" name="TextBox 4"/>
          <p:cNvSpPr/>
          <p:nvPr/>
        </p:nvSpPr>
        <p:spPr>
          <a:xfrm>
            <a:off x="594360" y="1143000"/>
            <a:ext cx="9875160" cy="438480"/>
          </a:xfrm>
          <a:prstGeom prst="rect">
            <a:avLst/>
          </a:prstGeom>
          <a:noFill/>
          <a:ln w="0">
            <a:noFill/>
          </a:ln>
        </p:spPr>
        <p:style>
          <a:lnRef idx="0"/>
          <a:fillRef idx="0"/>
          <a:effectRef idx="0"/>
          <a:fontRef idx="minor"/>
        </p:style>
        <p:txBody>
          <a:bodyPr lIns="36720" rIns="36720" tIns="36720" bIns="36720" anchor="t">
            <a:normAutofit/>
          </a:bodyPr>
          <a:p>
            <a:pPr>
              <a:lnSpc>
                <a:spcPct val="100000"/>
              </a:lnSpc>
            </a:pPr>
            <a:r>
              <a:rPr b="0" lang="en-US" sz="1300" strike="noStrike" u="none">
                <a:solidFill>
                  <a:srgbClr val="8a8780"/>
                </a:solidFill>
                <a:effectLst/>
                <a:uFillTx/>
                <a:latin typeface="Arial"/>
              </a:rPr>
              <a:t>A simple workflow from member lookup to actionable analytical context.</a:t>
            </a:r>
            <a:endParaRPr b="0" lang="en-US" sz="1300" strike="noStrike" u="none">
              <a:solidFill>
                <a:srgbClr val="000000"/>
              </a:solidFill>
              <a:effectLst/>
              <a:uFillTx/>
              <a:latin typeface="Arial"/>
            </a:endParaRPr>
          </a:p>
        </p:txBody>
      </p:sp>
      <p:sp>
        <p:nvSpPr>
          <p:cNvPr id="685" name="Rounded Rectangle 5"/>
          <p:cNvSpPr/>
          <p:nvPr/>
        </p:nvSpPr>
        <p:spPr>
          <a:xfrm>
            <a:off x="594360" y="1783080"/>
            <a:ext cx="1874160" cy="1828440"/>
          </a:xfrm>
          <a:prstGeom prst="roundRect">
            <a:avLst>
              <a:gd name="adj" fmla="val 16667"/>
            </a:avLst>
          </a:prstGeom>
          <a:solidFill>
            <a:srgbClr val="ffffff"/>
          </a:solidFill>
          <a:ln w="12700">
            <a:solidFill>
              <a:srgbClr val="eeebe4"/>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Arial"/>
            </a:endParaRPr>
          </a:p>
        </p:txBody>
      </p:sp>
      <p:sp>
        <p:nvSpPr>
          <p:cNvPr id="686" name="Oval 6"/>
          <p:cNvSpPr/>
          <p:nvPr/>
        </p:nvSpPr>
        <p:spPr>
          <a:xfrm>
            <a:off x="740520" y="1947600"/>
            <a:ext cx="438480" cy="438480"/>
          </a:xfrm>
          <a:prstGeom prst="ellipse">
            <a:avLst/>
          </a:prstGeom>
          <a:solidFill>
            <a:srgbClr val="ff612b"/>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Arial"/>
            </a:endParaRPr>
          </a:p>
        </p:txBody>
      </p:sp>
      <p:sp>
        <p:nvSpPr>
          <p:cNvPr id="687" name="TextBox 7"/>
          <p:cNvSpPr/>
          <p:nvPr/>
        </p:nvSpPr>
        <p:spPr>
          <a:xfrm>
            <a:off x="740520" y="1965960"/>
            <a:ext cx="438480" cy="328680"/>
          </a:xfrm>
          <a:prstGeom prst="rect">
            <a:avLst/>
          </a:prstGeom>
          <a:noFill/>
          <a:ln w="0">
            <a:noFill/>
          </a:ln>
        </p:spPr>
        <p:style>
          <a:lnRef idx="0"/>
          <a:fillRef idx="0"/>
          <a:effectRef idx="0"/>
          <a:fontRef idx="minor"/>
        </p:style>
        <p:txBody>
          <a:bodyPr wrap="none" lIns="0" rIns="0" tIns="0" bIns="0" anchor="ctr">
            <a:spAutoFit/>
          </a:bodyPr>
          <a:p>
            <a:pPr algn="ctr">
              <a:lnSpc>
                <a:spcPct val="100000"/>
              </a:lnSpc>
            </a:pPr>
            <a:r>
              <a:rPr b="1" lang="en-US" sz="1200" strike="noStrike" u="none">
                <a:solidFill>
                  <a:srgbClr val="ffffff"/>
                </a:solidFill>
                <a:effectLst/>
                <a:uFillTx/>
                <a:latin typeface="Arial"/>
              </a:rPr>
              <a:t>1</a:t>
            </a:r>
            <a:endParaRPr b="0" lang="en-US" sz="1200" strike="noStrike" u="none">
              <a:solidFill>
                <a:srgbClr val="000000"/>
              </a:solidFill>
              <a:effectLst/>
              <a:uFillTx/>
              <a:latin typeface="Arial"/>
            </a:endParaRPr>
          </a:p>
        </p:txBody>
      </p:sp>
      <p:sp>
        <p:nvSpPr>
          <p:cNvPr id="688" name="TextBox 8"/>
          <p:cNvSpPr/>
          <p:nvPr/>
        </p:nvSpPr>
        <p:spPr>
          <a:xfrm>
            <a:off x="1280160" y="1929240"/>
            <a:ext cx="1051200" cy="36540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500" strike="noStrike" u="none">
                <a:solidFill>
                  <a:srgbClr val="3d3c38"/>
                </a:solidFill>
                <a:effectLst/>
                <a:uFillTx/>
                <a:latin typeface="Arial"/>
              </a:rPr>
              <a:t>SEARCH</a:t>
            </a:r>
            <a:endParaRPr b="0" lang="en-US" sz="1500" strike="noStrike" u="none">
              <a:solidFill>
                <a:srgbClr val="000000"/>
              </a:solidFill>
              <a:effectLst/>
              <a:uFillTx/>
              <a:latin typeface="Arial"/>
            </a:endParaRPr>
          </a:p>
        </p:txBody>
      </p:sp>
      <p:sp>
        <p:nvSpPr>
          <p:cNvPr id="689" name="TextBox 9"/>
          <p:cNvSpPr/>
          <p:nvPr/>
        </p:nvSpPr>
        <p:spPr>
          <a:xfrm>
            <a:off x="758880" y="2496240"/>
            <a:ext cx="1545120" cy="959760"/>
          </a:xfrm>
          <a:prstGeom prst="rect">
            <a:avLst/>
          </a:prstGeom>
          <a:noFill/>
          <a:ln w="0">
            <a:noFill/>
          </a:ln>
        </p:spPr>
        <p:style>
          <a:lnRef idx="0"/>
          <a:fillRef idx="0"/>
          <a:effectRef idx="0"/>
          <a:fontRef idx="minor"/>
        </p:style>
        <p:txBody>
          <a:bodyPr lIns="36720" rIns="36720" tIns="36720" bIns="36720" anchor="t">
            <a:normAutofit/>
          </a:bodyPr>
          <a:p>
            <a:pPr>
              <a:lnSpc>
                <a:spcPct val="100000"/>
              </a:lnSpc>
            </a:pPr>
            <a:r>
              <a:rPr b="0" lang="en-US" sz="1100" strike="noStrike" u="none">
                <a:solidFill>
                  <a:srgbClr val="3d3c38"/>
                </a:solidFill>
                <a:effectLst/>
                <a:uFillTx/>
                <a:latin typeface="Arial"/>
              </a:rPr>
              <a:t>Patient ID / Enterprise ID</a:t>
            </a:r>
            <a:endParaRPr b="0" lang="en-US" sz="1100" strike="noStrike" u="none">
              <a:solidFill>
                <a:srgbClr val="000000"/>
              </a:solidFill>
              <a:effectLst/>
              <a:uFillTx/>
              <a:latin typeface="Arial"/>
            </a:endParaRPr>
          </a:p>
        </p:txBody>
      </p:sp>
      <p:cxnSp>
        <p:nvCxnSpPr>
          <p:cNvPr id="690" name="Connector 10"/>
          <p:cNvCxnSpPr/>
          <p:nvPr/>
        </p:nvCxnSpPr>
        <p:spPr>
          <a:xfrm>
            <a:off x="2468520" y="2697480"/>
            <a:ext cx="201600" cy="360"/>
          </a:xfrm>
          <a:prstGeom prst="straightConnector1">
            <a:avLst/>
          </a:prstGeom>
          <a:ln w="25400">
            <a:solidFill>
              <a:srgbClr val="ff612b"/>
            </a:solidFill>
          </a:ln>
        </p:spPr>
      </p:cxnSp>
      <p:sp>
        <p:nvSpPr>
          <p:cNvPr id="691" name="Rounded Rectangle 11"/>
          <p:cNvSpPr/>
          <p:nvPr/>
        </p:nvSpPr>
        <p:spPr>
          <a:xfrm>
            <a:off x="2743200" y="1783080"/>
            <a:ext cx="1874160" cy="1828440"/>
          </a:xfrm>
          <a:prstGeom prst="roundRect">
            <a:avLst>
              <a:gd name="adj" fmla="val 16667"/>
            </a:avLst>
          </a:prstGeom>
          <a:solidFill>
            <a:srgbClr val="ffffff"/>
          </a:solidFill>
          <a:ln w="12700">
            <a:solidFill>
              <a:srgbClr val="eeebe4"/>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Arial"/>
            </a:endParaRPr>
          </a:p>
        </p:txBody>
      </p:sp>
      <p:sp>
        <p:nvSpPr>
          <p:cNvPr id="692" name="Oval 12"/>
          <p:cNvSpPr/>
          <p:nvPr/>
        </p:nvSpPr>
        <p:spPr>
          <a:xfrm>
            <a:off x="2889360" y="1947600"/>
            <a:ext cx="438480" cy="438480"/>
          </a:xfrm>
          <a:prstGeom prst="ellipse">
            <a:avLst/>
          </a:prstGeom>
          <a:solidFill>
            <a:srgbClr val="ff612b"/>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Arial"/>
            </a:endParaRPr>
          </a:p>
        </p:txBody>
      </p:sp>
      <p:sp>
        <p:nvSpPr>
          <p:cNvPr id="693" name="TextBox 13"/>
          <p:cNvSpPr/>
          <p:nvPr/>
        </p:nvSpPr>
        <p:spPr>
          <a:xfrm>
            <a:off x="2889360" y="1965960"/>
            <a:ext cx="438480" cy="328680"/>
          </a:xfrm>
          <a:prstGeom prst="rect">
            <a:avLst/>
          </a:prstGeom>
          <a:noFill/>
          <a:ln w="0">
            <a:noFill/>
          </a:ln>
        </p:spPr>
        <p:style>
          <a:lnRef idx="0"/>
          <a:fillRef idx="0"/>
          <a:effectRef idx="0"/>
          <a:fontRef idx="minor"/>
        </p:style>
        <p:txBody>
          <a:bodyPr wrap="none" lIns="0" rIns="0" tIns="0" bIns="0" anchor="ctr">
            <a:spAutoFit/>
          </a:bodyPr>
          <a:p>
            <a:pPr algn="ctr">
              <a:lnSpc>
                <a:spcPct val="100000"/>
              </a:lnSpc>
            </a:pPr>
            <a:r>
              <a:rPr b="1" lang="en-US" sz="1200" strike="noStrike" u="none">
                <a:solidFill>
                  <a:srgbClr val="ffffff"/>
                </a:solidFill>
                <a:effectLst/>
                <a:uFillTx/>
                <a:latin typeface="Arial"/>
              </a:rPr>
              <a:t>2</a:t>
            </a:r>
            <a:endParaRPr b="0" lang="en-US" sz="1200" strike="noStrike" u="none">
              <a:solidFill>
                <a:srgbClr val="000000"/>
              </a:solidFill>
              <a:effectLst/>
              <a:uFillTx/>
              <a:latin typeface="Arial"/>
            </a:endParaRPr>
          </a:p>
        </p:txBody>
      </p:sp>
      <p:sp>
        <p:nvSpPr>
          <p:cNvPr id="694" name="TextBox 14"/>
          <p:cNvSpPr/>
          <p:nvPr/>
        </p:nvSpPr>
        <p:spPr>
          <a:xfrm>
            <a:off x="3429000" y="1929240"/>
            <a:ext cx="1051200" cy="36540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500" strike="noStrike" u="none">
                <a:solidFill>
                  <a:srgbClr val="3d3c38"/>
                </a:solidFill>
                <a:effectLst/>
                <a:uFillTx/>
                <a:latin typeface="Arial"/>
              </a:rPr>
              <a:t>VIEW</a:t>
            </a:r>
            <a:endParaRPr b="0" lang="en-US" sz="1500" strike="noStrike" u="none">
              <a:solidFill>
                <a:srgbClr val="000000"/>
              </a:solidFill>
              <a:effectLst/>
              <a:uFillTx/>
              <a:latin typeface="Arial"/>
            </a:endParaRPr>
          </a:p>
        </p:txBody>
      </p:sp>
      <p:sp>
        <p:nvSpPr>
          <p:cNvPr id="695" name="TextBox 15"/>
          <p:cNvSpPr/>
          <p:nvPr/>
        </p:nvSpPr>
        <p:spPr>
          <a:xfrm>
            <a:off x="2907720" y="2496240"/>
            <a:ext cx="1545120" cy="959760"/>
          </a:xfrm>
          <a:prstGeom prst="rect">
            <a:avLst/>
          </a:prstGeom>
          <a:noFill/>
          <a:ln w="0">
            <a:noFill/>
          </a:ln>
        </p:spPr>
        <p:style>
          <a:lnRef idx="0"/>
          <a:fillRef idx="0"/>
          <a:effectRef idx="0"/>
          <a:fontRef idx="minor"/>
        </p:style>
        <p:txBody>
          <a:bodyPr lIns="36720" rIns="36720" tIns="36720" bIns="36720" anchor="t">
            <a:normAutofit/>
          </a:bodyPr>
          <a:p>
            <a:pPr>
              <a:lnSpc>
                <a:spcPct val="100000"/>
              </a:lnSpc>
            </a:pPr>
            <a:r>
              <a:rPr b="0" lang="en-US" sz="1100" strike="noStrike" u="none">
                <a:solidFill>
                  <a:srgbClr val="3d3c38"/>
                </a:solidFill>
                <a:effectLst/>
                <a:uFillTx/>
                <a:latin typeface="Arial"/>
              </a:rPr>
              <a:t>Multi-source patient summary</a:t>
            </a:r>
            <a:endParaRPr b="0" lang="en-US" sz="1100" strike="noStrike" u="none">
              <a:solidFill>
                <a:srgbClr val="000000"/>
              </a:solidFill>
              <a:effectLst/>
              <a:uFillTx/>
              <a:latin typeface="Arial"/>
            </a:endParaRPr>
          </a:p>
        </p:txBody>
      </p:sp>
      <p:cxnSp>
        <p:nvCxnSpPr>
          <p:cNvPr id="696" name="Connector 16"/>
          <p:cNvCxnSpPr/>
          <p:nvPr/>
        </p:nvCxnSpPr>
        <p:spPr>
          <a:xfrm>
            <a:off x="4617720" y="2697480"/>
            <a:ext cx="201240" cy="360"/>
          </a:xfrm>
          <a:prstGeom prst="straightConnector1">
            <a:avLst/>
          </a:prstGeom>
          <a:ln w="25400">
            <a:solidFill>
              <a:srgbClr val="ff612b"/>
            </a:solidFill>
          </a:ln>
        </p:spPr>
      </p:cxnSp>
      <p:sp>
        <p:nvSpPr>
          <p:cNvPr id="697" name="Rounded Rectangle 17"/>
          <p:cNvSpPr/>
          <p:nvPr/>
        </p:nvSpPr>
        <p:spPr>
          <a:xfrm>
            <a:off x="4892040" y="1783080"/>
            <a:ext cx="1874160" cy="1828440"/>
          </a:xfrm>
          <a:prstGeom prst="roundRect">
            <a:avLst>
              <a:gd name="adj" fmla="val 16667"/>
            </a:avLst>
          </a:prstGeom>
          <a:solidFill>
            <a:srgbClr val="ffffff"/>
          </a:solidFill>
          <a:ln w="12700">
            <a:solidFill>
              <a:srgbClr val="eeebe4"/>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Arial"/>
            </a:endParaRPr>
          </a:p>
        </p:txBody>
      </p:sp>
      <p:sp>
        <p:nvSpPr>
          <p:cNvPr id="698" name="Oval 18"/>
          <p:cNvSpPr/>
          <p:nvPr/>
        </p:nvSpPr>
        <p:spPr>
          <a:xfrm>
            <a:off x="5038200" y="1947600"/>
            <a:ext cx="438480" cy="438480"/>
          </a:xfrm>
          <a:prstGeom prst="ellipse">
            <a:avLst/>
          </a:prstGeom>
          <a:solidFill>
            <a:srgbClr val="ff612b"/>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Arial"/>
            </a:endParaRPr>
          </a:p>
        </p:txBody>
      </p:sp>
      <p:sp>
        <p:nvSpPr>
          <p:cNvPr id="699" name="TextBox 19"/>
          <p:cNvSpPr/>
          <p:nvPr/>
        </p:nvSpPr>
        <p:spPr>
          <a:xfrm>
            <a:off x="5038200" y="1965960"/>
            <a:ext cx="438480" cy="328680"/>
          </a:xfrm>
          <a:prstGeom prst="rect">
            <a:avLst/>
          </a:prstGeom>
          <a:noFill/>
          <a:ln w="0">
            <a:noFill/>
          </a:ln>
        </p:spPr>
        <p:style>
          <a:lnRef idx="0"/>
          <a:fillRef idx="0"/>
          <a:effectRef idx="0"/>
          <a:fontRef idx="minor"/>
        </p:style>
        <p:txBody>
          <a:bodyPr wrap="none" lIns="0" rIns="0" tIns="0" bIns="0" anchor="ctr">
            <a:spAutoFit/>
          </a:bodyPr>
          <a:p>
            <a:pPr algn="ctr">
              <a:lnSpc>
                <a:spcPct val="100000"/>
              </a:lnSpc>
            </a:pPr>
            <a:r>
              <a:rPr b="1" lang="en-US" sz="1200" strike="noStrike" u="none">
                <a:solidFill>
                  <a:srgbClr val="ffffff"/>
                </a:solidFill>
                <a:effectLst/>
                <a:uFillTx/>
                <a:latin typeface="Arial"/>
              </a:rPr>
              <a:t>3</a:t>
            </a:r>
            <a:endParaRPr b="0" lang="en-US" sz="1200" strike="noStrike" u="none">
              <a:solidFill>
                <a:srgbClr val="000000"/>
              </a:solidFill>
              <a:effectLst/>
              <a:uFillTx/>
              <a:latin typeface="Arial"/>
            </a:endParaRPr>
          </a:p>
        </p:txBody>
      </p:sp>
      <p:sp>
        <p:nvSpPr>
          <p:cNvPr id="700" name="TextBox 20"/>
          <p:cNvSpPr/>
          <p:nvPr/>
        </p:nvSpPr>
        <p:spPr>
          <a:xfrm>
            <a:off x="5577840" y="1929240"/>
            <a:ext cx="1051200" cy="36540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500" strike="noStrike" u="none">
                <a:solidFill>
                  <a:srgbClr val="3d3c38"/>
                </a:solidFill>
                <a:effectLst/>
                <a:uFillTx/>
                <a:latin typeface="Arial"/>
              </a:rPr>
              <a:t>DRILL DOWN</a:t>
            </a:r>
            <a:endParaRPr b="0" lang="en-US" sz="1500" strike="noStrike" u="none">
              <a:solidFill>
                <a:srgbClr val="000000"/>
              </a:solidFill>
              <a:effectLst/>
              <a:uFillTx/>
              <a:latin typeface="Arial"/>
            </a:endParaRPr>
          </a:p>
        </p:txBody>
      </p:sp>
      <p:sp>
        <p:nvSpPr>
          <p:cNvPr id="701" name="TextBox 21"/>
          <p:cNvSpPr/>
          <p:nvPr/>
        </p:nvSpPr>
        <p:spPr>
          <a:xfrm>
            <a:off x="5056560" y="2496240"/>
            <a:ext cx="1545120" cy="959760"/>
          </a:xfrm>
          <a:prstGeom prst="rect">
            <a:avLst/>
          </a:prstGeom>
          <a:noFill/>
          <a:ln w="0">
            <a:noFill/>
          </a:ln>
        </p:spPr>
        <p:style>
          <a:lnRef idx="0"/>
          <a:fillRef idx="0"/>
          <a:effectRef idx="0"/>
          <a:fontRef idx="minor"/>
        </p:style>
        <p:txBody>
          <a:bodyPr lIns="36720" rIns="36720" tIns="36720" bIns="36720" anchor="t">
            <a:normAutofit/>
          </a:bodyPr>
          <a:p>
            <a:pPr>
              <a:lnSpc>
                <a:spcPct val="100000"/>
              </a:lnSpc>
            </a:pPr>
            <a:r>
              <a:rPr b="0" lang="en-US" sz="1100" strike="noStrike" u="none">
                <a:solidFill>
                  <a:srgbClr val="3d3c38"/>
                </a:solidFill>
                <a:effectLst/>
                <a:uFillTx/>
                <a:latin typeface="Arial"/>
              </a:rPr>
              <a:t>Eligibility • claims • Rx • labs • providers</a:t>
            </a:r>
            <a:endParaRPr b="0" lang="en-US" sz="1100" strike="noStrike" u="none">
              <a:solidFill>
                <a:srgbClr val="000000"/>
              </a:solidFill>
              <a:effectLst/>
              <a:uFillTx/>
              <a:latin typeface="Arial"/>
            </a:endParaRPr>
          </a:p>
        </p:txBody>
      </p:sp>
      <p:cxnSp>
        <p:nvCxnSpPr>
          <p:cNvPr id="702" name="Connector 22"/>
          <p:cNvCxnSpPr/>
          <p:nvPr/>
        </p:nvCxnSpPr>
        <p:spPr>
          <a:xfrm>
            <a:off x="6766560" y="2697480"/>
            <a:ext cx="201240" cy="360"/>
          </a:xfrm>
          <a:prstGeom prst="straightConnector1">
            <a:avLst/>
          </a:prstGeom>
          <a:ln w="25400">
            <a:solidFill>
              <a:srgbClr val="ff612b"/>
            </a:solidFill>
          </a:ln>
        </p:spPr>
      </p:cxnSp>
      <p:sp>
        <p:nvSpPr>
          <p:cNvPr id="703" name="Rounded Rectangle 23"/>
          <p:cNvSpPr/>
          <p:nvPr/>
        </p:nvSpPr>
        <p:spPr>
          <a:xfrm>
            <a:off x="7040880" y="1783080"/>
            <a:ext cx="1874160" cy="1828440"/>
          </a:xfrm>
          <a:prstGeom prst="roundRect">
            <a:avLst>
              <a:gd name="adj" fmla="val 16667"/>
            </a:avLst>
          </a:prstGeom>
          <a:solidFill>
            <a:srgbClr val="ffffff"/>
          </a:solidFill>
          <a:ln w="12700">
            <a:solidFill>
              <a:srgbClr val="eeebe4"/>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Arial"/>
            </a:endParaRPr>
          </a:p>
        </p:txBody>
      </p:sp>
      <p:sp>
        <p:nvSpPr>
          <p:cNvPr id="704" name="Oval 24"/>
          <p:cNvSpPr/>
          <p:nvPr/>
        </p:nvSpPr>
        <p:spPr>
          <a:xfrm>
            <a:off x="7187040" y="1947600"/>
            <a:ext cx="438480" cy="438480"/>
          </a:xfrm>
          <a:prstGeom prst="ellipse">
            <a:avLst/>
          </a:prstGeom>
          <a:solidFill>
            <a:srgbClr val="ff612b"/>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Arial"/>
            </a:endParaRPr>
          </a:p>
        </p:txBody>
      </p:sp>
      <p:sp>
        <p:nvSpPr>
          <p:cNvPr id="705" name="TextBox 25"/>
          <p:cNvSpPr/>
          <p:nvPr/>
        </p:nvSpPr>
        <p:spPr>
          <a:xfrm>
            <a:off x="7187040" y="1965960"/>
            <a:ext cx="438480" cy="328680"/>
          </a:xfrm>
          <a:prstGeom prst="rect">
            <a:avLst/>
          </a:prstGeom>
          <a:noFill/>
          <a:ln w="0">
            <a:noFill/>
          </a:ln>
        </p:spPr>
        <p:style>
          <a:lnRef idx="0"/>
          <a:fillRef idx="0"/>
          <a:effectRef idx="0"/>
          <a:fontRef idx="minor"/>
        </p:style>
        <p:txBody>
          <a:bodyPr wrap="none" lIns="0" rIns="0" tIns="0" bIns="0" anchor="ctr">
            <a:spAutoFit/>
          </a:bodyPr>
          <a:p>
            <a:pPr algn="ctr">
              <a:lnSpc>
                <a:spcPct val="100000"/>
              </a:lnSpc>
            </a:pPr>
            <a:r>
              <a:rPr b="1" lang="en-US" sz="1200" strike="noStrike" u="none">
                <a:solidFill>
                  <a:srgbClr val="ffffff"/>
                </a:solidFill>
                <a:effectLst/>
                <a:uFillTx/>
                <a:latin typeface="Arial"/>
              </a:rPr>
              <a:t>4</a:t>
            </a:r>
            <a:endParaRPr b="0" lang="en-US" sz="1200" strike="noStrike" u="none">
              <a:solidFill>
                <a:srgbClr val="000000"/>
              </a:solidFill>
              <a:effectLst/>
              <a:uFillTx/>
              <a:latin typeface="Arial"/>
            </a:endParaRPr>
          </a:p>
        </p:txBody>
      </p:sp>
      <p:sp>
        <p:nvSpPr>
          <p:cNvPr id="706" name="TextBox 26"/>
          <p:cNvSpPr/>
          <p:nvPr/>
        </p:nvSpPr>
        <p:spPr>
          <a:xfrm>
            <a:off x="7726680" y="1929240"/>
            <a:ext cx="1051200" cy="36540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500" strike="noStrike" u="none">
                <a:solidFill>
                  <a:srgbClr val="3d3c38"/>
                </a:solidFill>
                <a:effectLst/>
                <a:uFillTx/>
                <a:latin typeface="Arial"/>
              </a:rPr>
              <a:t>ASK</a:t>
            </a:r>
            <a:endParaRPr b="0" lang="en-US" sz="1500" strike="noStrike" u="none">
              <a:solidFill>
                <a:srgbClr val="000000"/>
              </a:solidFill>
              <a:effectLst/>
              <a:uFillTx/>
              <a:latin typeface="Arial"/>
            </a:endParaRPr>
          </a:p>
        </p:txBody>
      </p:sp>
      <p:sp>
        <p:nvSpPr>
          <p:cNvPr id="707" name="TextBox 27"/>
          <p:cNvSpPr/>
          <p:nvPr/>
        </p:nvSpPr>
        <p:spPr>
          <a:xfrm>
            <a:off x="7205400" y="2496240"/>
            <a:ext cx="1545120" cy="959760"/>
          </a:xfrm>
          <a:prstGeom prst="rect">
            <a:avLst/>
          </a:prstGeom>
          <a:noFill/>
          <a:ln w="0">
            <a:noFill/>
          </a:ln>
        </p:spPr>
        <p:style>
          <a:lnRef idx="0"/>
          <a:fillRef idx="0"/>
          <a:effectRef idx="0"/>
          <a:fontRef idx="minor"/>
        </p:style>
        <p:txBody>
          <a:bodyPr lIns="36720" rIns="36720" tIns="36720" bIns="36720" anchor="t">
            <a:normAutofit/>
          </a:bodyPr>
          <a:p>
            <a:pPr>
              <a:lnSpc>
                <a:spcPct val="100000"/>
              </a:lnSpc>
            </a:pPr>
            <a:r>
              <a:rPr b="0" lang="en-US" sz="1100" strike="noStrike" u="none">
                <a:solidFill>
                  <a:srgbClr val="3d3c38"/>
                </a:solidFill>
                <a:effectLst/>
                <a:uFillTx/>
                <a:latin typeface="Arial"/>
              </a:rPr>
              <a:t>Business question in plain English</a:t>
            </a:r>
            <a:endParaRPr b="0" lang="en-US" sz="1100" strike="noStrike" u="none">
              <a:solidFill>
                <a:srgbClr val="000000"/>
              </a:solidFill>
              <a:effectLst/>
              <a:uFillTx/>
              <a:latin typeface="Arial"/>
            </a:endParaRPr>
          </a:p>
        </p:txBody>
      </p:sp>
      <p:cxnSp>
        <p:nvCxnSpPr>
          <p:cNvPr id="708" name="Connector 28"/>
          <p:cNvCxnSpPr/>
          <p:nvPr/>
        </p:nvCxnSpPr>
        <p:spPr>
          <a:xfrm>
            <a:off x="8915400" y="2697480"/>
            <a:ext cx="201240" cy="360"/>
          </a:xfrm>
          <a:prstGeom prst="straightConnector1">
            <a:avLst/>
          </a:prstGeom>
          <a:ln w="25400">
            <a:solidFill>
              <a:srgbClr val="ff612b"/>
            </a:solidFill>
          </a:ln>
        </p:spPr>
      </p:cxnSp>
      <p:sp>
        <p:nvSpPr>
          <p:cNvPr id="709" name="Rounded Rectangle 29"/>
          <p:cNvSpPr/>
          <p:nvPr/>
        </p:nvSpPr>
        <p:spPr>
          <a:xfrm>
            <a:off x="9189720" y="1783080"/>
            <a:ext cx="1874160" cy="1828440"/>
          </a:xfrm>
          <a:prstGeom prst="roundRect">
            <a:avLst>
              <a:gd name="adj" fmla="val 16667"/>
            </a:avLst>
          </a:prstGeom>
          <a:solidFill>
            <a:srgbClr val="ffffff"/>
          </a:solidFill>
          <a:ln w="12700">
            <a:solidFill>
              <a:srgbClr val="eeebe4"/>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Arial"/>
            </a:endParaRPr>
          </a:p>
        </p:txBody>
      </p:sp>
      <p:sp>
        <p:nvSpPr>
          <p:cNvPr id="710" name="Oval 30"/>
          <p:cNvSpPr/>
          <p:nvPr/>
        </p:nvSpPr>
        <p:spPr>
          <a:xfrm>
            <a:off x="9335880" y="1947600"/>
            <a:ext cx="438480" cy="438480"/>
          </a:xfrm>
          <a:prstGeom prst="ellipse">
            <a:avLst/>
          </a:prstGeom>
          <a:solidFill>
            <a:srgbClr val="ff612b"/>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Arial"/>
            </a:endParaRPr>
          </a:p>
        </p:txBody>
      </p:sp>
      <p:sp>
        <p:nvSpPr>
          <p:cNvPr id="711" name="TextBox 31"/>
          <p:cNvSpPr/>
          <p:nvPr/>
        </p:nvSpPr>
        <p:spPr>
          <a:xfrm>
            <a:off x="9335880" y="1965960"/>
            <a:ext cx="438480" cy="328680"/>
          </a:xfrm>
          <a:prstGeom prst="rect">
            <a:avLst/>
          </a:prstGeom>
          <a:noFill/>
          <a:ln w="0">
            <a:noFill/>
          </a:ln>
        </p:spPr>
        <p:style>
          <a:lnRef idx="0"/>
          <a:fillRef idx="0"/>
          <a:effectRef idx="0"/>
          <a:fontRef idx="minor"/>
        </p:style>
        <p:txBody>
          <a:bodyPr wrap="none" lIns="0" rIns="0" tIns="0" bIns="0" anchor="ctr">
            <a:spAutoFit/>
          </a:bodyPr>
          <a:p>
            <a:pPr algn="ctr">
              <a:lnSpc>
                <a:spcPct val="100000"/>
              </a:lnSpc>
            </a:pPr>
            <a:r>
              <a:rPr b="1" lang="en-US" sz="1200" strike="noStrike" u="none">
                <a:solidFill>
                  <a:srgbClr val="ffffff"/>
                </a:solidFill>
                <a:effectLst/>
                <a:uFillTx/>
                <a:latin typeface="Arial"/>
              </a:rPr>
              <a:t>5</a:t>
            </a:r>
            <a:endParaRPr b="0" lang="en-US" sz="1200" strike="noStrike" u="none">
              <a:solidFill>
                <a:srgbClr val="000000"/>
              </a:solidFill>
              <a:effectLst/>
              <a:uFillTx/>
              <a:latin typeface="Arial"/>
            </a:endParaRPr>
          </a:p>
        </p:txBody>
      </p:sp>
      <p:sp>
        <p:nvSpPr>
          <p:cNvPr id="712" name="TextBox 32"/>
          <p:cNvSpPr/>
          <p:nvPr/>
        </p:nvSpPr>
        <p:spPr>
          <a:xfrm>
            <a:off x="9875520" y="1929240"/>
            <a:ext cx="1051200" cy="36540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500" strike="noStrike" u="none">
                <a:solidFill>
                  <a:srgbClr val="3d3c38"/>
                </a:solidFill>
                <a:effectLst/>
                <a:uFillTx/>
                <a:latin typeface="Arial"/>
              </a:rPr>
              <a:t>ANALYZE</a:t>
            </a:r>
            <a:endParaRPr b="0" lang="en-US" sz="1500" strike="noStrike" u="none">
              <a:solidFill>
                <a:srgbClr val="000000"/>
              </a:solidFill>
              <a:effectLst/>
              <a:uFillTx/>
              <a:latin typeface="Arial"/>
            </a:endParaRPr>
          </a:p>
        </p:txBody>
      </p:sp>
      <p:sp>
        <p:nvSpPr>
          <p:cNvPr id="713" name="TextBox 33"/>
          <p:cNvSpPr/>
          <p:nvPr/>
        </p:nvSpPr>
        <p:spPr>
          <a:xfrm>
            <a:off x="9354240" y="2496240"/>
            <a:ext cx="1545120" cy="959760"/>
          </a:xfrm>
          <a:prstGeom prst="rect">
            <a:avLst/>
          </a:prstGeom>
          <a:noFill/>
          <a:ln w="0">
            <a:noFill/>
          </a:ln>
        </p:spPr>
        <p:style>
          <a:lnRef idx="0"/>
          <a:fillRef idx="0"/>
          <a:effectRef idx="0"/>
          <a:fontRef idx="minor"/>
        </p:style>
        <p:txBody>
          <a:bodyPr lIns="36720" rIns="36720" tIns="36720" bIns="36720" anchor="t">
            <a:normAutofit/>
          </a:bodyPr>
          <a:p>
            <a:pPr>
              <a:lnSpc>
                <a:spcPct val="100000"/>
              </a:lnSpc>
            </a:pPr>
            <a:r>
              <a:rPr b="0" lang="en-US" sz="1100" strike="noStrike" u="none">
                <a:solidFill>
                  <a:srgbClr val="3d3c38"/>
                </a:solidFill>
                <a:effectLst/>
                <a:uFillTx/>
                <a:latin typeface="Arial"/>
              </a:rPr>
              <a:t>SQL • filters • aggregates • profiles • charts</a:t>
            </a:r>
            <a:endParaRPr b="0" lang="en-US" sz="1100" strike="noStrike" u="none">
              <a:solidFill>
                <a:srgbClr val="000000"/>
              </a:solidFill>
              <a:effectLst/>
              <a:uFillTx/>
              <a:latin typeface="Arial"/>
            </a:endParaRPr>
          </a:p>
        </p:txBody>
      </p:sp>
      <p:sp>
        <p:nvSpPr>
          <p:cNvPr id="714" name="Rounded Rectangle 34"/>
          <p:cNvSpPr/>
          <p:nvPr/>
        </p:nvSpPr>
        <p:spPr>
          <a:xfrm>
            <a:off x="640080" y="4160520"/>
            <a:ext cx="10423800" cy="310680"/>
          </a:xfrm>
          <a:prstGeom prst="roundRect">
            <a:avLst>
              <a:gd name="adj" fmla="val 16667"/>
            </a:avLst>
          </a:prstGeom>
          <a:solidFill>
            <a:srgbClr val="eeebe4"/>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Arial"/>
            </a:endParaRPr>
          </a:p>
        </p:txBody>
      </p:sp>
      <p:sp>
        <p:nvSpPr>
          <p:cNvPr id="715" name="TextBox 35"/>
          <p:cNvSpPr/>
          <p:nvPr/>
        </p:nvSpPr>
        <p:spPr>
          <a:xfrm>
            <a:off x="749880" y="4178880"/>
            <a:ext cx="10204200" cy="246600"/>
          </a:xfrm>
          <a:prstGeom prst="rect">
            <a:avLst/>
          </a:prstGeom>
          <a:noFill/>
          <a:ln w="0">
            <a:noFill/>
          </a:ln>
        </p:spPr>
        <p:style>
          <a:lnRef idx="0"/>
          <a:fillRef idx="0"/>
          <a:effectRef idx="0"/>
          <a:fontRef idx="minor"/>
        </p:style>
        <p:txBody>
          <a:bodyPr wrap="none" lIns="36720" rIns="36720" tIns="36720" bIns="36720" anchor="ctr">
            <a:spAutoFit/>
          </a:bodyPr>
          <a:p>
            <a:pPr>
              <a:lnSpc>
                <a:spcPct val="100000"/>
              </a:lnSpc>
            </a:pPr>
            <a:r>
              <a:rPr b="1" lang="en-US" sz="1000" strike="noStrike" u="none">
                <a:solidFill>
                  <a:srgbClr val="3d3c38"/>
                </a:solidFill>
                <a:effectLst/>
                <a:uFillTx/>
                <a:latin typeface="Arial"/>
              </a:rPr>
              <a:t>EXAMPLE QUESTIONS</a:t>
            </a:r>
            <a:endParaRPr b="0" lang="en-US" sz="1000" strike="noStrike" u="none">
              <a:solidFill>
                <a:srgbClr val="000000"/>
              </a:solidFill>
              <a:effectLst/>
              <a:uFillTx/>
              <a:latin typeface="Arial"/>
            </a:endParaRPr>
          </a:p>
        </p:txBody>
      </p:sp>
      <p:sp>
        <p:nvSpPr>
          <p:cNvPr id="716" name="Rounded Rectangle 36"/>
          <p:cNvSpPr/>
          <p:nvPr/>
        </p:nvSpPr>
        <p:spPr>
          <a:xfrm>
            <a:off x="640080" y="4572000"/>
            <a:ext cx="3245760" cy="1051200"/>
          </a:xfrm>
          <a:prstGeom prst="roundRect">
            <a:avLst>
              <a:gd name="adj" fmla="val 16667"/>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Arial"/>
            </a:endParaRPr>
          </a:p>
        </p:txBody>
      </p:sp>
      <p:sp>
        <p:nvSpPr>
          <p:cNvPr id="717" name="TextBox 37"/>
          <p:cNvSpPr/>
          <p:nvPr/>
        </p:nvSpPr>
        <p:spPr>
          <a:xfrm>
            <a:off x="804600" y="4700160"/>
            <a:ext cx="2916720" cy="31968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300" strike="noStrike" u="none">
                <a:solidFill>
                  <a:srgbClr val="3d3c38"/>
                </a:solidFill>
                <a:effectLst/>
                <a:uFillTx/>
                <a:latin typeface="Arial"/>
              </a:rPr>
              <a:t>Claims</a:t>
            </a:r>
            <a:endParaRPr b="0" lang="en-US" sz="1300" strike="noStrike" u="none">
              <a:solidFill>
                <a:srgbClr val="000000"/>
              </a:solidFill>
              <a:effectLst/>
              <a:uFillTx/>
              <a:latin typeface="Arial"/>
            </a:endParaRPr>
          </a:p>
        </p:txBody>
      </p:sp>
      <p:sp>
        <p:nvSpPr>
          <p:cNvPr id="718" name="TextBox 38"/>
          <p:cNvSpPr/>
          <p:nvPr/>
        </p:nvSpPr>
        <p:spPr>
          <a:xfrm>
            <a:off x="804600" y="5102280"/>
            <a:ext cx="2916720" cy="392760"/>
          </a:xfrm>
          <a:prstGeom prst="rect">
            <a:avLst/>
          </a:prstGeom>
          <a:noFill/>
          <a:ln w="0">
            <a:noFill/>
          </a:ln>
        </p:spPr>
        <p:style>
          <a:lnRef idx="0"/>
          <a:fillRef idx="0"/>
          <a:effectRef idx="0"/>
          <a:fontRef idx="minor"/>
        </p:style>
        <p:txBody>
          <a:bodyPr lIns="36720" rIns="36720" tIns="36720" bIns="36720" anchor="t">
            <a:normAutofit/>
          </a:bodyPr>
          <a:p>
            <a:pPr>
              <a:lnSpc>
                <a:spcPct val="100000"/>
              </a:lnSpc>
            </a:pPr>
            <a:r>
              <a:rPr b="0" lang="en-US" sz="1000" strike="noStrike" u="none">
                <a:solidFill>
                  <a:srgbClr val="3d3c38"/>
                </a:solidFill>
                <a:effectLst/>
                <a:uFillTx/>
                <a:latin typeface="Arial"/>
              </a:rPr>
              <a:t>“Show the latest claims and average amount.”</a:t>
            </a:r>
            <a:endParaRPr b="0" lang="en-US" sz="1000" strike="noStrike" u="none">
              <a:solidFill>
                <a:srgbClr val="000000"/>
              </a:solidFill>
              <a:effectLst/>
              <a:uFillTx/>
              <a:latin typeface="Arial"/>
            </a:endParaRPr>
          </a:p>
        </p:txBody>
      </p:sp>
      <p:sp>
        <p:nvSpPr>
          <p:cNvPr id="719" name="Rounded Rectangle 39"/>
          <p:cNvSpPr/>
          <p:nvPr/>
        </p:nvSpPr>
        <p:spPr>
          <a:xfrm>
            <a:off x="4050720" y="4572000"/>
            <a:ext cx="3245760" cy="1051200"/>
          </a:xfrm>
          <a:prstGeom prst="roundRect">
            <a:avLst>
              <a:gd name="adj" fmla="val 16667"/>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Arial"/>
            </a:endParaRPr>
          </a:p>
        </p:txBody>
      </p:sp>
      <p:sp>
        <p:nvSpPr>
          <p:cNvPr id="720" name="TextBox 40"/>
          <p:cNvSpPr/>
          <p:nvPr/>
        </p:nvSpPr>
        <p:spPr>
          <a:xfrm>
            <a:off x="4215240" y="4700160"/>
            <a:ext cx="2916720" cy="31968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300" strike="noStrike" u="none">
                <a:solidFill>
                  <a:srgbClr val="3d3c38"/>
                </a:solidFill>
                <a:effectLst/>
                <a:uFillTx/>
                <a:latin typeface="Arial"/>
              </a:rPr>
              <a:t>Journey context</a:t>
            </a:r>
            <a:endParaRPr b="0" lang="en-US" sz="1300" strike="noStrike" u="none">
              <a:solidFill>
                <a:srgbClr val="000000"/>
              </a:solidFill>
              <a:effectLst/>
              <a:uFillTx/>
              <a:latin typeface="Arial"/>
            </a:endParaRPr>
          </a:p>
        </p:txBody>
      </p:sp>
      <p:sp>
        <p:nvSpPr>
          <p:cNvPr id="721" name="TextBox 41"/>
          <p:cNvSpPr/>
          <p:nvPr/>
        </p:nvSpPr>
        <p:spPr>
          <a:xfrm>
            <a:off x="4215240" y="5102280"/>
            <a:ext cx="2916720" cy="392760"/>
          </a:xfrm>
          <a:prstGeom prst="rect">
            <a:avLst/>
          </a:prstGeom>
          <a:noFill/>
          <a:ln w="0">
            <a:noFill/>
          </a:ln>
        </p:spPr>
        <p:style>
          <a:lnRef idx="0"/>
          <a:fillRef idx="0"/>
          <a:effectRef idx="0"/>
          <a:fontRef idx="minor"/>
        </p:style>
        <p:txBody>
          <a:bodyPr lIns="36720" rIns="36720" tIns="36720" bIns="36720" anchor="t">
            <a:normAutofit/>
          </a:bodyPr>
          <a:p>
            <a:pPr>
              <a:lnSpc>
                <a:spcPct val="100000"/>
              </a:lnSpc>
            </a:pPr>
            <a:r>
              <a:rPr b="0" lang="en-US" sz="1000" strike="noStrike" u="none">
                <a:solidFill>
                  <a:srgbClr val="3d3c38"/>
                </a:solidFill>
                <a:effectLst/>
                <a:uFillTx/>
                <a:latin typeface="Arial"/>
              </a:rPr>
              <a:t>“What is the patient's recent activity?”</a:t>
            </a:r>
            <a:endParaRPr b="0" lang="en-US" sz="1000" strike="noStrike" u="none">
              <a:solidFill>
                <a:srgbClr val="000000"/>
              </a:solidFill>
              <a:effectLst/>
              <a:uFillTx/>
              <a:latin typeface="Arial"/>
            </a:endParaRPr>
          </a:p>
        </p:txBody>
      </p:sp>
      <p:sp>
        <p:nvSpPr>
          <p:cNvPr id="722" name="Rounded Rectangle 42"/>
          <p:cNvSpPr/>
          <p:nvPr/>
        </p:nvSpPr>
        <p:spPr>
          <a:xfrm>
            <a:off x="7461360" y="4572000"/>
            <a:ext cx="3245760" cy="1051200"/>
          </a:xfrm>
          <a:prstGeom prst="roundRect">
            <a:avLst>
              <a:gd name="adj" fmla="val 16667"/>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Arial"/>
            </a:endParaRPr>
          </a:p>
        </p:txBody>
      </p:sp>
      <p:sp>
        <p:nvSpPr>
          <p:cNvPr id="723" name="TextBox 43"/>
          <p:cNvSpPr/>
          <p:nvPr/>
        </p:nvSpPr>
        <p:spPr>
          <a:xfrm>
            <a:off x="7626240" y="4700160"/>
            <a:ext cx="2916720" cy="31968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300" strike="noStrike" u="none">
                <a:solidFill>
                  <a:srgbClr val="3d3c38"/>
                </a:solidFill>
                <a:effectLst/>
                <a:uFillTx/>
                <a:latin typeface="Arial"/>
              </a:rPr>
              <a:t>Investigation</a:t>
            </a:r>
            <a:endParaRPr b="0" lang="en-US" sz="1300" strike="noStrike" u="none">
              <a:solidFill>
                <a:srgbClr val="000000"/>
              </a:solidFill>
              <a:effectLst/>
              <a:uFillTx/>
              <a:latin typeface="Arial"/>
            </a:endParaRPr>
          </a:p>
        </p:txBody>
      </p:sp>
      <p:sp>
        <p:nvSpPr>
          <p:cNvPr id="724" name="TextBox 44"/>
          <p:cNvSpPr/>
          <p:nvPr/>
        </p:nvSpPr>
        <p:spPr>
          <a:xfrm>
            <a:off x="7626240" y="5102280"/>
            <a:ext cx="2916720" cy="392760"/>
          </a:xfrm>
          <a:prstGeom prst="rect">
            <a:avLst/>
          </a:prstGeom>
          <a:noFill/>
          <a:ln w="0">
            <a:noFill/>
          </a:ln>
        </p:spPr>
        <p:style>
          <a:lnRef idx="0"/>
          <a:fillRef idx="0"/>
          <a:effectRef idx="0"/>
          <a:fontRef idx="minor"/>
        </p:style>
        <p:txBody>
          <a:bodyPr lIns="36720" rIns="36720" tIns="36720" bIns="36720" anchor="t">
            <a:normAutofit/>
          </a:bodyPr>
          <a:p>
            <a:pPr>
              <a:lnSpc>
                <a:spcPct val="100000"/>
              </a:lnSpc>
            </a:pPr>
            <a:r>
              <a:rPr b="0" lang="en-US" sz="1000" strike="noStrike" u="none">
                <a:solidFill>
                  <a:srgbClr val="3d3c38"/>
                </a:solidFill>
                <a:effectLst/>
                <a:uFillTx/>
                <a:latin typeface="Arial"/>
              </a:rPr>
              <a:t>“Compare the relevant patient events.”</a:t>
            </a:r>
            <a:endParaRPr b="0" lang="en-US" sz="1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5" name="PlaceHolder 1"/>
          <p:cNvSpPr>
            <a:spLocks noGrp="1"/>
          </p:cNvSpPr>
          <p:nvPr>
            <p:ph type="title"/>
          </p:nvPr>
        </p:nvSpPr>
        <p:spPr>
          <a:xfrm>
            <a:off x="468000" y="555480"/>
            <a:ext cx="9600480" cy="303840"/>
          </a:xfrm>
          <a:prstGeom prst="rect">
            <a:avLst/>
          </a:prstGeom>
          <a:noFill/>
          <a:ln w="0">
            <a:noFill/>
          </a:ln>
        </p:spPr>
        <p:txBody>
          <a:bodyPr lIns="18360" rIns="18360" tIns="0" bIns="0" anchor="t">
            <a:noAutofit/>
          </a:bodyPr>
          <a:p>
            <a:pPr indent="0">
              <a:lnSpc>
                <a:spcPct val="100000"/>
              </a:lnSpc>
              <a:buNone/>
            </a:pPr>
            <a:r>
              <a:rPr b="0" lang="en-US" sz="2800" strike="noStrike" u="none">
                <a:solidFill>
                  <a:srgbClr val="3d3c38"/>
                </a:solidFill>
                <a:effectLst/>
                <a:uFillTx/>
                <a:latin typeface="Arial"/>
              </a:rPr>
              <a:t>Data Foundation</a:t>
            </a:r>
            <a:endParaRPr b="0" lang="en-US" sz="2800" strike="noStrike" u="none">
              <a:solidFill>
                <a:srgbClr val="000000"/>
              </a:solidFill>
              <a:effectLst/>
              <a:uFillTx/>
              <a:latin typeface="Arial"/>
            </a:endParaRPr>
          </a:p>
        </p:txBody>
      </p:sp>
      <p:sp>
        <p:nvSpPr>
          <p:cNvPr id="727" name="TextBox 3"/>
          <p:cNvSpPr/>
          <p:nvPr/>
        </p:nvSpPr>
        <p:spPr>
          <a:xfrm>
            <a:off x="594360" y="932760"/>
            <a:ext cx="2285640" cy="25560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000" strike="noStrike" u="none">
                <a:solidFill>
                  <a:srgbClr val="ff612b"/>
                </a:solidFill>
                <a:effectLst/>
                <a:uFillTx/>
                <a:latin typeface="Arial"/>
              </a:rPr>
              <a:t>DATA</a:t>
            </a:r>
            <a:endParaRPr b="0" lang="en-US" sz="1000" strike="noStrike" u="none">
              <a:solidFill>
                <a:srgbClr val="000000"/>
              </a:solidFill>
              <a:effectLst/>
              <a:uFillTx/>
              <a:latin typeface="Arial"/>
            </a:endParaRPr>
          </a:p>
        </p:txBody>
      </p:sp>
      <p:sp>
        <p:nvSpPr>
          <p:cNvPr id="728" name="TextBox 4"/>
          <p:cNvSpPr/>
          <p:nvPr/>
        </p:nvSpPr>
        <p:spPr>
          <a:xfrm>
            <a:off x="594360" y="1143000"/>
            <a:ext cx="9875160" cy="438480"/>
          </a:xfrm>
          <a:prstGeom prst="rect">
            <a:avLst/>
          </a:prstGeom>
          <a:noFill/>
          <a:ln w="0">
            <a:noFill/>
          </a:ln>
        </p:spPr>
        <p:style>
          <a:lnRef idx="0"/>
          <a:fillRef idx="0"/>
          <a:effectRef idx="0"/>
          <a:fontRef idx="minor"/>
        </p:style>
        <p:txBody>
          <a:bodyPr lIns="36720" rIns="36720" tIns="36720" bIns="36720" anchor="t">
            <a:normAutofit/>
          </a:bodyPr>
          <a:p>
            <a:pPr>
              <a:lnSpc>
                <a:spcPct val="100000"/>
              </a:lnSpc>
            </a:pPr>
            <a:r>
              <a:rPr b="0" lang="en-US" sz="1300" strike="noStrike" u="none">
                <a:solidFill>
                  <a:srgbClr val="8a8780"/>
                </a:solidFill>
                <a:effectLst/>
                <a:uFillTx/>
                <a:latin typeface="Arial"/>
              </a:rPr>
              <a:t>Multiple healthcare data domains are brought together behind one experience.</a:t>
            </a:r>
            <a:endParaRPr b="0" lang="en-US" sz="1300" strike="noStrike" u="none">
              <a:solidFill>
                <a:srgbClr val="000000"/>
              </a:solidFill>
              <a:effectLst/>
              <a:uFillTx/>
              <a:latin typeface="Arial"/>
            </a:endParaRPr>
          </a:p>
        </p:txBody>
      </p:sp>
      <p:sp>
        <p:nvSpPr>
          <p:cNvPr id="729" name="Rounded Rectangle 5"/>
          <p:cNvSpPr/>
          <p:nvPr/>
        </p:nvSpPr>
        <p:spPr>
          <a:xfrm>
            <a:off x="640080" y="1737360"/>
            <a:ext cx="4983120" cy="1234080"/>
          </a:xfrm>
          <a:prstGeom prst="roundRect">
            <a:avLst>
              <a:gd name="adj" fmla="val 16667"/>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Arial"/>
            </a:endParaRPr>
          </a:p>
        </p:txBody>
      </p:sp>
      <p:sp>
        <p:nvSpPr>
          <p:cNvPr id="730" name="TextBox 6"/>
          <p:cNvSpPr/>
          <p:nvPr/>
        </p:nvSpPr>
        <p:spPr>
          <a:xfrm>
            <a:off x="804600" y="1865520"/>
            <a:ext cx="4654080" cy="31968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400" strike="noStrike" u="none">
                <a:solidFill>
                  <a:srgbClr val="3d3c38"/>
                </a:solidFill>
                <a:effectLst/>
                <a:uFillTx/>
                <a:latin typeface="Arial"/>
              </a:rPr>
              <a:t>Snowflake — OCDP_PRD_CDCM_DB</a:t>
            </a:r>
            <a:endParaRPr b="0" lang="en-US" sz="1400" strike="noStrike" u="none">
              <a:solidFill>
                <a:srgbClr val="000000"/>
              </a:solidFill>
              <a:effectLst/>
              <a:uFillTx/>
              <a:latin typeface="Arial"/>
            </a:endParaRPr>
          </a:p>
        </p:txBody>
      </p:sp>
      <p:sp>
        <p:nvSpPr>
          <p:cNvPr id="731" name="TextBox 7"/>
          <p:cNvSpPr/>
          <p:nvPr/>
        </p:nvSpPr>
        <p:spPr>
          <a:xfrm>
            <a:off x="804600" y="2267640"/>
            <a:ext cx="4654080" cy="575640"/>
          </a:xfrm>
          <a:prstGeom prst="rect">
            <a:avLst/>
          </a:prstGeom>
          <a:noFill/>
          <a:ln w="0">
            <a:noFill/>
          </a:ln>
        </p:spPr>
        <p:style>
          <a:lnRef idx="0"/>
          <a:fillRef idx="0"/>
          <a:effectRef idx="0"/>
          <a:fontRef idx="minor"/>
        </p:style>
        <p:txBody>
          <a:bodyPr lIns="36720" rIns="36720" tIns="36720" bIns="36720" anchor="t">
            <a:normAutofit/>
          </a:bodyPr>
          <a:p>
            <a:r>
              <a:rPr b="0" lang="en-US" sz="1000" strike="noStrike" u="none">
                <a:solidFill>
                  <a:srgbClr val="3d3c38"/>
                </a:solidFill>
                <a:effectLst/>
                <a:uFillTx/>
                <a:latin typeface="Arial"/>
              </a:rPr>
              <a:t>CDCM: Patient • eligibility • claims • Rx • labs • provider</a:t>
            </a:r>
            <a:endParaRPr b="0" lang="en-US" sz="1000" strike="noStrike" u="none">
              <a:solidFill>
                <a:srgbClr val="000000"/>
              </a:solidFill>
              <a:effectLst/>
              <a:uFillTx/>
              <a:latin typeface="Arial"/>
            </a:endParaRPr>
          </a:p>
          <a:p>
            <a:pPr>
              <a:lnSpc>
                <a:spcPct val="100000"/>
              </a:lnSpc>
            </a:pPr>
            <a:r>
              <a:rPr b="0" lang="en-US" sz="1000" strike="noStrike" u="none">
                <a:solidFill>
                  <a:srgbClr val="3d3c38"/>
                </a:solidFill>
                <a:effectLst/>
                <a:uFillTx/>
                <a:latin typeface="Arial"/>
              </a:rPr>
              <a:t>CDCM_REFINED: Refined patient, eligibility, claims, Rx and provider views</a:t>
            </a:r>
            <a:endParaRPr b="0" lang="en-US" sz="1000" strike="noStrike" u="none">
              <a:solidFill>
                <a:srgbClr val="000000"/>
              </a:solidFill>
              <a:effectLst/>
              <a:uFillTx/>
              <a:latin typeface="Arial"/>
            </a:endParaRPr>
          </a:p>
        </p:txBody>
      </p:sp>
      <p:sp>
        <p:nvSpPr>
          <p:cNvPr id="732" name="Rounded Rectangle 8"/>
          <p:cNvSpPr/>
          <p:nvPr/>
        </p:nvSpPr>
        <p:spPr>
          <a:xfrm>
            <a:off x="640080" y="3154680"/>
            <a:ext cx="4983120" cy="1234080"/>
          </a:xfrm>
          <a:prstGeom prst="roundRect">
            <a:avLst>
              <a:gd name="adj" fmla="val 16667"/>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Arial"/>
            </a:endParaRPr>
          </a:p>
        </p:txBody>
      </p:sp>
      <p:sp>
        <p:nvSpPr>
          <p:cNvPr id="733" name="TextBox 9"/>
          <p:cNvSpPr/>
          <p:nvPr/>
        </p:nvSpPr>
        <p:spPr>
          <a:xfrm>
            <a:off x="804600" y="3282840"/>
            <a:ext cx="4654080" cy="31968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400" strike="noStrike" u="none">
                <a:solidFill>
                  <a:srgbClr val="3d3c38"/>
                </a:solidFill>
                <a:effectLst/>
                <a:uFillTx/>
                <a:latin typeface="Arial"/>
              </a:rPr>
              <a:t>Snowflake — caredata_extract_elt</a:t>
            </a:r>
            <a:endParaRPr b="0" lang="en-US" sz="1400" strike="noStrike" u="none">
              <a:solidFill>
                <a:srgbClr val="000000"/>
              </a:solidFill>
              <a:effectLst/>
              <a:uFillTx/>
              <a:latin typeface="Arial"/>
            </a:endParaRPr>
          </a:p>
        </p:txBody>
      </p:sp>
      <p:sp>
        <p:nvSpPr>
          <p:cNvPr id="734" name="TextBox 10"/>
          <p:cNvSpPr/>
          <p:nvPr/>
        </p:nvSpPr>
        <p:spPr>
          <a:xfrm>
            <a:off x="804600" y="3684960"/>
            <a:ext cx="4654080" cy="575640"/>
          </a:xfrm>
          <a:prstGeom prst="rect">
            <a:avLst/>
          </a:prstGeom>
          <a:noFill/>
          <a:ln w="0">
            <a:noFill/>
          </a:ln>
        </p:spPr>
        <p:style>
          <a:lnRef idx="0"/>
          <a:fillRef idx="0"/>
          <a:effectRef idx="0"/>
          <a:fontRef idx="minor"/>
        </p:style>
        <p:txBody>
          <a:bodyPr lIns="36720" rIns="36720" tIns="36720" bIns="36720" anchor="t">
            <a:normAutofit/>
          </a:bodyPr>
          <a:p>
            <a:pPr>
              <a:lnSpc>
                <a:spcPct val="100000"/>
              </a:lnSpc>
            </a:pPr>
            <a:r>
              <a:rPr b="0" lang="en-US" sz="1000" strike="noStrike" u="none">
                <a:solidFill>
                  <a:srgbClr val="3d3c38"/>
                </a:solidFill>
                <a:effectLst/>
                <a:uFillTx/>
                <a:latin typeface="Arial"/>
              </a:rPr>
              <a:t>DATACORE history plus CDOS / COZEVA tenant data</a:t>
            </a:r>
            <a:endParaRPr b="0" lang="en-US" sz="1000" strike="noStrike" u="none">
              <a:solidFill>
                <a:srgbClr val="000000"/>
              </a:solidFill>
              <a:effectLst/>
              <a:uFillTx/>
              <a:latin typeface="Arial"/>
            </a:endParaRPr>
          </a:p>
        </p:txBody>
      </p:sp>
      <p:sp>
        <p:nvSpPr>
          <p:cNvPr id="735" name="Rounded Rectangle 11"/>
          <p:cNvSpPr/>
          <p:nvPr/>
        </p:nvSpPr>
        <p:spPr>
          <a:xfrm>
            <a:off x="5806440" y="1737360"/>
            <a:ext cx="4891680" cy="1234080"/>
          </a:xfrm>
          <a:prstGeom prst="roundRect">
            <a:avLst>
              <a:gd name="adj" fmla="val 16667"/>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Arial"/>
            </a:endParaRPr>
          </a:p>
        </p:txBody>
      </p:sp>
      <p:sp>
        <p:nvSpPr>
          <p:cNvPr id="736" name="TextBox 12"/>
          <p:cNvSpPr/>
          <p:nvPr/>
        </p:nvSpPr>
        <p:spPr>
          <a:xfrm>
            <a:off x="5970960" y="1865520"/>
            <a:ext cx="4562640" cy="31968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400" strike="noStrike" u="none">
                <a:solidFill>
                  <a:srgbClr val="3d3c38"/>
                </a:solidFill>
                <a:effectLst/>
                <a:uFillTx/>
                <a:latin typeface="Arial"/>
              </a:rPr>
              <a:t>Databricks — prod_ocdp_optumcare / Unity Catalog</a:t>
            </a:r>
            <a:endParaRPr b="0" lang="en-US" sz="1400" strike="noStrike" u="none">
              <a:solidFill>
                <a:srgbClr val="000000"/>
              </a:solidFill>
              <a:effectLst/>
              <a:uFillTx/>
              <a:latin typeface="Arial"/>
            </a:endParaRPr>
          </a:p>
        </p:txBody>
      </p:sp>
      <p:sp>
        <p:nvSpPr>
          <p:cNvPr id="737" name="TextBox 13"/>
          <p:cNvSpPr/>
          <p:nvPr/>
        </p:nvSpPr>
        <p:spPr>
          <a:xfrm>
            <a:off x="5970960" y="2267640"/>
            <a:ext cx="4562640" cy="575640"/>
          </a:xfrm>
          <a:prstGeom prst="rect">
            <a:avLst/>
          </a:prstGeom>
          <a:noFill/>
          <a:ln w="0">
            <a:noFill/>
          </a:ln>
        </p:spPr>
        <p:style>
          <a:lnRef idx="0"/>
          <a:fillRef idx="0"/>
          <a:effectRef idx="0"/>
          <a:fontRef idx="minor"/>
        </p:style>
        <p:txBody>
          <a:bodyPr lIns="36720" rIns="36720" tIns="36720" bIns="36720" anchor="t">
            <a:normAutofit/>
          </a:bodyPr>
          <a:p>
            <a:pPr>
              <a:lnSpc>
                <a:spcPct val="100000"/>
              </a:lnSpc>
            </a:pPr>
            <a:r>
              <a:rPr b="0" lang="en-US" sz="1000" strike="noStrike" u="none">
                <a:solidFill>
                  <a:srgbClr val="3d3c38"/>
                </a:solidFill>
                <a:effectLst/>
                <a:uFillTx/>
                <a:latin typeface="Arial"/>
              </a:rPr>
              <a:t>CURO: patient, regional and provider history tables selected using the source-system key.</a:t>
            </a:r>
            <a:endParaRPr b="0" lang="en-US" sz="1000" strike="noStrike" u="none">
              <a:solidFill>
                <a:srgbClr val="000000"/>
              </a:solidFill>
              <a:effectLst/>
              <a:uFillTx/>
              <a:latin typeface="Arial"/>
            </a:endParaRPr>
          </a:p>
        </p:txBody>
      </p:sp>
      <p:sp>
        <p:nvSpPr>
          <p:cNvPr id="738" name="Rounded Rectangle 14"/>
          <p:cNvSpPr/>
          <p:nvPr/>
        </p:nvSpPr>
        <p:spPr>
          <a:xfrm>
            <a:off x="5806440" y="3154680"/>
            <a:ext cx="4891680" cy="1234080"/>
          </a:xfrm>
          <a:prstGeom prst="roundRect">
            <a:avLst>
              <a:gd name="adj" fmla="val 16667"/>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Arial"/>
            </a:endParaRPr>
          </a:p>
        </p:txBody>
      </p:sp>
      <p:sp>
        <p:nvSpPr>
          <p:cNvPr id="739" name="TextBox 15"/>
          <p:cNvSpPr/>
          <p:nvPr/>
        </p:nvSpPr>
        <p:spPr>
          <a:xfrm>
            <a:off x="5970960" y="3282840"/>
            <a:ext cx="4562640" cy="31968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400" strike="noStrike" u="none">
                <a:solidFill>
                  <a:srgbClr val="3d3c38"/>
                </a:solidFill>
                <a:effectLst/>
                <a:uFillTx/>
                <a:latin typeface="Arial"/>
              </a:rPr>
              <a:t>Identifier model</a:t>
            </a:r>
            <a:endParaRPr b="0" lang="en-US" sz="1400" strike="noStrike" u="none">
              <a:solidFill>
                <a:srgbClr val="000000"/>
              </a:solidFill>
              <a:effectLst/>
              <a:uFillTx/>
              <a:latin typeface="Arial"/>
            </a:endParaRPr>
          </a:p>
        </p:txBody>
      </p:sp>
      <p:sp>
        <p:nvSpPr>
          <p:cNvPr id="740" name="TextBox 16"/>
          <p:cNvSpPr/>
          <p:nvPr/>
        </p:nvSpPr>
        <p:spPr>
          <a:xfrm>
            <a:off x="5970960" y="3684960"/>
            <a:ext cx="4562640" cy="575640"/>
          </a:xfrm>
          <a:prstGeom prst="rect">
            <a:avLst/>
          </a:prstGeom>
          <a:noFill/>
          <a:ln w="0">
            <a:noFill/>
          </a:ln>
        </p:spPr>
        <p:style>
          <a:lnRef idx="0"/>
          <a:fillRef idx="0"/>
          <a:effectRef idx="0"/>
          <a:fontRef idx="minor"/>
        </p:style>
        <p:txBody>
          <a:bodyPr lIns="36720" rIns="36720" tIns="36720" bIns="36720" anchor="t">
            <a:normAutofit/>
          </a:bodyPr>
          <a:p>
            <a:pPr>
              <a:lnSpc>
                <a:spcPct val="100000"/>
              </a:lnSpc>
            </a:pPr>
            <a:r>
              <a:rPr b="0" lang="en-US" sz="1000" strike="noStrike" u="none">
                <a:solidFill>
                  <a:srgbClr val="3d3c38"/>
                </a:solidFill>
                <a:effectLst/>
                <a:uFillTx/>
                <a:latin typeface="Arial"/>
              </a:rPr>
              <a:t>Supports SOURCE_SYSTEM_SK-SOURCE_PATIENT_ID and enterprise/member lookup patterns.</a:t>
            </a:r>
            <a:endParaRPr b="0" lang="en-US" sz="1000" strike="noStrike" u="none">
              <a:solidFill>
                <a:srgbClr val="000000"/>
              </a:solidFill>
              <a:effectLst/>
              <a:uFillTx/>
              <a:latin typeface="Arial"/>
            </a:endParaRPr>
          </a:p>
        </p:txBody>
      </p:sp>
      <p:sp>
        <p:nvSpPr>
          <p:cNvPr id="741" name="TextBox 17"/>
          <p:cNvSpPr/>
          <p:nvPr/>
        </p:nvSpPr>
        <p:spPr>
          <a:xfrm>
            <a:off x="640080" y="4892040"/>
            <a:ext cx="10058040" cy="63972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500" strike="noStrike" u="none">
                <a:solidFill>
                  <a:srgbClr val="ff612b"/>
                </a:solidFill>
                <a:effectLst/>
                <a:uFillTx/>
                <a:latin typeface="Arial"/>
              </a:rPr>
              <a:t>Business implication: Users do not need to know which platform owns the underlying record.</a:t>
            </a:r>
            <a:endParaRPr b="0" lang="en-US" sz="15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2" name="PlaceHolder 1"/>
          <p:cNvSpPr>
            <a:spLocks noGrp="1"/>
          </p:cNvSpPr>
          <p:nvPr>
            <p:ph type="title"/>
          </p:nvPr>
        </p:nvSpPr>
        <p:spPr>
          <a:xfrm>
            <a:off x="468000" y="555480"/>
            <a:ext cx="9600480" cy="303840"/>
          </a:xfrm>
          <a:prstGeom prst="rect">
            <a:avLst/>
          </a:prstGeom>
          <a:noFill/>
          <a:ln w="0">
            <a:noFill/>
          </a:ln>
        </p:spPr>
        <p:txBody>
          <a:bodyPr lIns="18360" rIns="18360" tIns="0" bIns="0" anchor="t">
            <a:noAutofit/>
          </a:bodyPr>
          <a:p>
            <a:pPr indent="0">
              <a:lnSpc>
                <a:spcPct val="100000"/>
              </a:lnSpc>
              <a:buNone/>
            </a:pPr>
            <a:r>
              <a:rPr b="0" lang="en-US" sz="2800" strike="noStrike" u="none">
                <a:solidFill>
                  <a:srgbClr val="3d3c38"/>
                </a:solidFill>
                <a:effectLst/>
                <a:uFillTx/>
                <a:latin typeface="Arial"/>
              </a:rPr>
              <a:t>AI-Powered Question Answering</a:t>
            </a:r>
            <a:endParaRPr b="0" lang="en-US" sz="2800" strike="noStrike" u="none">
              <a:solidFill>
                <a:srgbClr val="000000"/>
              </a:solidFill>
              <a:effectLst/>
              <a:uFillTx/>
              <a:latin typeface="Arial"/>
            </a:endParaRPr>
          </a:p>
        </p:txBody>
      </p:sp>
      <p:sp>
        <p:nvSpPr>
          <p:cNvPr id="744" name="TextBox 3"/>
          <p:cNvSpPr/>
          <p:nvPr/>
        </p:nvSpPr>
        <p:spPr>
          <a:xfrm>
            <a:off x="594360" y="932760"/>
            <a:ext cx="2285640" cy="25560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000" strike="noStrike" u="none">
                <a:solidFill>
                  <a:srgbClr val="ff612b"/>
                </a:solidFill>
                <a:effectLst/>
                <a:uFillTx/>
                <a:latin typeface="Arial"/>
              </a:rPr>
              <a:t>AI</a:t>
            </a:r>
            <a:endParaRPr b="0" lang="en-US" sz="1000" strike="noStrike" u="none">
              <a:solidFill>
                <a:srgbClr val="000000"/>
              </a:solidFill>
              <a:effectLst/>
              <a:uFillTx/>
              <a:latin typeface="Arial"/>
            </a:endParaRPr>
          </a:p>
        </p:txBody>
      </p:sp>
      <p:sp>
        <p:nvSpPr>
          <p:cNvPr id="745" name="TextBox 4"/>
          <p:cNvSpPr/>
          <p:nvPr/>
        </p:nvSpPr>
        <p:spPr>
          <a:xfrm>
            <a:off x="594360" y="1143000"/>
            <a:ext cx="9875160" cy="438480"/>
          </a:xfrm>
          <a:prstGeom prst="rect">
            <a:avLst/>
          </a:prstGeom>
          <a:noFill/>
          <a:ln w="0">
            <a:noFill/>
          </a:ln>
        </p:spPr>
        <p:style>
          <a:lnRef idx="0"/>
          <a:fillRef idx="0"/>
          <a:effectRef idx="0"/>
          <a:fontRef idx="minor"/>
        </p:style>
        <p:txBody>
          <a:bodyPr lIns="36720" rIns="36720" tIns="36720" bIns="36720" anchor="t">
            <a:normAutofit/>
          </a:bodyPr>
          <a:p>
            <a:pPr>
              <a:lnSpc>
                <a:spcPct val="100000"/>
              </a:lnSpc>
            </a:pPr>
            <a:r>
              <a:rPr b="0" lang="en-US" sz="1300" strike="noStrike" u="none">
                <a:solidFill>
                  <a:srgbClr val="8a8780"/>
                </a:solidFill>
                <a:effectLst/>
                <a:uFillTx/>
                <a:latin typeface="Arial"/>
              </a:rPr>
              <a:t>Business language is converted into data operations and grounded in relevant schema context.</a:t>
            </a:r>
            <a:endParaRPr b="0" lang="en-US" sz="1300" strike="noStrike" u="none">
              <a:solidFill>
                <a:srgbClr val="000000"/>
              </a:solidFill>
              <a:effectLst/>
              <a:uFillTx/>
              <a:latin typeface="Arial"/>
            </a:endParaRPr>
          </a:p>
        </p:txBody>
      </p:sp>
      <p:sp>
        <p:nvSpPr>
          <p:cNvPr id="746" name="Rounded Rectangle 5"/>
          <p:cNvSpPr/>
          <p:nvPr/>
        </p:nvSpPr>
        <p:spPr>
          <a:xfrm>
            <a:off x="640080" y="1691640"/>
            <a:ext cx="3154320" cy="1416960"/>
          </a:xfrm>
          <a:prstGeom prst="roundRect">
            <a:avLst>
              <a:gd name="adj" fmla="val 16667"/>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Arial"/>
            </a:endParaRPr>
          </a:p>
        </p:txBody>
      </p:sp>
      <p:sp>
        <p:nvSpPr>
          <p:cNvPr id="747" name="TextBox 6"/>
          <p:cNvSpPr/>
          <p:nvPr/>
        </p:nvSpPr>
        <p:spPr>
          <a:xfrm>
            <a:off x="804600" y="1819800"/>
            <a:ext cx="2825280" cy="31968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300" strike="noStrike" u="none">
                <a:solidFill>
                  <a:srgbClr val="3d3c38"/>
                </a:solidFill>
                <a:effectLst/>
                <a:uFillTx/>
                <a:latin typeface="Arial"/>
              </a:rPr>
              <a:t>1  Business question</a:t>
            </a:r>
            <a:endParaRPr b="0" lang="en-US" sz="1300" strike="noStrike" u="none">
              <a:solidFill>
                <a:srgbClr val="000000"/>
              </a:solidFill>
              <a:effectLst/>
              <a:uFillTx/>
              <a:latin typeface="Arial"/>
            </a:endParaRPr>
          </a:p>
        </p:txBody>
      </p:sp>
      <p:sp>
        <p:nvSpPr>
          <p:cNvPr id="748" name="TextBox 7"/>
          <p:cNvSpPr/>
          <p:nvPr/>
        </p:nvSpPr>
        <p:spPr>
          <a:xfrm>
            <a:off x="804600" y="2221920"/>
            <a:ext cx="2825280" cy="758520"/>
          </a:xfrm>
          <a:prstGeom prst="rect">
            <a:avLst/>
          </a:prstGeom>
          <a:noFill/>
          <a:ln w="0">
            <a:noFill/>
          </a:ln>
        </p:spPr>
        <p:style>
          <a:lnRef idx="0"/>
          <a:fillRef idx="0"/>
          <a:effectRef idx="0"/>
          <a:fontRef idx="minor"/>
        </p:style>
        <p:txBody>
          <a:bodyPr lIns="36720" rIns="36720" tIns="36720" bIns="36720" anchor="t">
            <a:normAutofit/>
          </a:bodyPr>
          <a:p>
            <a:pPr>
              <a:lnSpc>
                <a:spcPct val="100000"/>
              </a:lnSpc>
            </a:pPr>
            <a:r>
              <a:rPr b="0" lang="en-US" sz="1000" strike="noStrike" u="none">
                <a:solidFill>
                  <a:srgbClr val="3d3c38"/>
                </a:solidFill>
                <a:effectLst/>
                <a:uFillTx/>
                <a:latin typeface="Arial"/>
              </a:rPr>
              <a:t>“Show the latest claims and average amount”</a:t>
            </a:r>
            <a:endParaRPr b="0" lang="en-US" sz="1000" strike="noStrike" u="none">
              <a:solidFill>
                <a:srgbClr val="000000"/>
              </a:solidFill>
              <a:effectLst/>
              <a:uFillTx/>
              <a:latin typeface="Arial"/>
            </a:endParaRPr>
          </a:p>
        </p:txBody>
      </p:sp>
      <p:sp>
        <p:nvSpPr>
          <p:cNvPr id="749" name="Rounded Rectangle 8"/>
          <p:cNvSpPr/>
          <p:nvPr/>
        </p:nvSpPr>
        <p:spPr>
          <a:xfrm>
            <a:off x="4096440" y="1691640"/>
            <a:ext cx="3154320" cy="1416960"/>
          </a:xfrm>
          <a:prstGeom prst="roundRect">
            <a:avLst>
              <a:gd name="adj" fmla="val 16667"/>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Arial"/>
            </a:endParaRPr>
          </a:p>
        </p:txBody>
      </p:sp>
      <p:sp>
        <p:nvSpPr>
          <p:cNvPr id="750" name="TextBox 9"/>
          <p:cNvSpPr/>
          <p:nvPr/>
        </p:nvSpPr>
        <p:spPr>
          <a:xfrm>
            <a:off x="4260960" y="1819800"/>
            <a:ext cx="2825280" cy="31968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300" strike="noStrike" u="none">
                <a:solidFill>
                  <a:srgbClr val="3d3c38"/>
                </a:solidFill>
                <a:effectLst/>
                <a:uFillTx/>
                <a:latin typeface="Arial"/>
              </a:rPr>
              <a:t>2  Intent + context</a:t>
            </a:r>
            <a:endParaRPr b="0" lang="en-US" sz="1300" strike="noStrike" u="none">
              <a:solidFill>
                <a:srgbClr val="000000"/>
              </a:solidFill>
              <a:effectLst/>
              <a:uFillTx/>
              <a:latin typeface="Arial"/>
            </a:endParaRPr>
          </a:p>
        </p:txBody>
      </p:sp>
      <p:sp>
        <p:nvSpPr>
          <p:cNvPr id="751" name="TextBox 10"/>
          <p:cNvSpPr/>
          <p:nvPr/>
        </p:nvSpPr>
        <p:spPr>
          <a:xfrm>
            <a:off x="4260960" y="2221920"/>
            <a:ext cx="2825280" cy="758520"/>
          </a:xfrm>
          <a:prstGeom prst="rect">
            <a:avLst/>
          </a:prstGeom>
          <a:noFill/>
          <a:ln w="0">
            <a:noFill/>
          </a:ln>
        </p:spPr>
        <p:style>
          <a:lnRef idx="0"/>
          <a:fillRef idx="0"/>
          <a:effectRef idx="0"/>
          <a:fontRef idx="minor"/>
        </p:style>
        <p:txBody>
          <a:bodyPr lIns="36720" rIns="36720" tIns="36720" bIns="36720" anchor="t">
            <a:normAutofit/>
          </a:bodyPr>
          <a:p>
            <a:pPr>
              <a:lnSpc>
                <a:spcPct val="100000"/>
              </a:lnSpc>
            </a:pPr>
            <a:r>
              <a:rPr b="0" lang="en-US" sz="1000" strike="noStrike" u="none">
                <a:solidFill>
                  <a:srgbClr val="3d3c38"/>
                </a:solidFill>
                <a:effectLst/>
                <a:uFillTx/>
                <a:latin typeface="Arial"/>
              </a:rPr>
              <a:t>Router identifies data / analysis intent</a:t>
            </a:r>
            <a:endParaRPr b="0" lang="en-US" sz="1000" strike="noStrike" u="none">
              <a:solidFill>
                <a:srgbClr val="000000"/>
              </a:solidFill>
              <a:effectLst/>
              <a:uFillTx/>
              <a:latin typeface="Arial"/>
            </a:endParaRPr>
          </a:p>
        </p:txBody>
      </p:sp>
      <p:sp>
        <p:nvSpPr>
          <p:cNvPr id="752" name="Rounded Rectangle 11"/>
          <p:cNvSpPr/>
          <p:nvPr/>
        </p:nvSpPr>
        <p:spPr>
          <a:xfrm>
            <a:off x="7552800" y="1691640"/>
            <a:ext cx="3154320" cy="1416960"/>
          </a:xfrm>
          <a:prstGeom prst="roundRect">
            <a:avLst>
              <a:gd name="adj" fmla="val 16667"/>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Arial"/>
            </a:endParaRPr>
          </a:p>
        </p:txBody>
      </p:sp>
      <p:sp>
        <p:nvSpPr>
          <p:cNvPr id="753" name="TextBox 12"/>
          <p:cNvSpPr/>
          <p:nvPr/>
        </p:nvSpPr>
        <p:spPr>
          <a:xfrm>
            <a:off x="7717680" y="1819800"/>
            <a:ext cx="2825280" cy="31968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300" strike="noStrike" u="none">
                <a:solidFill>
                  <a:srgbClr val="3d3c38"/>
                </a:solidFill>
                <a:effectLst/>
                <a:uFillTx/>
                <a:latin typeface="Arial"/>
              </a:rPr>
              <a:t>3  RAG metadata</a:t>
            </a:r>
            <a:endParaRPr b="0" lang="en-US" sz="1300" strike="noStrike" u="none">
              <a:solidFill>
                <a:srgbClr val="000000"/>
              </a:solidFill>
              <a:effectLst/>
              <a:uFillTx/>
              <a:latin typeface="Arial"/>
            </a:endParaRPr>
          </a:p>
        </p:txBody>
      </p:sp>
      <p:sp>
        <p:nvSpPr>
          <p:cNvPr id="754" name="TextBox 13"/>
          <p:cNvSpPr/>
          <p:nvPr/>
        </p:nvSpPr>
        <p:spPr>
          <a:xfrm>
            <a:off x="7717680" y="2221920"/>
            <a:ext cx="2825280" cy="758520"/>
          </a:xfrm>
          <a:prstGeom prst="rect">
            <a:avLst/>
          </a:prstGeom>
          <a:noFill/>
          <a:ln w="0">
            <a:noFill/>
          </a:ln>
        </p:spPr>
        <p:style>
          <a:lnRef idx="0"/>
          <a:fillRef idx="0"/>
          <a:effectRef idx="0"/>
          <a:fontRef idx="minor"/>
        </p:style>
        <p:txBody>
          <a:bodyPr lIns="36720" rIns="36720" tIns="36720" bIns="36720" anchor="t">
            <a:normAutofit/>
          </a:bodyPr>
          <a:p>
            <a:pPr>
              <a:lnSpc>
                <a:spcPct val="100000"/>
              </a:lnSpc>
            </a:pPr>
            <a:r>
              <a:rPr b="0" lang="en-US" sz="1000" strike="noStrike" u="none">
                <a:solidFill>
                  <a:srgbClr val="3d3c38"/>
                </a:solidFill>
                <a:effectLst/>
                <a:uFillTx/>
                <a:latin typeface="Arial"/>
              </a:rPr>
              <a:t>FAISS retrieves relevant schema / rules context</a:t>
            </a:r>
            <a:endParaRPr b="0" lang="en-US" sz="1000" strike="noStrike" u="none">
              <a:solidFill>
                <a:srgbClr val="000000"/>
              </a:solidFill>
              <a:effectLst/>
              <a:uFillTx/>
              <a:latin typeface="Arial"/>
            </a:endParaRPr>
          </a:p>
        </p:txBody>
      </p:sp>
      <p:sp>
        <p:nvSpPr>
          <p:cNvPr id="755" name="Rounded Rectangle 14"/>
          <p:cNvSpPr/>
          <p:nvPr/>
        </p:nvSpPr>
        <p:spPr>
          <a:xfrm>
            <a:off x="640080" y="3429000"/>
            <a:ext cx="3154320" cy="1416960"/>
          </a:xfrm>
          <a:prstGeom prst="roundRect">
            <a:avLst>
              <a:gd name="adj" fmla="val 16667"/>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Arial"/>
            </a:endParaRPr>
          </a:p>
        </p:txBody>
      </p:sp>
      <p:sp>
        <p:nvSpPr>
          <p:cNvPr id="756" name="TextBox 15"/>
          <p:cNvSpPr/>
          <p:nvPr/>
        </p:nvSpPr>
        <p:spPr>
          <a:xfrm>
            <a:off x="804600" y="3557160"/>
            <a:ext cx="2825280" cy="31968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300" strike="noStrike" u="none">
                <a:solidFill>
                  <a:srgbClr val="3d3c38"/>
                </a:solidFill>
                <a:effectLst/>
                <a:uFillTx/>
                <a:latin typeface="Arial"/>
              </a:rPr>
              <a:t>4  SQL generation</a:t>
            </a:r>
            <a:endParaRPr b="0" lang="en-US" sz="1300" strike="noStrike" u="none">
              <a:solidFill>
                <a:srgbClr val="000000"/>
              </a:solidFill>
              <a:effectLst/>
              <a:uFillTx/>
              <a:latin typeface="Arial"/>
            </a:endParaRPr>
          </a:p>
        </p:txBody>
      </p:sp>
      <p:sp>
        <p:nvSpPr>
          <p:cNvPr id="757" name="TextBox 16"/>
          <p:cNvSpPr/>
          <p:nvPr/>
        </p:nvSpPr>
        <p:spPr>
          <a:xfrm>
            <a:off x="804600" y="3959280"/>
            <a:ext cx="2825280" cy="758520"/>
          </a:xfrm>
          <a:prstGeom prst="rect">
            <a:avLst/>
          </a:prstGeom>
          <a:noFill/>
          <a:ln w="0">
            <a:noFill/>
          </a:ln>
        </p:spPr>
        <p:style>
          <a:lnRef idx="0"/>
          <a:fillRef idx="0"/>
          <a:effectRef idx="0"/>
          <a:fontRef idx="minor"/>
        </p:style>
        <p:txBody>
          <a:bodyPr lIns="36720" rIns="36720" tIns="36720" bIns="36720" anchor="t">
            <a:normAutofit/>
          </a:bodyPr>
          <a:p>
            <a:pPr>
              <a:lnSpc>
                <a:spcPct val="100000"/>
              </a:lnSpc>
            </a:pPr>
            <a:r>
              <a:rPr b="0" lang="en-US" sz="1000" strike="noStrike" u="none">
                <a:solidFill>
                  <a:srgbClr val="3d3c38"/>
                </a:solidFill>
                <a:effectLst/>
                <a:uFillTx/>
                <a:latin typeface="Arial"/>
              </a:rPr>
              <a:t>Azure OpenAI generates source-aware SQL</a:t>
            </a:r>
            <a:endParaRPr b="0" lang="en-US" sz="1000" strike="noStrike" u="none">
              <a:solidFill>
                <a:srgbClr val="000000"/>
              </a:solidFill>
              <a:effectLst/>
              <a:uFillTx/>
              <a:latin typeface="Arial"/>
            </a:endParaRPr>
          </a:p>
        </p:txBody>
      </p:sp>
      <p:sp>
        <p:nvSpPr>
          <p:cNvPr id="758" name="Rounded Rectangle 17"/>
          <p:cNvSpPr/>
          <p:nvPr/>
        </p:nvSpPr>
        <p:spPr>
          <a:xfrm>
            <a:off x="4096440" y="3429000"/>
            <a:ext cx="3154320" cy="1416960"/>
          </a:xfrm>
          <a:prstGeom prst="roundRect">
            <a:avLst>
              <a:gd name="adj" fmla="val 16667"/>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Arial"/>
            </a:endParaRPr>
          </a:p>
        </p:txBody>
      </p:sp>
      <p:sp>
        <p:nvSpPr>
          <p:cNvPr id="759" name="TextBox 18"/>
          <p:cNvSpPr/>
          <p:nvPr/>
        </p:nvSpPr>
        <p:spPr>
          <a:xfrm>
            <a:off x="4260960" y="3557160"/>
            <a:ext cx="2825280" cy="31968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300" strike="noStrike" u="none">
                <a:solidFill>
                  <a:srgbClr val="3d3c38"/>
                </a:solidFill>
                <a:effectLst/>
                <a:uFillTx/>
                <a:latin typeface="Arial"/>
              </a:rPr>
              <a:t>5  Execution</a:t>
            </a:r>
            <a:endParaRPr b="0" lang="en-US" sz="1300" strike="noStrike" u="none">
              <a:solidFill>
                <a:srgbClr val="000000"/>
              </a:solidFill>
              <a:effectLst/>
              <a:uFillTx/>
              <a:latin typeface="Arial"/>
            </a:endParaRPr>
          </a:p>
        </p:txBody>
      </p:sp>
      <p:sp>
        <p:nvSpPr>
          <p:cNvPr id="760" name="TextBox 19"/>
          <p:cNvSpPr/>
          <p:nvPr/>
        </p:nvSpPr>
        <p:spPr>
          <a:xfrm>
            <a:off x="4260960" y="3959280"/>
            <a:ext cx="2825280" cy="758520"/>
          </a:xfrm>
          <a:prstGeom prst="rect">
            <a:avLst/>
          </a:prstGeom>
          <a:noFill/>
          <a:ln w="0">
            <a:noFill/>
          </a:ln>
        </p:spPr>
        <p:style>
          <a:lnRef idx="0"/>
          <a:fillRef idx="0"/>
          <a:effectRef idx="0"/>
          <a:fontRef idx="minor"/>
        </p:style>
        <p:txBody>
          <a:bodyPr lIns="36720" rIns="36720" tIns="36720" bIns="36720" anchor="t">
            <a:normAutofit/>
          </a:bodyPr>
          <a:p>
            <a:pPr>
              <a:lnSpc>
                <a:spcPct val="100000"/>
              </a:lnSpc>
            </a:pPr>
            <a:r>
              <a:rPr b="0" lang="en-US" sz="1000" strike="noStrike" u="none">
                <a:solidFill>
                  <a:srgbClr val="3d3c38"/>
                </a:solidFill>
                <a:effectLst/>
                <a:uFillTx/>
                <a:latin typeface="Arial"/>
              </a:rPr>
              <a:t>Snowflake / Databricks executes the query</a:t>
            </a:r>
            <a:endParaRPr b="0" lang="en-US" sz="1000" strike="noStrike" u="none">
              <a:solidFill>
                <a:srgbClr val="000000"/>
              </a:solidFill>
              <a:effectLst/>
              <a:uFillTx/>
              <a:latin typeface="Arial"/>
            </a:endParaRPr>
          </a:p>
        </p:txBody>
      </p:sp>
      <p:sp>
        <p:nvSpPr>
          <p:cNvPr id="761" name="Rounded Rectangle 20"/>
          <p:cNvSpPr/>
          <p:nvPr/>
        </p:nvSpPr>
        <p:spPr>
          <a:xfrm>
            <a:off x="7552800" y="3429000"/>
            <a:ext cx="3154320" cy="1416960"/>
          </a:xfrm>
          <a:prstGeom prst="roundRect">
            <a:avLst>
              <a:gd name="adj" fmla="val 16667"/>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Arial"/>
            </a:endParaRPr>
          </a:p>
        </p:txBody>
      </p:sp>
      <p:sp>
        <p:nvSpPr>
          <p:cNvPr id="762" name="TextBox 21"/>
          <p:cNvSpPr/>
          <p:nvPr/>
        </p:nvSpPr>
        <p:spPr>
          <a:xfrm>
            <a:off x="7717680" y="3557160"/>
            <a:ext cx="2825280" cy="31968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300" strike="noStrike" u="none">
                <a:solidFill>
                  <a:srgbClr val="3d3c38"/>
                </a:solidFill>
                <a:effectLst/>
                <a:uFillTx/>
                <a:latin typeface="Arial"/>
              </a:rPr>
              <a:t>6  Answer</a:t>
            </a:r>
            <a:endParaRPr b="0" lang="en-US" sz="1300" strike="noStrike" u="none">
              <a:solidFill>
                <a:srgbClr val="000000"/>
              </a:solidFill>
              <a:effectLst/>
              <a:uFillTx/>
              <a:latin typeface="Arial"/>
            </a:endParaRPr>
          </a:p>
        </p:txBody>
      </p:sp>
      <p:sp>
        <p:nvSpPr>
          <p:cNvPr id="763" name="TextBox 22"/>
          <p:cNvSpPr/>
          <p:nvPr/>
        </p:nvSpPr>
        <p:spPr>
          <a:xfrm>
            <a:off x="7717680" y="3959280"/>
            <a:ext cx="2825280" cy="758520"/>
          </a:xfrm>
          <a:prstGeom prst="rect">
            <a:avLst/>
          </a:prstGeom>
          <a:noFill/>
          <a:ln w="0">
            <a:noFill/>
          </a:ln>
        </p:spPr>
        <p:style>
          <a:lnRef idx="0"/>
          <a:fillRef idx="0"/>
          <a:effectRef idx="0"/>
          <a:fontRef idx="minor"/>
        </p:style>
        <p:txBody>
          <a:bodyPr lIns="36720" rIns="36720" tIns="36720" bIns="36720" anchor="t">
            <a:normAutofit/>
          </a:bodyPr>
          <a:p>
            <a:pPr>
              <a:lnSpc>
                <a:spcPct val="100000"/>
              </a:lnSpc>
            </a:pPr>
            <a:r>
              <a:rPr b="0" lang="en-US" sz="1000" strike="noStrike" u="none">
                <a:solidFill>
                  <a:srgbClr val="3d3c38"/>
                </a:solidFill>
                <a:effectLst/>
                <a:uFillTx/>
                <a:latin typeface="Arial"/>
              </a:rPr>
              <a:t>Results are formatted back into the chat experience</a:t>
            </a:r>
            <a:endParaRPr b="0" lang="en-US" sz="1000" strike="noStrike" u="none">
              <a:solidFill>
                <a:srgbClr val="000000"/>
              </a:solidFill>
              <a:effectLst/>
              <a:uFillTx/>
              <a:latin typeface="Arial"/>
            </a:endParaRPr>
          </a:p>
        </p:txBody>
      </p:sp>
      <p:sp>
        <p:nvSpPr>
          <p:cNvPr id="764" name="TextBox 23"/>
          <p:cNvSpPr/>
          <p:nvPr/>
        </p:nvSpPr>
        <p:spPr>
          <a:xfrm>
            <a:off x="777240" y="5349240"/>
            <a:ext cx="9966600" cy="548280"/>
          </a:xfrm>
          <a:prstGeom prst="rect">
            <a:avLst/>
          </a:prstGeom>
          <a:noFill/>
          <a:ln w="0">
            <a:noFill/>
          </a:ln>
        </p:spPr>
        <p:style>
          <a:lnRef idx="0"/>
          <a:fillRef idx="0"/>
          <a:effectRef idx="0"/>
          <a:fontRef idx="minor"/>
        </p:style>
        <p:txBody>
          <a:bodyPr wrap="none" lIns="36720" rIns="36720" tIns="36720" bIns="36720" anchor="t">
            <a:spAutoFit/>
          </a:bodyPr>
          <a:p>
            <a:pPr algn="ctr">
              <a:lnSpc>
                <a:spcPct val="100000"/>
              </a:lnSpc>
            </a:pPr>
            <a:r>
              <a:rPr b="0" lang="en-US" sz="1300" strike="noStrike" u="none">
                <a:solidFill>
                  <a:srgbClr val="3d3c38"/>
                </a:solidFill>
                <a:effectLst/>
                <a:uFillTx/>
                <a:latin typeface="Arial"/>
              </a:rPr>
              <a:t>Why this matters: users can phrase questions in familiar business language while the platform handles schema selection, SQL generation and execution.</a:t>
            </a:r>
            <a:endParaRPr b="0" lang="en-US" sz="13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5" name="PlaceHolder 1"/>
          <p:cNvSpPr>
            <a:spLocks noGrp="1"/>
          </p:cNvSpPr>
          <p:nvPr>
            <p:ph type="title"/>
          </p:nvPr>
        </p:nvSpPr>
        <p:spPr>
          <a:xfrm>
            <a:off x="468000" y="555480"/>
            <a:ext cx="9600480" cy="303840"/>
          </a:xfrm>
          <a:prstGeom prst="rect">
            <a:avLst/>
          </a:prstGeom>
          <a:noFill/>
          <a:ln w="0">
            <a:noFill/>
          </a:ln>
        </p:spPr>
        <p:txBody>
          <a:bodyPr lIns="18360" rIns="18360" tIns="0" bIns="0" anchor="t">
            <a:noAutofit/>
          </a:bodyPr>
          <a:p>
            <a:pPr indent="0">
              <a:lnSpc>
                <a:spcPct val="100000"/>
              </a:lnSpc>
              <a:buNone/>
            </a:pPr>
            <a:r>
              <a:rPr b="0" lang="en-US" sz="2800" strike="noStrike" u="none">
                <a:solidFill>
                  <a:srgbClr val="3d3c38"/>
                </a:solidFill>
                <a:effectLst/>
                <a:uFillTx/>
                <a:latin typeface="Arial"/>
              </a:rPr>
              <a:t>Implementation Details</a:t>
            </a:r>
            <a:endParaRPr b="0" lang="en-US" sz="2800" strike="noStrike" u="none">
              <a:solidFill>
                <a:srgbClr val="000000"/>
              </a:solidFill>
              <a:effectLst/>
              <a:uFillTx/>
              <a:latin typeface="Arial"/>
            </a:endParaRPr>
          </a:p>
        </p:txBody>
      </p:sp>
      <p:sp>
        <p:nvSpPr>
          <p:cNvPr id="767" name="TextBox 3"/>
          <p:cNvSpPr/>
          <p:nvPr/>
        </p:nvSpPr>
        <p:spPr>
          <a:xfrm>
            <a:off x="594360" y="932760"/>
            <a:ext cx="2285640" cy="25560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000" strike="noStrike" u="none">
                <a:solidFill>
                  <a:srgbClr val="ff612b"/>
                </a:solidFill>
                <a:effectLst/>
                <a:uFillTx/>
                <a:latin typeface="Arial"/>
              </a:rPr>
              <a:t>IMPLEMENTATION</a:t>
            </a:r>
            <a:endParaRPr b="0" lang="en-US" sz="1000" strike="noStrike" u="none">
              <a:solidFill>
                <a:srgbClr val="000000"/>
              </a:solidFill>
              <a:effectLst/>
              <a:uFillTx/>
              <a:latin typeface="Arial"/>
            </a:endParaRPr>
          </a:p>
        </p:txBody>
      </p:sp>
      <p:sp>
        <p:nvSpPr>
          <p:cNvPr id="768" name="TextBox 4"/>
          <p:cNvSpPr/>
          <p:nvPr/>
        </p:nvSpPr>
        <p:spPr>
          <a:xfrm>
            <a:off x="594360" y="1143000"/>
            <a:ext cx="9875160" cy="438480"/>
          </a:xfrm>
          <a:prstGeom prst="rect">
            <a:avLst/>
          </a:prstGeom>
          <a:noFill/>
          <a:ln w="0">
            <a:noFill/>
          </a:ln>
        </p:spPr>
        <p:style>
          <a:lnRef idx="0"/>
          <a:fillRef idx="0"/>
          <a:effectRef idx="0"/>
          <a:fontRef idx="minor"/>
        </p:style>
        <p:txBody>
          <a:bodyPr lIns="36720" rIns="36720" tIns="36720" bIns="36720" anchor="t">
            <a:normAutofit/>
          </a:bodyPr>
          <a:p>
            <a:pPr>
              <a:lnSpc>
                <a:spcPct val="100000"/>
              </a:lnSpc>
            </a:pPr>
            <a:r>
              <a:rPr b="0" lang="en-US" sz="1300" strike="noStrike" u="none">
                <a:solidFill>
                  <a:srgbClr val="8a8780"/>
                </a:solidFill>
                <a:effectLst/>
                <a:uFillTx/>
                <a:latin typeface="Arial"/>
              </a:rPr>
              <a:t>Technology components represented in the current platform design.</a:t>
            </a:r>
            <a:endParaRPr b="0" lang="en-US" sz="1300" strike="noStrike" u="none">
              <a:solidFill>
                <a:srgbClr val="000000"/>
              </a:solidFill>
              <a:effectLst/>
              <a:uFillTx/>
              <a:latin typeface="Arial"/>
            </a:endParaRPr>
          </a:p>
        </p:txBody>
      </p:sp>
      <p:sp>
        <p:nvSpPr>
          <p:cNvPr id="769" name="Rounded Rectangle 5"/>
          <p:cNvSpPr/>
          <p:nvPr/>
        </p:nvSpPr>
        <p:spPr>
          <a:xfrm>
            <a:off x="640080" y="1691640"/>
            <a:ext cx="4891680" cy="1078560"/>
          </a:xfrm>
          <a:prstGeom prst="roundRect">
            <a:avLst>
              <a:gd name="adj" fmla="val 16667"/>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Arial"/>
            </a:endParaRPr>
          </a:p>
        </p:txBody>
      </p:sp>
      <p:sp>
        <p:nvSpPr>
          <p:cNvPr id="770" name="TextBox 6"/>
          <p:cNvSpPr/>
          <p:nvPr/>
        </p:nvSpPr>
        <p:spPr>
          <a:xfrm>
            <a:off x="804600" y="1819800"/>
            <a:ext cx="4562640" cy="31968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300" strike="noStrike" u="none">
                <a:solidFill>
                  <a:srgbClr val="3d3c38"/>
                </a:solidFill>
                <a:effectLst/>
                <a:uFillTx/>
                <a:latin typeface="Arial"/>
              </a:rPr>
              <a:t>Experience</a:t>
            </a:r>
            <a:endParaRPr b="0" lang="en-US" sz="1300" strike="noStrike" u="none">
              <a:solidFill>
                <a:srgbClr val="000000"/>
              </a:solidFill>
              <a:effectLst/>
              <a:uFillTx/>
              <a:latin typeface="Arial"/>
            </a:endParaRPr>
          </a:p>
        </p:txBody>
      </p:sp>
      <p:sp>
        <p:nvSpPr>
          <p:cNvPr id="771" name="TextBox 7"/>
          <p:cNvSpPr/>
          <p:nvPr/>
        </p:nvSpPr>
        <p:spPr>
          <a:xfrm>
            <a:off x="804600" y="2221920"/>
            <a:ext cx="4562640" cy="420120"/>
          </a:xfrm>
          <a:prstGeom prst="rect">
            <a:avLst/>
          </a:prstGeom>
          <a:noFill/>
          <a:ln w="0">
            <a:noFill/>
          </a:ln>
        </p:spPr>
        <p:style>
          <a:lnRef idx="0"/>
          <a:fillRef idx="0"/>
          <a:effectRef idx="0"/>
          <a:fontRef idx="minor"/>
        </p:style>
        <p:txBody>
          <a:bodyPr lIns="36720" rIns="36720" tIns="36720" bIns="36720" anchor="t">
            <a:normAutofit/>
          </a:bodyPr>
          <a:p>
            <a:pPr>
              <a:lnSpc>
                <a:spcPct val="100000"/>
              </a:lnSpc>
            </a:pPr>
            <a:r>
              <a:rPr b="0" lang="en-US" sz="1000" strike="noStrike" u="none">
                <a:solidFill>
                  <a:srgbClr val="3d3c38"/>
                </a:solidFill>
                <a:effectLst/>
                <a:uFillTx/>
                <a:latin typeface="Arial"/>
              </a:rPr>
              <a:t>Browser UI • Flask proxy • Session handling</a:t>
            </a:r>
            <a:endParaRPr b="0" lang="en-US" sz="1000" strike="noStrike" u="none">
              <a:solidFill>
                <a:srgbClr val="000000"/>
              </a:solidFill>
              <a:effectLst/>
              <a:uFillTx/>
              <a:latin typeface="Arial"/>
            </a:endParaRPr>
          </a:p>
        </p:txBody>
      </p:sp>
      <p:sp>
        <p:nvSpPr>
          <p:cNvPr id="772" name="Rounded Rectangle 8"/>
          <p:cNvSpPr/>
          <p:nvPr/>
        </p:nvSpPr>
        <p:spPr>
          <a:xfrm>
            <a:off x="5897880" y="1691640"/>
            <a:ext cx="4891680" cy="1078560"/>
          </a:xfrm>
          <a:prstGeom prst="roundRect">
            <a:avLst>
              <a:gd name="adj" fmla="val 16667"/>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Arial"/>
            </a:endParaRPr>
          </a:p>
        </p:txBody>
      </p:sp>
      <p:sp>
        <p:nvSpPr>
          <p:cNvPr id="773" name="TextBox 9"/>
          <p:cNvSpPr/>
          <p:nvPr/>
        </p:nvSpPr>
        <p:spPr>
          <a:xfrm>
            <a:off x="6062400" y="1819800"/>
            <a:ext cx="4562640" cy="31968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300" strike="noStrike" u="none">
                <a:solidFill>
                  <a:srgbClr val="3d3c38"/>
                </a:solidFill>
                <a:effectLst/>
                <a:uFillTx/>
                <a:latin typeface="Arial"/>
              </a:rPr>
              <a:t>Application services</a:t>
            </a:r>
            <a:endParaRPr b="0" lang="en-US" sz="1300" strike="noStrike" u="none">
              <a:solidFill>
                <a:srgbClr val="000000"/>
              </a:solidFill>
              <a:effectLst/>
              <a:uFillTx/>
              <a:latin typeface="Arial"/>
            </a:endParaRPr>
          </a:p>
        </p:txBody>
      </p:sp>
      <p:sp>
        <p:nvSpPr>
          <p:cNvPr id="774" name="TextBox 10"/>
          <p:cNvSpPr/>
          <p:nvPr/>
        </p:nvSpPr>
        <p:spPr>
          <a:xfrm>
            <a:off x="6062400" y="2221920"/>
            <a:ext cx="4562640" cy="420120"/>
          </a:xfrm>
          <a:prstGeom prst="rect">
            <a:avLst/>
          </a:prstGeom>
          <a:noFill/>
          <a:ln w="0">
            <a:noFill/>
          </a:ln>
        </p:spPr>
        <p:style>
          <a:lnRef idx="0"/>
          <a:fillRef idx="0"/>
          <a:effectRef idx="0"/>
          <a:fontRef idx="minor"/>
        </p:style>
        <p:txBody>
          <a:bodyPr lIns="36720" rIns="36720" tIns="36720" bIns="36720" anchor="t">
            <a:normAutofit/>
          </a:bodyPr>
          <a:p>
            <a:pPr>
              <a:lnSpc>
                <a:spcPct val="100000"/>
              </a:lnSpc>
            </a:pPr>
            <a:r>
              <a:rPr b="0" lang="en-US" sz="1000" strike="noStrike" u="none">
                <a:solidFill>
                  <a:srgbClr val="3d3c38"/>
                </a:solidFill>
                <a:effectLst/>
                <a:uFillTx/>
                <a:latin typeface="Arial"/>
              </a:rPr>
              <a:t>REST API • AI / query handlers • Background workers</a:t>
            </a:r>
            <a:endParaRPr b="0" lang="en-US" sz="1000" strike="noStrike" u="none">
              <a:solidFill>
                <a:srgbClr val="000000"/>
              </a:solidFill>
              <a:effectLst/>
              <a:uFillTx/>
              <a:latin typeface="Arial"/>
            </a:endParaRPr>
          </a:p>
        </p:txBody>
      </p:sp>
      <p:sp>
        <p:nvSpPr>
          <p:cNvPr id="775" name="Rounded Rectangle 11"/>
          <p:cNvSpPr/>
          <p:nvPr/>
        </p:nvSpPr>
        <p:spPr>
          <a:xfrm>
            <a:off x="640080" y="3017520"/>
            <a:ext cx="4891680" cy="1078560"/>
          </a:xfrm>
          <a:prstGeom prst="roundRect">
            <a:avLst>
              <a:gd name="adj" fmla="val 16667"/>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Arial"/>
            </a:endParaRPr>
          </a:p>
        </p:txBody>
      </p:sp>
      <p:sp>
        <p:nvSpPr>
          <p:cNvPr id="776" name="TextBox 12"/>
          <p:cNvSpPr/>
          <p:nvPr/>
        </p:nvSpPr>
        <p:spPr>
          <a:xfrm>
            <a:off x="804600" y="3145680"/>
            <a:ext cx="4562640" cy="31968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300" strike="noStrike" u="none">
                <a:solidFill>
                  <a:srgbClr val="3d3c38"/>
                </a:solidFill>
                <a:effectLst/>
                <a:uFillTx/>
                <a:latin typeface="Arial"/>
              </a:rPr>
              <a:t>AI / retrieval</a:t>
            </a:r>
            <a:endParaRPr b="0" lang="en-US" sz="1300" strike="noStrike" u="none">
              <a:solidFill>
                <a:srgbClr val="000000"/>
              </a:solidFill>
              <a:effectLst/>
              <a:uFillTx/>
              <a:latin typeface="Arial"/>
            </a:endParaRPr>
          </a:p>
        </p:txBody>
      </p:sp>
      <p:sp>
        <p:nvSpPr>
          <p:cNvPr id="777" name="TextBox 13"/>
          <p:cNvSpPr/>
          <p:nvPr/>
        </p:nvSpPr>
        <p:spPr>
          <a:xfrm>
            <a:off x="804600" y="3547800"/>
            <a:ext cx="4562640" cy="420120"/>
          </a:xfrm>
          <a:prstGeom prst="rect">
            <a:avLst/>
          </a:prstGeom>
          <a:noFill/>
          <a:ln w="0">
            <a:noFill/>
          </a:ln>
        </p:spPr>
        <p:style>
          <a:lnRef idx="0"/>
          <a:fillRef idx="0"/>
          <a:effectRef idx="0"/>
          <a:fontRef idx="minor"/>
        </p:style>
        <p:txBody>
          <a:bodyPr lIns="36720" rIns="36720" tIns="36720" bIns="36720" anchor="t">
            <a:normAutofit/>
          </a:bodyPr>
          <a:p>
            <a:pPr>
              <a:lnSpc>
                <a:spcPct val="100000"/>
              </a:lnSpc>
            </a:pPr>
            <a:r>
              <a:rPr b="0" lang="en-US" sz="1000" strike="noStrike" u="none">
                <a:solidFill>
                  <a:srgbClr val="3d3c38"/>
                </a:solidFill>
                <a:effectLst/>
                <a:uFillTx/>
                <a:latin typeface="Arial"/>
              </a:rPr>
              <a:t>FAISS / RAG • Azure OpenAI • schema-aware SQL generation</a:t>
            </a:r>
            <a:endParaRPr b="0" lang="en-US" sz="1000" strike="noStrike" u="none">
              <a:solidFill>
                <a:srgbClr val="000000"/>
              </a:solidFill>
              <a:effectLst/>
              <a:uFillTx/>
              <a:latin typeface="Arial"/>
            </a:endParaRPr>
          </a:p>
        </p:txBody>
      </p:sp>
      <p:sp>
        <p:nvSpPr>
          <p:cNvPr id="778" name="Rounded Rectangle 14"/>
          <p:cNvSpPr/>
          <p:nvPr/>
        </p:nvSpPr>
        <p:spPr>
          <a:xfrm>
            <a:off x="5897880" y="3017520"/>
            <a:ext cx="4891680" cy="1078560"/>
          </a:xfrm>
          <a:prstGeom prst="roundRect">
            <a:avLst>
              <a:gd name="adj" fmla="val 16667"/>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Arial"/>
            </a:endParaRPr>
          </a:p>
        </p:txBody>
      </p:sp>
      <p:sp>
        <p:nvSpPr>
          <p:cNvPr id="779" name="TextBox 15"/>
          <p:cNvSpPr/>
          <p:nvPr/>
        </p:nvSpPr>
        <p:spPr>
          <a:xfrm>
            <a:off x="6062400" y="3145680"/>
            <a:ext cx="4562640" cy="31968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300" strike="noStrike" u="none">
                <a:solidFill>
                  <a:srgbClr val="3d3c38"/>
                </a:solidFill>
                <a:effectLst/>
                <a:uFillTx/>
                <a:latin typeface="Arial"/>
              </a:rPr>
              <a:t>Analytics</a:t>
            </a:r>
            <a:endParaRPr b="0" lang="en-US" sz="1300" strike="noStrike" u="none">
              <a:solidFill>
                <a:srgbClr val="000000"/>
              </a:solidFill>
              <a:effectLst/>
              <a:uFillTx/>
              <a:latin typeface="Arial"/>
            </a:endParaRPr>
          </a:p>
        </p:txBody>
      </p:sp>
      <p:sp>
        <p:nvSpPr>
          <p:cNvPr id="780" name="TextBox 16"/>
          <p:cNvSpPr/>
          <p:nvPr/>
        </p:nvSpPr>
        <p:spPr>
          <a:xfrm>
            <a:off x="6062400" y="3547800"/>
            <a:ext cx="4562640" cy="420120"/>
          </a:xfrm>
          <a:prstGeom prst="rect">
            <a:avLst/>
          </a:prstGeom>
          <a:noFill/>
          <a:ln w="0">
            <a:noFill/>
          </a:ln>
        </p:spPr>
        <p:style>
          <a:lnRef idx="0"/>
          <a:fillRef idx="0"/>
          <a:effectRef idx="0"/>
          <a:fontRef idx="minor"/>
        </p:style>
        <p:txBody>
          <a:bodyPr lIns="36720" rIns="36720" tIns="36720" bIns="36720" anchor="t">
            <a:normAutofit/>
          </a:bodyPr>
          <a:p>
            <a:pPr>
              <a:lnSpc>
                <a:spcPct val="100000"/>
              </a:lnSpc>
            </a:pPr>
            <a:r>
              <a:rPr b="0" lang="en-US" sz="1000" strike="noStrike" u="none">
                <a:solidFill>
                  <a:srgbClr val="3d3c38"/>
                </a:solidFill>
                <a:effectLst/>
                <a:uFillTx/>
                <a:latin typeface="Arial"/>
              </a:rPr>
              <a:t>Polars • DuckDB • Filters • Aggregations • Profiling • Visualizations</a:t>
            </a:r>
            <a:endParaRPr b="0" lang="en-US" sz="1000" strike="noStrike" u="none">
              <a:solidFill>
                <a:srgbClr val="000000"/>
              </a:solidFill>
              <a:effectLst/>
              <a:uFillTx/>
              <a:latin typeface="Arial"/>
            </a:endParaRPr>
          </a:p>
        </p:txBody>
      </p:sp>
      <p:sp>
        <p:nvSpPr>
          <p:cNvPr id="781" name="Rounded Rectangle 17"/>
          <p:cNvSpPr/>
          <p:nvPr/>
        </p:nvSpPr>
        <p:spPr>
          <a:xfrm>
            <a:off x="640080" y="4343400"/>
            <a:ext cx="4891680" cy="1078560"/>
          </a:xfrm>
          <a:prstGeom prst="roundRect">
            <a:avLst>
              <a:gd name="adj" fmla="val 16667"/>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Arial"/>
            </a:endParaRPr>
          </a:p>
        </p:txBody>
      </p:sp>
      <p:sp>
        <p:nvSpPr>
          <p:cNvPr id="782" name="TextBox 18"/>
          <p:cNvSpPr/>
          <p:nvPr/>
        </p:nvSpPr>
        <p:spPr>
          <a:xfrm>
            <a:off x="804600" y="4471560"/>
            <a:ext cx="4562640" cy="31968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300" strike="noStrike" u="none">
                <a:solidFill>
                  <a:srgbClr val="3d3c38"/>
                </a:solidFill>
                <a:effectLst/>
                <a:uFillTx/>
                <a:latin typeface="Arial"/>
              </a:rPr>
              <a:t>Data platforms</a:t>
            </a:r>
            <a:endParaRPr b="0" lang="en-US" sz="1300" strike="noStrike" u="none">
              <a:solidFill>
                <a:srgbClr val="000000"/>
              </a:solidFill>
              <a:effectLst/>
              <a:uFillTx/>
              <a:latin typeface="Arial"/>
            </a:endParaRPr>
          </a:p>
        </p:txBody>
      </p:sp>
      <p:sp>
        <p:nvSpPr>
          <p:cNvPr id="783" name="TextBox 19"/>
          <p:cNvSpPr/>
          <p:nvPr/>
        </p:nvSpPr>
        <p:spPr>
          <a:xfrm>
            <a:off x="804600" y="4873680"/>
            <a:ext cx="4562640" cy="420120"/>
          </a:xfrm>
          <a:prstGeom prst="rect">
            <a:avLst/>
          </a:prstGeom>
          <a:noFill/>
          <a:ln w="0">
            <a:noFill/>
          </a:ln>
        </p:spPr>
        <p:style>
          <a:lnRef idx="0"/>
          <a:fillRef idx="0"/>
          <a:effectRef idx="0"/>
          <a:fontRef idx="minor"/>
        </p:style>
        <p:txBody>
          <a:bodyPr lIns="36720" rIns="36720" tIns="36720" bIns="36720" anchor="t">
            <a:normAutofit/>
          </a:bodyPr>
          <a:p>
            <a:pPr>
              <a:lnSpc>
                <a:spcPct val="100000"/>
              </a:lnSpc>
            </a:pPr>
            <a:r>
              <a:rPr b="0" lang="en-US" sz="1000" strike="noStrike" u="none">
                <a:solidFill>
                  <a:srgbClr val="3d3c38"/>
                </a:solidFill>
                <a:effectLst/>
                <a:uFillTx/>
                <a:latin typeface="Arial"/>
              </a:rPr>
              <a:t>Snowflake • Databricks / Unity Catalog • Redis</a:t>
            </a:r>
            <a:endParaRPr b="0" lang="en-US" sz="1000" strike="noStrike" u="none">
              <a:solidFill>
                <a:srgbClr val="000000"/>
              </a:solidFill>
              <a:effectLst/>
              <a:uFillTx/>
              <a:latin typeface="Arial"/>
            </a:endParaRPr>
          </a:p>
        </p:txBody>
      </p:sp>
      <p:sp>
        <p:nvSpPr>
          <p:cNvPr id="784" name="Rounded Rectangle 20"/>
          <p:cNvSpPr/>
          <p:nvPr/>
        </p:nvSpPr>
        <p:spPr>
          <a:xfrm>
            <a:off x="5897880" y="4343400"/>
            <a:ext cx="4891680" cy="1078560"/>
          </a:xfrm>
          <a:prstGeom prst="roundRect">
            <a:avLst>
              <a:gd name="adj" fmla="val 16667"/>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Arial"/>
            </a:endParaRPr>
          </a:p>
        </p:txBody>
      </p:sp>
      <p:sp>
        <p:nvSpPr>
          <p:cNvPr id="785" name="TextBox 21"/>
          <p:cNvSpPr/>
          <p:nvPr/>
        </p:nvSpPr>
        <p:spPr>
          <a:xfrm>
            <a:off x="6062400" y="4471560"/>
            <a:ext cx="4562640" cy="31968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300" strike="noStrike" u="none">
                <a:solidFill>
                  <a:srgbClr val="3d3c38"/>
                </a:solidFill>
                <a:effectLst/>
                <a:uFillTx/>
                <a:latin typeface="Arial"/>
              </a:rPr>
              <a:t>Deployment</a:t>
            </a:r>
            <a:endParaRPr b="0" lang="en-US" sz="1300" strike="noStrike" u="none">
              <a:solidFill>
                <a:srgbClr val="000000"/>
              </a:solidFill>
              <a:effectLst/>
              <a:uFillTx/>
              <a:latin typeface="Arial"/>
            </a:endParaRPr>
          </a:p>
        </p:txBody>
      </p:sp>
      <p:sp>
        <p:nvSpPr>
          <p:cNvPr id="786" name="TextBox 22"/>
          <p:cNvSpPr/>
          <p:nvPr/>
        </p:nvSpPr>
        <p:spPr>
          <a:xfrm>
            <a:off x="6062400" y="4873680"/>
            <a:ext cx="4562640" cy="420120"/>
          </a:xfrm>
          <a:prstGeom prst="rect">
            <a:avLst/>
          </a:prstGeom>
          <a:noFill/>
          <a:ln w="0">
            <a:noFill/>
          </a:ln>
        </p:spPr>
        <p:style>
          <a:lnRef idx="0"/>
          <a:fillRef idx="0"/>
          <a:effectRef idx="0"/>
          <a:fontRef idx="minor"/>
        </p:style>
        <p:txBody>
          <a:bodyPr lIns="36720" rIns="36720" tIns="36720" bIns="36720" anchor="t">
            <a:normAutofit/>
          </a:bodyPr>
          <a:p>
            <a:pPr>
              <a:lnSpc>
                <a:spcPct val="100000"/>
              </a:lnSpc>
            </a:pPr>
            <a:r>
              <a:rPr b="0" lang="en-US" sz="1000" strike="noStrike" u="none">
                <a:solidFill>
                  <a:srgbClr val="3d3c38"/>
                </a:solidFill>
                <a:effectLst/>
                <a:uFillTx/>
                <a:latin typeface="Arial"/>
              </a:rPr>
              <a:t>Docker Compose • Gunicorn • AKS pattern • Azure App Service path</a:t>
            </a:r>
            <a:endParaRPr b="0" lang="en-US" sz="1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7" name="PlaceHolder 1"/>
          <p:cNvSpPr>
            <a:spLocks noGrp="1"/>
          </p:cNvSpPr>
          <p:nvPr>
            <p:ph type="title"/>
          </p:nvPr>
        </p:nvSpPr>
        <p:spPr>
          <a:xfrm>
            <a:off x="468000" y="555480"/>
            <a:ext cx="9600480" cy="303840"/>
          </a:xfrm>
          <a:prstGeom prst="rect">
            <a:avLst/>
          </a:prstGeom>
          <a:noFill/>
          <a:ln w="0">
            <a:noFill/>
          </a:ln>
        </p:spPr>
        <p:txBody>
          <a:bodyPr lIns="18360" rIns="18360" tIns="0" bIns="0" anchor="t">
            <a:noAutofit/>
          </a:bodyPr>
          <a:p>
            <a:pPr indent="0">
              <a:lnSpc>
                <a:spcPct val="100000"/>
              </a:lnSpc>
              <a:buNone/>
            </a:pPr>
            <a:r>
              <a:rPr b="0" lang="en-US" sz="2800" strike="noStrike" u="none">
                <a:solidFill>
                  <a:srgbClr val="3d3c38"/>
                </a:solidFill>
                <a:effectLst/>
                <a:uFillTx/>
                <a:latin typeface="Arial"/>
              </a:rPr>
              <a:t>Performance &amp; Scalability</a:t>
            </a:r>
            <a:endParaRPr b="0" lang="en-US" sz="2800" strike="noStrike" u="none">
              <a:solidFill>
                <a:srgbClr val="000000"/>
              </a:solidFill>
              <a:effectLst/>
              <a:uFillTx/>
              <a:latin typeface="Arial"/>
            </a:endParaRPr>
          </a:p>
        </p:txBody>
      </p:sp>
      <p:sp>
        <p:nvSpPr>
          <p:cNvPr id="789" name="TextBox 3"/>
          <p:cNvSpPr/>
          <p:nvPr/>
        </p:nvSpPr>
        <p:spPr>
          <a:xfrm>
            <a:off x="594360" y="932760"/>
            <a:ext cx="2285640" cy="25560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000" strike="noStrike" u="none">
                <a:solidFill>
                  <a:srgbClr val="ff612b"/>
                </a:solidFill>
                <a:effectLst/>
                <a:uFillTx/>
                <a:latin typeface="Arial"/>
              </a:rPr>
              <a:t>PERFORMANCE</a:t>
            </a:r>
            <a:endParaRPr b="0" lang="en-US" sz="1000" strike="noStrike" u="none">
              <a:solidFill>
                <a:srgbClr val="000000"/>
              </a:solidFill>
              <a:effectLst/>
              <a:uFillTx/>
              <a:latin typeface="Arial"/>
            </a:endParaRPr>
          </a:p>
        </p:txBody>
      </p:sp>
      <p:sp>
        <p:nvSpPr>
          <p:cNvPr id="790" name="TextBox 4"/>
          <p:cNvSpPr/>
          <p:nvPr/>
        </p:nvSpPr>
        <p:spPr>
          <a:xfrm>
            <a:off x="594360" y="1143000"/>
            <a:ext cx="9875160" cy="438480"/>
          </a:xfrm>
          <a:prstGeom prst="rect">
            <a:avLst/>
          </a:prstGeom>
          <a:noFill/>
          <a:ln w="0">
            <a:noFill/>
          </a:ln>
        </p:spPr>
        <p:style>
          <a:lnRef idx="0"/>
          <a:fillRef idx="0"/>
          <a:effectRef idx="0"/>
          <a:fontRef idx="minor"/>
        </p:style>
        <p:txBody>
          <a:bodyPr lIns="36720" rIns="36720" tIns="36720" bIns="36720" anchor="t">
            <a:normAutofit/>
          </a:bodyPr>
          <a:p>
            <a:pPr>
              <a:lnSpc>
                <a:spcPct val="100000"/>
              </a:lnSpc>
            </a:pPr>
            <a:r>
              <a:rPr b="0" lang="en-US" sz="1300" strike="noStrike" u="none">
                <a:solidFill>
                  <a:srgbClr val="8a8780"/>
                </a:solidFill>
                <a:effectLst/>
                <a:uFillTx/>
                <a:latin typeface="Arial"/>
              </a:rPr>
              <a:t>The platform uses several layers to avoid unnecessary source-system work.</a:t>
            </a:r>
            <a:endParaRPr b="0" lang="en-US" sz="1300" strike="noStrike" u="none">
              <a:solidFill>
                <a:srgbClr val="000000"/>
              </a:solidFill>
              <a:effectLst/>
              <a:uFillTx/>
              <a:latin typeface="Arial"/>
            </a:endParaRPr>
          </a:p>
        </p:txBody>
      </p:sp>
      <p:sp>
        <p:nvSpPr>
          <p:cNvPr id="791" name="Rounded Rectangle 5"/>
          <p:cNvSpPr/>
          <p:nvPr/>
        </p:nvSpPr>
        <p:spPr>
          <a:xfrm>
            <a:off x="640080" y="1783080"/>
            <a:ext cx="4891680" cy="1352880"/>
          </a:xfrm>
          <a:prstGeom prst="roundRect">
            <a:avLst>
              <a:gd name="adj" fmla="val 16667"/>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Arial"/>
            </a:endParaRPr>
          </a:p>
        </p:txBody>
      </p:sp>
      <p:sp>
        <p:nvSpPr>
          <p:cNvPr id="792" name="TextBox 6"/>
          <p:cNvSpPr/>
          <p:nvPr/>
        </p:nvSpPr>
        <p:spPr>
          <a:xfrm>
            <a:off x="804600" y="1911240"/>
            <a:ext cx="4562640" cy="31968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400" strike="noStrike" u="none">
                <a:solidFill>
                  <a:srgbClr val="3d3c38"/>
                </a:solidFill>
                <a:effectLst/>
                <a:uFillTx/>
                <a:latin typeface="Arial"/>
              </a:rPr>
              <a:t>Parallel retrieval</a:t>
            </a:r>
            <a:endParaRPr b="0" lang="en-US" sz="1400" strike="noStrike" u="none">
              <a:solidFill>
                <a:srgbClr val="000000"/>
              </a:solidFill>
              <a:effectLst/>
              <a:uFillTx/>
              <a:latin typeface="Arial"/>
            </a:endParaRPr>
          </a:p>
        </p:txBody>
      </p:sp>
      <p:sp>
        <p:nvSpPr>
          <p:cNvPr id="793" name="TextBox 7"/>
          <p:cNvSpPr/>
          <p:nvPr/>
        </p:nvSpPr>
        <p:spPr>
          <a:xfrm>
            <a:off x="804600" y="2313360"/>
            <a:ext cx="4562640" cy="694440"/>
          </a:xfrm>
          <a:prstGeom prst="rect">
            <a:avLst/>
          </a:prstGeom>
          <a:noFill/>
          <a:ln w="0">
            <a:noFill/>
          </a:ln>
        </p:spPr>
        <p:style>
          <a:lnRef idx="0"/>
          <a:fillRef idx="0"/>
          <a:effectRef idx="0"/>
          <a:fontRef idx="minor"/>
        </p:style>
        <p:txBody>
          <a:bodyPr lIns="36720" rIns="36720" tIns="36720" bIns="36720" anchor="t">
            <a:normAutofit/>
          </a:bodyPr>
          <a:p>
            <a:pPr>
              <a:lnSpc>
                <a:spcPct val="100000"/>
              </a:lnSpc>
            </a:pPr>
            <a:r>
              <a:rPr b="0" lang="en-US" sz="1100" strike="noStrike" u="none">
                <a:solidFill>
                  <a:srgbClr val="3d3c38"/>
                </a:solidFill>
                <a:effectLst/>
                <a:uFillTx/>
                <a:latin typeface="Arial"/>
              </a:rPr>
              <a:t>Six panels launch concurrently; overall wait is driven by the slowest panel.</a:t>
            </a:r>
            <a:endParaRPr b="0" lang="en-US" sz="1100" strike="noStrike" u="none">
              <a:solidFill>
                <a:srgbClr val="000000"/>
              </a:solidFill>
              <a:effectLst/>
              <a:uFillTx/>
              <a:latin typeface="Arial"/>
            </a:endParaRPr>
          </a:p>
        </p:txBody>
      </p:sp>
      <p:sp>
        <p:nvSpPr>
          <p:cNvPr id="794" name="Rounded Rectangle 8"/>
          <p:cNvSpPr/>
          <p:nvPr/>
        </p:nvSpPr>
        <p:spPr>
          <a:xfrm>
            <a:off x="5897880" y="1783080"/>
            <a:ext cx="4891680" cy="1352880"/>
          </a:xfrm>
          <a:prstGeom prst="roundRect">
            <a:avLst>
              <a:gd name="adj" fmla="val 16667"/>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Arial"/>
            </a:endParaRPr>
          </a:p>
        </p:txBody>
      </p:sp>
      <p:sp>
        <p:nvSpPr>
          <p:cNvPr id="795" name="TextBox 9"/>
          <p:cNvSpPr/>
          <p:nvPr/>
        </p:nvSpPr>
        <p:spPr>
          <a:xfrm>
            <a:off x="6062400" y="1911240"/>
            <a:ext cx="4562640" cy="31968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400" strike="noStrike" u="none">
                <a:solidFill>
                  <a:srgbClr val="3d3c38"/>
                </a:solidFill>
                <a:effectLst/>
                <a:uFillTx/>
                <a:latin typeface="Arial"/>
              </a:rPr>
              <a:t>Two-tier caching</a:t>
            </a:r>
            <a:endParaRPr b="0" lang="en-US" sz="1400" strike="noStrike" u="none">
              <a:solidFill>
                <a:srgbClr val="000000"/>
              </a:solidFill>
              <a:effectLst/>
              <a:uFillTx/>
              <a:latin typeface="Arial"/>
            </a:endParaRPr>
          </a:p>
        </p:txBody>
      </p:sp>
      <p:sp>
        <p:nvSpPr>
          <p:cNvPr id="796" name="TextBox 10"/>
          <p:cNvSpPr/>
          <p:nvPr/>
        </p:nvSpPr>
        <p:spPr>
          <a:xfrm>
            <a:off x="6062400" y="2313360"/>
            <a:ext cx="4562640" cy="694440"/>
          </a:xfrm>
          <a:prstGeom prst="rect">
            <a:avLst/>
          </a:prstGeom>
          <a:noFill/>
          <a:ln w="0">
            <a:noFill/>
          </a:ln>
        </p:spPr>
        <p:style>
          <a:lnRef idx="0"/>
          <a:fillRef idx="0"/>
          <a:effectRef idx="0"/>
          <a:fontRef idx="minor"/>
        </p:style>
        <p:txBody>
          <a:bodyPr lIns="36720" rIns="36720" tIns="36720" bIns="36720" anchor="t">
            <a:normAutofit/>
          </a:bodyPr>
          <a:p>
            <a:pPr>
              <a:lnSpc>
                <a:spcPct val="100000"/>
              </a:lnSpc>
            </a:pPr>
            <a:r>
              <a:rPr b="0" lang="en-US" sz="1100" strike="noStrike" u="none">
                <a:solidFill>
                  <a:srgbClr val="3d3c38"/>
                </a:solidFill>
                <a:effectLst/>
                <a:uFillTx/>
                <a:latin typeface="Arial"/>
              </a:rPr>
              <a:t>Redis with 1-hour TTL plus in-process memory fallback.</a:t>
            </a:r>
            <a:endParaRPr b="0" lang="en-US" sz="1100" strike="noStrike" u="none">
              <a:solidFill>
                <a:srgbClr val="000000"/>
              </a:solidFill>
              <a:effectLst/>
              <a:uFillTx/>
              <a:latin typeface="Arial"/>
            </a:endParaRPr>
          </a:p>
        </p:txBody>
      </p:sp>
      <p:sp>
        <p:nvSpPr>
          <p:cNvPr id="797" name="Rounded Rectangle 11"/>
          <p:cNvSpPr/>
          <p:nvPr/>
        </p:nvSpPr>
        <p:spPr>
          <a:xfrm>
            <a:off x="640080" y="3383280"/>
            <a:ext cx="4891680" cy="1352880"/>
          </a:xfrm>
          <a:prstGeom prst="roundRect">
            <a:avLst>
              <a:gd name="adj" fmla="val 16667"/>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Arial"/>
            </a:endParaRPr>
          </a:p>
        </p:txBody>
      </p:sp>
      <p:sp>
        <p:nvSpPr>
          <p:cNvPr id="798" name="TextBox 12"/>
          <p:cNvSpPr/>
          <p:nvPr/>
        </p:nvSpPr>
        <p:spPr>
          <a:xfrm>
            <a:off x="804600" y="3511440"/>
            <a:ext cx="4562640" cy="31968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400" strike="noStrike" u="none">
                <a:solidFill>
                  <a:srgbClr val="3d3c38"/>
                </a:solidFill>
                <a:effectLst/>
                <a:uFillTx/>
                <a:latin typeface="Arial"/>
              </a:rPr>
              <a:t>Background prefetch</a:t>
            </a:r>
            <a:endParaRPr b="0" lang="en-US" sz="1400" strike="noStrike" u="none">
              <a:solidFill>
                <a:srgbClr val="000000"/>
              </a:solidFill>
              <a:effectLst/>
              <a:uFillTx/>
              <a:latin typeface="Arial"/>
            </a:endParaRPr>
          </a:p>
        </p:txBody>
      </p:sp>
      <p:sp>
        <p:nvSpPr>
          <p:cNvPr id="799" name="TextBox 13"/>
          <p:cNvSpPr/>
          <p:nvPr/>
        </p:nvSpPr>
        <p:spPr>
          <a:xfrm>
            <a:off x="804600" y="3913560"/>
            <a:ext cx="4562640" cy="694440"/>
          </a:xfrm>
          <a:prstGeom prst="rect">
            <a:avLst/>
          </a:prstGeom>
          <a:noFill/>
          <a:ln w="0">
            <a:noFill/>
          </a:ln>
        </p:spPr>
        <p:style>
          <a:lnRef idx="0"/>
          <a:fillRef idx="0"/>
          <a:effectRef idx="0"/>
          <a:fontRef idx="minor"/>
        </p:style>
        <p:txBody>
          <a:bodyPr lIns="36720" rIns="36720" tIns="36720" bIns="36720" anchor="t">
            <a:normAutofit/>
          </a:bodyPr>
          <a:p>
            <a:pPr>
              <a:lnSpc>
                <a:spcPct val="100000"/>
              </a:lnSpc>
            </a:pPr>
            <a:r>
              <a:rPr b="0" lang="en-US" sz="1100" strike="noStrike" u="none">
                <a:solidFill>
                  <a:srgbClr val="3d3c38"/>
                </a:solidFill>
                <a:effectLst/>
                <a:uFillTx/>
                <a:latin typeface="Arial"/>
              </a:rPr>
              <a:t>Drill-down data is prepared after search so tab switches can be immediate.</a:t>
            </a:r>
            <a:endParaRPr b="0" lang="en-US" sz="1100" strike="noStrike" u="none">
              <a:solidFill>
                <a:srgbClr val="000000"/>
              </a:solidFill>
              <a:effectLst/>
              <a:uFillTx/>
              <a:latin typeface="Arial"/>
            </a:endParaRPr>
          </a:p>
        </p:txBody>
      </p:sp>
      <p:sp>
        <p:nvSpPr>
          <p:cNvPr id="800" name="Rounded Rectangle 14"/>
          <p:cNvSpPr/>
          <p:nvPr/>
        </p:nvSpPr>
        <p:spPr>
          <a:xfrm>
            <a:off x="5897880" y="3383280"/>
            <a:ext cx="4891680" cy="1352880"/>
          </a:xfrm>
          <a:prstGeom prst="roundRect">
            <a:avLst>
              <a:gd name="adj" fmla="val 16667"/>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Arial"/>
            </a:endParaRPr>
          </a:p>
        </p:txBody>
      </p:sp>
      <p:sp>
        <p:nvSpPr>
          <p:cNvPr id="801" name="TextBox 15"/>
          <p:cNvSpPr/>
          <p:nvPr/>
        </p:nvSpPr>
        <p:spPr>
          <a:xfrm>
            <a:off x="6062400" y="3511440"/>
            <a:ext cx="4562640" cy="31968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400" strike="noStrike" u="none">
                <a:solidFill>
                  <a:srgbClr val="3d3c38"/>
                </a:solidFill>
                <a:effectLst/>
                <a:uFillTx/>
                <a:latin typeface="Arial"/>
              </a:rPr>
              <a:t>Local analytics</a:t>
            </a:r>
            <a:endParaRPr b="0" lang="en-US" sz="1400" strike="noStrike" u="none">
              <a:solidFill>
                <a:srgbClr val="000000"/>
              </a:solidFill>
              <a:effectLst/>
              <a:uFillTx/>
              <a:latin typeface="Arial"/>
            </a:endParaRPr>
          </a:p>
        </p:txBody>
      </p:sp>
      <p:sp>
        <p:nvSpPr>
          <p:cNvPr id="802" name="TextBox 16"/>
          <p:cNvSpPr/>
          <p:nvPr/>
        </p:nvSpPr>
        <p:spPr>
          <a:xfrm>
            <a:off x="6062400" y="3913560"/>
            <a:ext cx="4562640" cy="694440"/>
          </a:xfrm>
          <a:prstGeom prst="rect">
            <a:avLst/>
          </a:prstGeom>
          <a:noFill/>
          <a:ln w="0">
            <a:noFill/>
          </a:ln>
        </p:spPr>
        <p:style>
          <a:lnRef idx="0"/>
          <a:fillRef idx="0"/>
          <a:effectRef idx="0"/>
          <a:fontRef idx="minor"/>
        </p:style>
        <p:txBody>
          <a:bodyPr lIns="36720" rIns="36720" tIns="36720" bIns="36720" anchor="t">
            <a:normAutofit/>
          </a:bodyPr>
          <a:p>
            <a:pPr>
              <a:lnSpc>
                <a:spcPct val="100000"/>
              </a:lnSpc>
            </a:pPr>
            <a:r>
              <a:rPr b="0" lang="en-US" sz="1100" strike="noStrike" u="none">
                <a:solidFill>
                  <a:srgbClr val="3d3c38"/>
                </a:solidFill>
                <a:effectLst/>
                <a:uFillTx/>
                <a:latin typeface="Arial"/>
              </a:rPr>
              <a:t>Polars for smaller datasets and DuckDB for larger in-memory analytical work.</a:t>
            </a:r>
            <a:endParaRPr b="0" lang="en-US" sz="1100" strike="noStrike" u="none">
              <a:solidFill>
                <a:srgbClr val="000000"/>
              </a:solidFill>
              <a:effectLst/>
              <a:uFillTx/>
              <a:latin typeface="Arial"/>
            </a:endParaRPr>
          </a:p>
        </p:txBody>
      </p:sp>
      <p:sp>
        <p:nvSpPr>
          <p:cNvPr id="803" name="TextBox 17"/>
          <p:cNvSpPr/>
          <p:nvPr/>
        </p:nvSpPr>
        <p:spPr>
          <a:xfrm>
            <a:off x="731520" y="5166360"/>
            <a:ext cx="9966600" cy="594000"/>
          </a:xfrm>
          <a:prstGeom prst="rect">
            <a:avLst/>
          </a:prstGeom>
          <a:noFill/>
          <a:ln w="0">
            <a:noFill/>
          </a:ln>
        </p:spPr>
        <p:style>
          <a:lnRef idx="0"/>
          <a:fillRef idx="0"/>
          <a:effectRef idx="0"/>
          <a:fontRef idx="minor"/>
        </p:style>
        <p:txBody>
          <a:bodyPr wrap="none" lIns="36720" rIns="36720" tIns="36720" bIns="36720" anchor="t">
            <a:spAutoFit/>
          </a:bodyPr>
          <a:p>
            <a:pPr algn="ctr">
              <a:lnSpc>
                <a:spcPct val="100000"/>
              </a:lnSpc>
            </a:pPr>
            <a:r>
              <a:rPr b="1" lang="en-US" sz="1500" strike="noStrike" u="none">
                <a:solidFill>
                  <a:srgbClr val="ff612b"/>
                </a:solidFill>
                <a:effectLst/>
                <a:uFillTx/>
                <a:latin typeface="Arial"/>
              </a:rPr>
              <a:t>Design goal: shift repeated work away from expensive remote systems and keep the user experience responsive.</a:t>
            </a:r>
            <a:endParaRPr b="0" lang="en-US" sz="15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4" name="PlaceHolder 1"/>
          <p:cNvSpPr>
            <a:spLocks noGrp="1"/>
          </p:cNvSpPr>
          <p:nvPr>
            <p:ph type="title"/>
          </p:nvPr>
        </p:nvSpPr>
        <p:spPr>
          <a:xfrm>
            <a:off x="468000" y="555480"/>
            <a:ext cx="9600480" cy="303840"/>
          </a:xfrm>
          <a:prstGeom prst="rect">
            <a:avLst/>
          </a:prstGeom>
          <a:noFill/>
          <a:ln w="0">
            <a:noFill/>
          </a:ln>
        </p:spPr>
        <p:txBody>
          <a:bodyPr lIns="18360" rIns="18360" tIns="0" bIns="0" anchor="t">
            <a:noAutofit/>
          </a:bodyPr>
          <a:p>
            <a:pPr indent="0">
              <a:lnSpc>
                <a:spcPct val="100000"/>
              </a:lnSpc>
              <a:buNone/>
            </a:pPr>
            <a:r>
              <a:rPr b="0" lang="en-US" sz="2800" strike="noStrike" u="none">
                <a:solidFill>
                  <a:srgbClr val="3d3c38"/>
                </a:solidFill>
                <a:effectLst/>
                <a:uFillTx/>
                <a:latin typeface="Arial"/>
              </a:rPr>
              <a:t>Benefits</a:t>
            </a:r>
            <a:endParaRPr b="0" lang="en-US" sz="2800" strike="noStrike" u="none">
              <a:solidFill>
                <a:srgbClr val="000000"/>
              </a:solidFill>
              <a:effectLst/>
              <a:uFillTx/>
              <a:latin typeface="Arial"/>
            </a:endParaRPr>
          </a:p>
        </p:txBody>
      </p:sp>
      <p:sp>
        <p:nvSpPr>
          <p:cNvPr id="806" name="TextBox 3"/>
          <p:cNvSpPr/>
          <p:nvPr/>
        </p:nvSpPr>
        <p:spPr>
          <a:xfrm>
            <a:off x="594360" y="932760"/>
            <a:ext cx="2285640" cy="25560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000" strike="noStrike" u="none">
                <a:solidFill>
                  <a:srgbClr val="ff612b"/>
                </a:solidFill>
                <a:effectLst/>
                <a:uFillTx/>
                <a:latin typeface="Arial"/>
              </a:rPr>
              <a:t>BENEFITS</a:t>
            </a:r>
            <a:endParaRPr b="0" lang="en-US" sz="1000" strike="noStrike" u="none">
              <a:solidFill>
                <a:srgbClr val="000000"/>
              </a:solidFill>
              <a:effectLst/>
              <a:uFillTx/>
              <a:latin typeface="Arial"/>
            </a:endParaRPr>
          </a:p>
        </p:txBody>
      </p:sp>
      <p:sp>
        <p:nvSpPr>
          <p:cNvPr id="807" name="TextBox 4"/>
          <p:cNvSpPr/>
          <p:nvPr/>
        </p:nvSpPr>
        <p:spPr>
          <a:xfrm>
            <a:off x="594360" y="1143000"/>
            <a:ext cx="9875160" cy="438480"/>
          </a:xfrm>
          <a:prstGeom prst="rect">
            <a:avLst/>
          </a:prstGeom>
          <a:noFill/>
          <a:ln w="0">
            <a:noFill/>
          </a:ln>
        </p:spPr>
        <p:style>
          <a:lnRef idx="0"/>
          <a:fillRef idx="0"/>
          <a:effectRef idx="0"/>
          <a:fontRef idx="minor"/>
        </p:style>
        <p:txBody>
          <a:bodyPr lIns="36720" rIns="36720" tIns="36720" bIns="36720" anchor="t">
            <a:normAutofit/>
          </a:bodyPr>
          <a:p>
            <a:pPr>
              <a:lnSpc>
                <a:spcPct val="100000"/>
              </a:lnSpc>
            </a:pPr>
            <a:r>
              <a:rPr b="0" lang="en-US" sz="1300" strike="noStrike" u="none">
                <a:solidFill>
                  <a:srgbClr val="8a8780"/>
                </a:solidFill>
                <a:effectLst/>
                <a:uFillTx/>
                <a:latin typeface="Arial"/>
              </a:rPr>
              <a:t>Where the platform can create operational value for clinical and analytical teams.</a:t>
            </a:r>
            <a:endParaRPr b="0" lang="en-US" sz="1300" strike="noStrike" u="none">
              <a:solidFill>
                <a:srgbClr val="000000"/>
              </a:solidFill>
              <a:effectLst/>
              <a:uFillTx/>
              <a:latin typeface="Arial"/>
            </a:endParaRPr>
          </a:p>
        </p:txBody>
      </p:sp>
      <p:sp>
        <p:nvSpPr>
          <p:cNvPr id="808" name="Rounded Rectangle 5"/>
          <p:cNvSpPr/>
          <p:nvPr/>
        </p:nvSpPr>
        <p:spPr>
          <a:xfrm>
            <a:off x="640080" y="1737360"/>
            <a:ext cx="3154320" cy="1298160"/>
          </a:xfrm>
          <a:prstGeom prst="roundRect">
            <a:avLst>
              <a:gd name="adj" fmla="val 16667"/>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Arial"/>
            </a:endParaRPr>
          </a:p>
        </p:txBody>
      </p:sp>
      <p:sp>
        <p:nvSpPr>
          <p:cNvPr id="809" name="TextBox 6"/>
          <p:cNvSpPr/>
          <p:nvPr/>
        </p:nvSpPr>
        <p:spPr>
          <a:xfrm>
            <a:off x="804600" y="1865520"/>
            <a:ext cx="2825280" cy="31968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300" strike="noStrike" u="none">
                <a:solidFill>
                  <a:srgbClr val="3d3c38"/>
                </a:solidFill>
                <a:effectLst/>
                <a:uFillTx/>
                <a:latin typeface="Arial"/>
              </a:rPr>
              <a:t>Faster time to insight</a:t>
            </a:r>
            <a:endParaRPr b="0" lang="en-US" sz="1300" strike="noStrike" u="none">
              <a:solidFill>
                <a:srgbClr val="000000"/>
              </a:solidFill>
              <a:effectLst/>
              <a:uFillTx/>
              <a:latin typeface="Arial"/>
            </a:endParaRPr>
          </a:p>
        </p:txBody>
      </p:sp>
      <p:sp>
        <p:nvSpPr>
          <p:cNvPr id="810" name="TextBox 7"/>
          <p:cNvSpPr/>
          <p:nvPr/>
        </p:nvSpPr>
        <p:spPr>
          <a:xfrm>
            <a:off x="804600" y="2267640"/>
            <a:ext cx="2825280" cy="639720"/>
          </a:xfrm>
          <a:prstGeom prst="rect">
            <a:avLst/>
          </a:prstGeom>
          <a:noFill/>
          <a:ln w="0">
            <a:noFill/>
          </a:ln>
        </p:spPr>
        <p:style>
          <a:lnRef idx="0"/>
          <a:fillRef idx="0"/>
          <a:effectRef idx="0"/>
          <a:fontRef idx="minor"/>
        </p:style>
        <p:txBody>
          <a:bodyPr lIns="36720" rIns="36720" tIns="36720" bIns="36720" anchor="t">
            <a:normAutofit/>
          </a:bodyPr>
          <a:p>
            <a:pPr>
              <a:lnSpc>
                <a:spcPct val="100000"/>
              </a:lnSpc>
            </a:pPr>
            <a:r>
              <a:rPr b="0" lang="en-US" sz="1000" strike="noStrike" u="none">
                <a:solidFill>
                  <a:srgbClr val="3d3c38"/>
                </a:solidFill>
                <a:effectLst/>
                <a:uFillTx/>
                <a:latin typeface="Arial"/>
              </a:rPr>
              <a:t>Reduce the number of steps between a member search and an answer.</a:t>
            </a:r>
            <a:endParaRPr b="0" lang="en-US" sz="1000" strike="noStrike" u="none">
              <a:solidFill>
                <a:srgbClr val="000000"/>
              </a:solidFill>
              <a:effectLst/>
              <a:uFillTx/>
              <a:latin typeface="Arial"/>
            </a:endParaRPr>
          </a:p>
        </p:txBody>
      </p:sp>
      <p:sp>
        <p:nvSpPr>
          <p:cNvPr id="811" name="Rounded Rectangle 8"/>
          <p:cNvSpPr/>
          <p:nvPr/>
        </p:nvSpPr>
        <p:spPr>
          <a:xfrm>
            <a:off x="4096440" y="1737360"/>
            <a:ext cx="3154320" cy="1298160"/>
          </a:xfrm>
          <a:prstGeom prst="roundRect">
            <a:avLst>
              <a:gd name="adj" fmla="val 16667"/>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Arial"/>
            </a:endParaRPr>
          </a:p>
        </p:txBody>
      </p:sp>
      <p:sp>
        <p:nvSpPr>
          <p:cNvPr id="812" name="TextBox 9"/>
          <p:cNvSpPr/>
          <p:nvPr/>
        </p:nvSpPr>
        <p:spPr>
          <a:xfrm>
            <a:off x="4260960" y="1865520"/>
            <a:ext cx="2825280" cy="31968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300" strike="noStrike" u="none">
                <a:solidFill>
                  <a:srgbClr val="3d3c38"/>
                </a:solidFill>
                <a:effectLst/>
                <a:uFillTx/>
                <a:latin typeface="Arial"/>
              </a:rPr>
              <a:t>Lower context switching</a:t>
            </a:r>
            <a:endParaRPr b="0" lang="en-US" sz="1300" strike="noStrike" u="none">
              <a:solidFill>
                <a:srgbClr val="000000"/>
              </a:solidFill>
              <a:effectLst/>
              <a:uFillTx/>
              <a:latin typeface="Arial"/>
            </a:endParaRPr>
          </a:p>
        </p:txBody>
      </p:sp>
      <p:sp>
        <p:nvSpPr>
          <p:cNvPr id="813" name="TextBox 10"/>
          <p:cNvSpPr/>
          <p:nvPr/>
        </p:nvSpPr>
        <p:spPr>
          <a:xfrm>
            <a:off x="4260960" y="2267640"/>
            <a:ext cx="2825280" cy="639720"/>
          </a:xfrm>
          <a:prstGeom prst="rect">
            <a:avLst/>
          </a:prstGeom>
          <a:noFill/>
          <a:ln w="0">
            <a:noFill/>
          </a:ln>
        </p:spPr>
        <p:style>
          <a:lnRef idx="0"/>
          <a:fillRef idx="0"/>
          <a:effectRef idx="0"/>
          <a:fontRef idx="minor"/>
        </p:style>
        <p:txBody>
          <a:bodyPr lIns="36720" rIns="36720" tIns="36720" bIns="36720" anchor="t">
            <a:normAutofit/>
          </a:bodyPr>
          <a:p>
            <a:pPr>
              <a:lnSpc>
                <a:spcPct val="100000"/>
              </a:lnSpc>
            </a:pPr>
            <a:r>
              <a:rPr b="0" lang="en-US" sz="1000" strike="noStrike" u="none">
                <a:solidFill>
                  <a:srgbClr val="3d3c38"/>
                </a:solidFill>
                <a:effectLst/>
                <a:uFillTx/>
                <a:latin typeface="Arial"/>
              </a:rPr>
              <a:t>One interface spans multiple data domains and analytical follow-ups.</a:t>
            </a:r>
            <a:endParaRPr b="0" lang="en-US" sz="1000" strike="noStrike" u="none">
              <a:solidFill>
                <a:srgbClr val="000000"/>
              </a:solidFill>
              <a:effectLst/>
              <a:uFillTx/>
              <a:latin typeface="Arial"/>
            </a:endParaRPr>
          </a:p>
        </p:txBody>
      </p:sp>
      <p:sp>
        <p:nvSpPr>
          <p:cNvPr id="814" name="Rounded Rectangle 11"/>
          <p:cNvSpPr/>
          <p:nvPr/>
        </p:nvSpPr>
        <p:spPr>
          <a:xfrm>
            <a:off x="7552800" y="1737360"/>
            <a:ext cx="3154320" cy="1298160"/>
          </a:xfrm>
          <a:prstGeom prst="roundRect">
            <a:avLst>
              <a:gd name="adj" fmla="val 16667"/>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Arial"/>
            </a:endParaRPr>
          </a:p>
        </p:txBody>
      </p:sp>
      <p:sp>
        <p:nvSpPr>
          <p:cNvPr id="815" name="TextBox 12"/>
          <p:cNvSpPr/>
          <p:nvPr/>
        </p:nvSpPr>
        <p:spPr>
          <a:xfrm>
            <a:off x="7717680" y="1865520"/>
            <a:ext cx="2825280" cy="31968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300" strike="noStrike" u="none">
                <a:solidFill>
                  <a:srgbClr val="3d3c38"/>
                </a:solidFill>
                <a:effectLst/>
                <a:uFillTx/>
                <a:latin typeface="Arial"/>
              </a:rPr>
              <a:t>Self-service exploration</a:t>
            </a:r>
            <a:endParaRPr b="0" lang="en-US" sz="1300" strike="noStrike" u="none">
              <a:solidFill>
                <a:srgbClr val="000000"/>
              </a:solidFill>
              <a:effectLst/>
              <a:uFillTx/>
              <a:latin typeface="Arial"/>
            </a:endParaRPr>
          </a:p>
        </p:txBody>
      </p:sp>
      <p:sp>
        <p:nvSpPr>
          <p:cNvPr id="816" name="TextBox 13"/>
          <p:cNvSpPr/>
          <p:nvPr/>
        </p:nvSpPr>
        <p:spPr>
          <a:xfrm>
            <a:off x="7717680" y="2267640"/>
            <a:ext cx="2825280" cy="639720"/>
          </a:xfrm>
          <a:prstGeom prst="rect">
            <a:avLst/>
          </a:prstGeom>
          <a:noFill/>
          <a:ln w="0">
            <a:noFill/>
          </a:ln>
        </p:spPr>
        <p:style>
          <a:lnRef idx="0"/>
          <a:fillRef idx="0"/>
          <a:effectRef idx="0"/>
          <a:fontRef idx="minor"/>
        </p:style>
        <p:txBody>
          <a:bodyPr lIns="36720" rIns="36720" tIns="36720" bIns="36720" anchor="t">
            <a:normAutofit/>
          </a:bodyPr>
          <a:p>
            <a:pPr>
              <a:lnSpc>
                <a:spcPct val="100000"/>
              </a:lnSpc>
            </a:pPr>
            <a:r>
              <a:rPr b="0" lang="en-US" sz="1000" strike="noStrike" u="none">
                <a:solidFill>
                  <a:srgbClr val="3d3c38"/>
                </a:solidFill>
                <a:effectLst/>
                <a:uFillTx/>
                <a:latin typeface="Arial"/>
              </a:rPr>
              <a:t>Natural-language interaction lowers the barrier to asking data questions.</a:t>
            </a:r>
            <a:endParaRPr b="0" lang="en-US" sz="1000" strike="noStrike" u="none">
              <a:solidFill>
                <a:srgbClr val="000000"/>
              </a:solidFill>
              <a:effectLst/>
              <a:uFillTx/>
              <a:latin typeface="Arial"/>
            </a:endParaRPr>
          </a:p>
        </p:txBody>
      </p:sp>
      <p:sp>
        <p:nvSpPr>
          <p:cNvPr id="817" name="Rounded Rectangle 14"/>
          <p:cNvSpPr/>
          <p:nvPr/>
        </p:nvSpPr>
        <p:spPr>
          <a:xfrm>
            <a:off x="640080" y="3291840"/>
            <a:ext cx="3154320" cy="1298160"/>
          </a:xfrm>
          <a:prstGeom prst="roundRect">
            <a:avLst>
              <a:gd name="adj" fmla="val 16667"/>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Arial"/>
            </a:endParaRPr>
          </a:p>
        </p:txBody>
      </p:sp>
      <p:sp>
        <p:nvSpPr>
          <p:cNvPr id="818" name="TextBox 15"/>
          <p:cNvSpPr/>
          <p:nvPr/>
        </p:nvSpPr>
        <p:spPr>
          <a:xfrm>
            <a:off x="804600" y="3420000"/>
            <a:ext cx="2825280" cy="31968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300" strike="noStrike" u="none">
                <a:solidFill>
                  <a:srgbClr val="3d3c38"/>
                </a:solidFill>
                <a:effectLst/>
                <a:uFillTx/>
                <a:latin typeface="Arial"/>
              </a:rPr>
              <a:t>Reusable analytical context</a:t>
            </a:r>
            <a:endParaRPr b="0" lang="en-US" sz="1300" strike="noStrike" u="none">
              <a:solidFill>
                <a:srgbClr val="000000"/>
              </a:solidFill>
              <a:effectLst/>
              <a:uFillTx/>
              <a:latin typeface="Arial"/>
            </a:endParaRPr>
          </a:p>
        </p:txBody>
      </p:sp>
      <p:sp>
        <p:nvSpPr>
          <p:cNvPr id="819" name="TextBox 16"/>
          <p:cNvSpPr/>
          <p:nvPr/>
        </p:nvSpPr>
        <p:spPr>
          <a:xfrm>
            <a:off x="804600" y="3822120"/>
            <a:ext cx="2825280" cy="639720"/>
          </a:xfrm>
          <a:prstGeom prst="rect">
            <a:avLst/>
          </a:prstGeom>
          <a:noFill/>
          <a:ln w="0">
            <a:noFill/>
          </a:ln>
        </p:spPr>
        <p:style>
          <a:lnRef idx="0"/>
          <a:fillRef idx="0"/>
          <a:effectRef idx="0"/>
          <a:fontRef idx="minor"/>
        </p:style>
        <p:txBody>
          <a:bodyPr lIns="36720" rIns="36720" tIns="36720" bIns="36720" anchor="t">
            <a:normAutofit/>
          </a:bodyPr>
          <a:p>
            <a:pPr>
              <a:lnSpc>
                <a:spcPct val="100000"/>
              </a:lnSpc>
            </a:pPr>
            <a:r>
              <a:rPr b="0" lang="en-US" sz="1000" strike="noStrike" u="none">
                <a:solidFill>
                  <a:srgbClr val="3d3c38"/>
                </a:solidFill>
                <a:effectLst/>
                <a:uFillTx/>
                <a:latin typeface="Arial"/>
              </a:rPr>
              <a:t>Session state and lineage preserve the user's current analytical path.</a:t>
            </a:r>
            <a:endParaRPr b="0" lang="en-US" sz="1000" strike="noStrike" u="none">
              <a:solidFill>
                <a:srgbClr val="000000"/>
              </a:solidFill>
              <a:effectLst/>
              <a:uFillTx/>
              <a:latin typeface="Arial"/>
            </a:endParaRPr>
          </a:p>
        </p:txBody>
      </p:sp>
      <p:sp>
        <p:nvSpPr>
          <p:cNvPr id="820" name="Rounded Rectangle 17"/>
          <p:cNvSpPr/>
          <p:nvPr/>
        </p:nvSpPr>
        <p:spPr>
          <a:xfrm>
            <a:off x="4096440" y="3291840"/>
            <a:ext cx="3154320" cy="1298160"/>
          </a:xfrm>
          <a:prstGeom prst="roundRect">
            <a:avLst>
              <a:gd name="adj" fmla="val 16667"/>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Arial"/>
            </a:endParaRPr>
          </a:p>
        </p:txBody>
      </p:sp>
      <p:sp>
        <p:nvSpPr>
          <p:cNvPr id="821" name="TextBox 18"/>
          <p:cNvSpPr/>
          <p:nvPr/>
        </p:nvSpPr>
        <p:spPr>
          <a:xfrm>
            <a:off x="4260960" y="3420000"/>
            <a:ext cx="2825280" cy="31968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300" strike="noStrike" u="none">
                <a:solidFill>
                  <a:srgbClr val="3d3c38"/>
                </a:solidFill>
                <a:effectLst/>
                <a:uFillTx/>
                <a:latin typeface="Arial"/>
              </a:rPr>
              <a:t>Efficient platform usage</a:t>
            </a:r>
            <a:endParaRPr b="0" lang="en-US" sz="1300" strike="noStrike" u="none">
              <a:solidFill>
                <a:srgbClr val="000000"/>
              </a:solidFill>
              <a:effectLst/>
              <a:uFillTx/>
              <a:latin typeface="Arial"/>
            </a:endParaRPr>
          </a:p>
        </p:txBody>
      </p:sp>
      <p:sp>
        <p:nvSpPr>
          <p:cNvPr id="822" name="TextBox 19"/>
          <p:cNvSpPr/>
          <p:nvPr/>
        </p:nvSpPr>
        <p:spPr>
          <a:xfrm>
            <a:off x="4260960" y="3822120"/>
            <a:ext cx="2825280" cy="639720"/>
          </a:xfrm>
          <a:prstGeom prst="rect">
            <a:avLst/>
          </a:prstGeom>
          <a:noFill/>
          <a:ln w="0">
            <a:noFill/>
          </a:ln>
        </p:spPr>
        <p:style>
          <a:lnRef idx="0"/>
          <a:fillRef idx="0"/>
          <a:effectRef idx="0"/>
          <a:fontRef idx="minor"/>
        </p:style>
        <p:txBody>
          <a:bodyPr lIns="36720" rIns="36720" tIns="36720" bIns="36720" anchor="t">
            <a:normAutofit/>
          </a:bodyPr>
          <a:p>
            <a:pPr>
              <a:lnSpc>
                <a:spcPct val="100000"/>
              </a:lnSpc>
            </a:pPr>
            <a:r>
              <a:rPr b="0" lang="en-US" sz="1000" strike="noStrike" u="none">
                <a:solidFill>
                  <a:srgbClr val="3d3c38"/>
                </a:solidFill>
                <a:effectLst/>
                <a:uFillTx/>
                <a:latin typeface="Arial"/>
              </a:rPr>
              <a:t>Caching, prefetch and local computation reduce repeated remote queries.</a:t>
            </a:r>
            <a:endParaRPr b="0" lang="en-US" sz="1000" strike="noStrike" u="none">
              <a:solidFill>
                <a:srgbClr val="000000"/>
              </a:solidFill>
              <a:effectLst/>
              <a:uFillTx/>
              <a:latin typeface="Arial"/>
            </a:endParaRPr>
          </a:p>
        </p:txBody>
      </p:sp>
      <p:sp>
        <p:nvSpPr>
          <p:cNvPr id="823" name="Rounded Rectangle 20"/>
          <p:cNvSpPr/>
          <p:nvPr/>
        </p:nvSpPr>
        <p:spPr>
          <a:xfrm>
            <a:off x="7552800" y="3291840"/>
            <a:ext cx="3154320" cy="1298160"/>
          </a:xfrm>
          <a:prstGeom prst="roundRect">
            <a:avLst>
              <a:gd name="adj" fmla="val 16667"/>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Arial"/>
            </a:endParaRPr>
          </a:p>
        </p:txBody>
      </p:sp>
      <p:sp>
        <p:nvSpPr>
          <p:cNvPr id="824" name="TextBox 21"/>
          <p:cNvSpPr/>
          <p:nvPr/>
        </p:nvSpPr>
        <p:spPr>
          <a:xfrm>
            <a:off x="7717680" y="3420000"/>
            <a:ext cx="2825280" cy="31968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300" strike="noStrike" u="none">
                <a:solidFill>
                  <a:srgbClr val="3d3c38"/>
                </a:solidFill>
                <a:effectLst/>
                <a:uFillTx/>
                <a:latin typeface="Arial"/>
              </a:rPr>
              <a:t>Extensible foundation</a:t>
            </a:r>
            <a:endParaRPr b="0" lang="en-US" sz="1300" strike="noStrike" u="none">
              <a:solidFill>
                <a:srgbClr val="000000"/>
              </a:solidFill>
              <a:effectLst/>
              <a:uFillTx/>
              <a:latin typeface="Arial"/>
            </a:endParaRPr>
          </a:p>
        </p:txBody>
      </p:sp>
      <p:sp>
        <p:nvSpPr>
          <p:cNvPr id="825" name="TextBox 22"/>
          <p:cNvSpPr/>
          <p:nvPr/>
        </p:nvSpPr>
        <p:spPr>
          <a:xfrm>
            <a:off x="7717680" y="3822120"/>
            <a:ext cx="2825280" cy="639720"/>
          </a:xfrm>
          <a:prstGeom prst="rect">
            <a:avLst/>
          </a:prstGeom>
          <a:noFill/>
          <a:ln w="0">
            <a:noFill/>
          </a:ln>
        </p:spPr>
        <p:style>
          <a:lnRef idx="0"/>
          <a:fillRef idx="0"/>
          <a:effectRef idx="0"/>
          <a:fontRef idx="minor"/>
        </p:style>
        <p:txBody>
          <a:bodyPr lIns="36720" rIns="36720" tIns="36720" bIns="36720" anchor="t">
            <a:normAutofit/>
          </a:bodyPr>
          <a:p>
            <a:pPr>
              <a:lnSpc>
                <a:spcPct val="100000"/>
              </a:lnSpc>
            </a:pPr>
            <a:r>
              <a:rPr b="0" lang="en-US" sz="1000" strike="noStrike" u="none">
                <a:solidFill>
                  <a:srgbClr val="3d3c38"/>
                </a:solidFill>
                <a:effectLst/>
                <a:uFillTx/>
                <a:latin typeface="Arial"/>
              </a:rPr>
              <a:t>Modular tools support aggregation, profiling, anomaly analysis and visualization.</a:t>
            </a:r>
            <a:endParaRPr b="0" lang="en-US" sz="1000" strike="noStrike" u="none">
              <a:solidFill>
                <a:srgbClr val="000000"/>
              </a:solidFill>
              <a:effectLst/>
              <a:uFillTx/>
              <a:latin typeface="Arial"/>
            </a:endParaRPr>
          </a:p>
        </p:txBody>
      </p:sp>
      <p:sp>
        <p:nvSpPr>
          <p:cNvPr id="826" name="TextBox 23"/>
          <p:cNvSpPr/>
          <p:nvPr/>
        </p:nvSpPr>
        <p:spPr>
          <a:xfrm>
            <a:off x="731520" y="5120640"/>
            <a:ext cx="9966600" cy="639720"/>
          </a:xfrm>
          <a:prstGeom prst="rect">
            <a:avLst/>
          </a:prstGeom>
          <a:noFill/>
          <a:ln w="0">
            <a:noFill/>
          </a:ln>
        </p:spPr>
        <p:style>
          <a:lnRef idx="0"/>
          <a:fillRef idx="0"/>
          <a:effectRef idx="0"/>
          <a:fontRef idx="minor"/>
        </p:style>
        <p:txBody>
          <a:bodyPr wrap="none" lIns="36720" rIns="36720" tIns="36720" bIns="36720" anchor="t">
            <a:spAutoFit/>
          </a:bodyPr>
          <a:p>
            <a:pPr algn="ctr">
              <a:lnSpc>
                <a:spcPct val="100000"/>
              </a:lnSpc>
            </a:pPr>
            <a:r>
              <a:rPr b="0" lang="en-US" sz="1200" strike="noStrike" u="none">
                <a:solidFill>
                  <a:srgbClr val="8a8780"/>
                </a:solidFill>
                <a:effectLst/>
                <a:uFillTx/>
                <a:latin typeface="Arial"/>
              </a:rPr>
              <a:t>Quantified ROI should be validated using production usage, latency and user-effort measurements.</a:t>
            </a:r>
            <a:endParaRPr b="0" lang="en-US" sz="1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7" name="PlaceHolder 1"/>
          <p:cNvSpPr>
            <a:spLocks noGrp="1"/>
          </p:cNvSpPr>
          <p:nvPr>
            <p:ph type="title"/>
          </p:nvPr>
        </p:nvSpPr>
        <p:spPr>
          <a:xfrm>
            <a:off x="468000" y="555480"/>
            <a:ext cx="9600480" cy="303840"/>
          </a:xfrm>
          <a:prstGeom prst="rect">
            <a:avLst/>
          </a:prstGeom>
          <a:noFill/>
          <a:ln w="0">
            <a:noFill/>
          </a:ln>
        </p:spPr>
        <p:txBody>
          <a:bodyPr lIns="18360" rIns="18360" tIns="0" bIns="0" anchor="t">
            <a:noAutofit/>
          </a:bodyPr>
          <a:p>
            <a:pPr indent="0">
              <a:lnSpc>
                <a:spcPct val="100000"/>
              </a:lnSpc>
              <a:buNone/>
            </a:pPr>
            <a:r>
              <a:rPr b="0" lang="en-US" sz="2800" strike="noStrike" u="none">
                <a:solidFill>
                  <a:srgbClr val="3d3c38"/>
                </a:solidFill>
                <a:effectLst/>
                <a:uFillTx/>
                <a:latin typeface="Arial"/>
              </a:rPr>
              <a:t>Why This Project Is Important</a:t>
            </a:r>
            <a:endParaRPr b="0" lang="en-US" sz="2800" strike="noStrike" u="none">
              <a:solidFill>
                <a:srgbClr val="000000"/>
              </a:solidFill>
              <a:effectLst/>
              <a:uFillTx/>
              <a:latin typeface="Arial"/>
            </a:endParaRPr>
          </a:p>
        </p:txBody>
      </p:sp>
      <p:sp>
        <p:nvSpPr>
          <p:cNvPr id="829" name="TextBox 3"/>
          <p:cNvSpPr/>
          <p:nvPr/>
        </p:nvSpPr>
        <p:spPr>
          <a:xfrm>
            <a:off x="594360" y="932760"/>
            <a:ext cx="2285640" cy="25560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000" strike="noStrike" u="none">
                <a:solidFill>
                  <a:srgbClr val="ff612b"/>
                </a:solidFill>
                <a:effectLst/>
                <a:uFillTx/>
                <a:latin typeface="Arial"/>
              </a:rPr>
              <a:t>WHY IT MATTERS</a:t>
            </a:r>
            <a:endParaRPr b="0" lang="en-US" sz="1000" strike="noStrike" u="none">
              <a:solidFill>
                <a:srgbClr val="000000"/>
              </a:solidFill>
              <a:effectLst/>
              <a:uFillTx/>
              <a:latin typeface="Arial"/>
            </a:endParaRPr>
          </a:p>
        </p:txBody>
      </p:sp>
      <p:sp>
        <p:nvSpPr>
          <p:cNvPr id="830" name="TextBox 4"/>
          <p:cNvSpPr/>
          <p:nvPr/>
        </p:nvSpPr>
        <p:spPr>
          <a:xfrm>
            <a:off x="594360" y="1143000"/>
            <a:ext cx="9875160" cy="438480"/>
          </a:xfrm>
          <a:prstGeom prst="rect">
            <a:avLst/>
          </a:prstGeom>
          <a:noFill/>
          <a:ln w="0">
            <a:noFill/>
          </a:ln>
        </p:spPr>
        <p:style>
          <a:lnRef idx="0"/>
          <a:fillRef idx="0"/>
          <a:effectRef idx="0"/>
          <a:fontRef idx="minor"/>
        </p:style>
        <p:txBody>
          <a:bodyPr lIns="36720" rIns="36720" tIns="36720" bIns="36720" anchor="t">
            <a:normAutofit/>
          </a:bodyPr>
          <a:p>
            <a:pPr>
              <a:lnSpc>
                <a:spcPct val="100000"/>
              </a:lnSpc>
            </a:pPr>
            <a:r>
              <a:rPr b="0" lang="en-US" sz="1300" strike="noStrike" u="none">
                <a:solidFill>
                  <a:srgbClr val="8a8780"/>
                </a:solidFill>
                <a:effectLst/>
                <a:uFillTx/>
                <a:latin typeface="Arial"/>
              </a:rPr>
              <a:t>The value is the connected patient context—not simply another search screen.</a:t>
            </a:r>
            <a:endParaRPr b="0" lang="en-US" sz="1300" strike="noStrike" u="none">
              <a:solidFill>
                <a:srgbClr val="000000"/>
              </a:solidFill>
              <a:effectLst/>
              <a:uFillTx/>
              <a:latin typeface="Arial"/>
            </a:endParaRPr>
          </a:p>
        </p:txBody>
      </p:sp>
      <p:sp>
        <p:nvSpPr>
          <p:cNvPr id="831" name="Rounded Rectangle 5"/>
          <p:cNvSpPr/>
          <p:nvPr/>
        </p:nvSpPr>
        <p:spPr>
          <a:xfrm>
            <a:off x="640080" y="1783080"/>
            <a:ext cx="3245760" cy="1462680"/>
          </a:xfrm>
          <a:prstGeom prst="roundRect">
            <a:avLst>
              <a:gd name="adj" fmla="val 16667"/>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Arial"/>
            </a:endParaRPr>
          </a:p>
        </p:txBody>
      </p:sp>
      <p:sp>
        <p:nvSpPr>
          <p:cNvPr id="832" name="TextBox 6"/>
          <p:cNvSpPr/>
          <p:nvPr/>
        </p:nvSpPr>
        <p:spPr>
          <a:xfrm>
            <a:off x="804600" y="1911240"/>
            <a:ext cx="2916720" cy="31968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400" strike="noStrike" u="none">
                <a:solidFill>
                  <a:srgbClr val="3d3c38"/>
                </a:solidFill>
                <a:effectLst/>
                <a:uFillTx/>
                <a:latin typeface="Arial"/>
              </a:rPr>
              <a:t>One-stop patient view</a:t>
            </a:r>
            <a:endParaRPr b="0" lang="en-US" sz="1400" strike="noStrike" u="none">
              <a:solidFill>
                <a:srgbClr val="000000"/>
              </a:solidFill>
              <a:effectLst/>
              <a:uFillTx/>
              <a:latin typeface="Arial"/>
            </a:endParaRPr>
          </a:p>
        </p:txBody>
      </p:sp>
      <p:sp>
        <p:nvSpPr>
          <p:cNvPr id="833" name="TextBox 7"/>
          <p:cNvSpPr/>
          <p:nvPr/>
        </p:nvSpPr>
        <p:spPr>
          <a:xfrm>
            <a:off x="804600" y="2313360"/>
            <a:ext cx="2916720" cy="804240"/>
          </a:xfrm>
          <a:prstGeom prst="rect">
            <a:avLst/>
          </a:prstGeom>
          <a:noFill/>
          <a:ln w="0">
            <a:noFill/>
          </a:ln>
        </p:spPr>
        <p:style>
          <a:lnRef idx="0"/>
          <a:fillRef idx="0"/>
          <a:effectRef idx="0"/>
          <a:fontRef idx="minor"/>
        </p:style>
        <p:txBody>
          <a:bodyPr lIns="36720" rIns="36720" tIns="36720" bIns="36720" anchor="t">
            <a:normAutofit/>
          </a:bodyPr>
          <a:p>
            <a:pPr>
              <a:lnSpc>
                <a:spcPct val="100000"/>
              </a:lnSpc>
            </a:pPr>
            <a:r>
              <a:rPr b="0" lang="en-US" sz="1000" strike="noStrike" u="none">
                <a:solidFill>
                  <a:srgbClr val="3d3c38"/>
                </a:solidFill>
                <a:effectLst/>
                <a:uFillTx/>
                <a:latin typeface="Arial"/>
              </a:rPr>
              <a:t>Start with one member and see relevant information from multiple enterprise sources in one experience.</a:t>
            </a:r>
            <a:endParaRPr b="0" lang="en-US" sz="1000" strike="noStrike" u="none">
              <a:solidFill>
                <a:srgbClr val="000000"/>
              </a:solidFill>
              <a:effectLst/>
              <a:uFillTx/>
              <a:latin typeface="Arial"/>
            </a:endParaRPr>
          </a:p>
        </p:txBody>
      </p:sp>
      <p:sp>
        <p:nvSpPr>
          <p:cNvPr id="834" name="Rounded Rectangle 8"/>
          <p:cNvSpPr/>
          <p:nvPr/>
        </p:nvSpPr>
        <p:spPr>
          <a:xfrm>
            <a:off x="4050720" y="1783080"/>
            <a:ext cx="3245760" cy="1462680"/>
          </a:xfrm>
          <a:prstGeom prst="roundRect">
            <a:avLst>
              <a:gd name="adj" fmla="val 16667"/>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Arial"/>
            </a:endParaRPr>
          </a:p>
        </p:txBody>
      </p:sp>
      <p:sp>
        <p:nvSpPr>
          <p:cNvPr id="835" name="TextBox 9"/>
          <p:cNvSpPr/>
          <p:nvPr/>
        </p:nvSpPr>
        <p:spPr>
          <a:xfrm>
            <a:off x="4215240" y="1911240"/>
            <a:ext cx="2916720" cy="31968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400" strike="noStrike" u="none">
                <a:solidFill>
                  <a:srgbClr val="3d3c38"/>
                </a:solidFill>
                <a:effectLst/>
                <a:uFillTx/>
                <a:latin typeface="Arial"/>
              </a:rPr>
              <a:t>Faster investigation</a:t>
            </a:r>
            <a:endParaRPr b="0" lang="en-US" sz="1400" strike="noStrike" u="none">
              <a:solidFill>
                <a:srgbClr val="000000"/>
              </a:solidFill>
              <a:effectLst/>
              <a:uFillTx/>
              <a:latin typeface="Arial"/>
            </a:endParaRPr>
          </a:p>
        </p:txBody>
      </p:sp>
      <p:sp>
        <p:nvSpPr>
          <p:cNvPr id="836" name="TextBox 10"/>
          <p:cNvSpPr/>
          <p:nvPr/>
        </p:nvSpPr>
        <p:spPr>
          <a:xfrm>
            <a:off x="4215240" y="2313360"/>
            <a:ext cx="2916720" cy="804240"/>
          </a:xfrm>
          <a:prstGeom prst="rect">
            <a:avLst/>
          </a:prstGeom>
          <a:noFill/>
          <a:ln w="0">
            <a:noFill/>
          </a:ln>
        </p:spPr>
        <p:style>
          <a:lnRef idx="0"/>
          <a:fillRef idx="0"/>
          <a:effectRef idx="0"/>
          <a:fontRef idx="minor"/>
        </p:style>
        <p:txBody>
          <a:bodyPr lIns="36720" rIns="36720" tIns="36720" bIns="36720" anchor="t">
            <a:normAutofit/>
          </a:bodyPr>
          <a:p>
            <a:pPr>
              <a:lnSpc>
                <a:spcPct val="100000"/>
              </a:lnSpc>
            </a:pPr>
            <a:r>
              <a:rPr b="0" lang="en-US" sz="1000" strike="noStrike" u="none">
                <a:solidFill>
                  <a:srgbClr val="3d3c38"/>
                </a:solidFill>
                <a:effectLst/>
                <a:uFillTx/>
                <a:latin typeface="Arial"/>
              </a:rPr>
              <a:t>Parallel retrieval, caching and prefetching are designed to reduce waiting and repeated work.</a:t>
            </a:r>
            <a:endParaRPr b="0" lang="en-US" sz="1000" strike="noStrike" u="none">
              <a:solidFill>
                <a:srgbClr val="000000"/>
              </a:solidFill>
              <a:effectLst/>
              <a:uFillTx/>
              <a:latin typeface="Arial"/>
            </a:endParaRPr>
          </a:p>
        </p:txBody>
      </p:sp>
      <p:sp>
        <p:nvSpPr>
          <p:cNvPr id="837" name="Rounded Rectangle 11"/>
          <p:cNvSpPr/>
          <p:nvPr/>
        </p:nvSpPr>
        <p:spPr>
          <a:xfrm>
            <a:off x="7461360" y="1783080"/>
            <a:ext cx="3245760" cy="1462680"/>
          </a:xfrm>
          <a:prstGeom prst="roundRect">
            <a:avLst>
              <a:gd name="adj" fmla="val 16667"/>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Arial"/>
            </a:endParaRPr>
          </a:p>
        </p:txBody>
      </p:sp>
      <p:sp>
        <p:nvSpPr>
          <p:cNvPr id="838" name="TextBox 12"/>
          <p:cNvSpPr/>
          <p:nvPr/>
        </p:nvSpPr>
        <p:spPr>
          <a:xfrm>
            <a:off x="7626240" y="1911240"/>
            <a:ext cx="2916720" cy="31968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400" strike="noStrike" u="none">
                <a:solidFill>
                  <a:srgbClr val="3d3c38"/>
                </a:solidFill>
                <a:effectLst/>
                <a:uFillTx/>
                <a:latin typeface="Arial"/>
              </a:rPr>
              <a:t>Lower technical barrier</a:t>
            </a:r>
            <a:endParaRPr b="0" lang="en-US" sz="1400" strike="noStrike" u="none">
              <a:solidFill>
                <a:srgbClr val="000000"/>
              </a:solidFill>
              <a:effectLst/>
              <a:uFillTx/>
              <a:latin typeface="Arial"/>
            </a:endParaRPr>
          </a:p>
        </p:txBody>
      </p:sp>
      <p:sp>
        <p:nvSpPr>
          <p:cNvPr id="839" name="TextBox 13"/>
          <p:cNvSpPr/>
          <p:nvPr/>
        </p:nvSpPr>
        <p:spPr>
          <a:xfrm>
            <a:off x="7626240" y="2313360"/>
            <a:ext cx="2916720" cy="804240"/>
          </a:xfrm>
          <a:prstGeom prst="rect">
            <a:avLst/>
          </a:prstGeom>
          <a:noFill/>
          <a:ln w="0">
            <a:noFill/>
          </a:ln>
        </p:spPr>
        <p:style>
          <a:lnRef idx="0"/>
          <a:fillRef idx="0"/>
          <a:effectRef idx="0"/>
          <a:fontRef idx="minor"/>
        </p:style>
        <p:txBody>
          <a:bodyPr lIns="36720" rIns="36720" tIns="36720" bIns="36720" anchor="t">
            <a:normAutofit/>
          </a:bodyPr>
          <a:p>
            <a:pPr>
              <a:lnSpc>
                <a:spcPct val="100000"/>
              </a:lnSpc>
            </a:pPr>
            <a:r>
              <a:rPr b="0" lang="en-US" sz="1000" strike="noStrike" u="none">
                <a:solidFill>
                  <a:srgbClr val="3d3c38"/>
                </a:solidFill>
                <a:effectLst/>
                <a:uFillTx/>
                <a:latin typeface="Arial"/>
              </a:rPr>
              <a:t>Natural-language questions let users describe the analysis while the platform handles schema-aware query generation.</a:t>
            </a:r>
            <a:endParaRPr b="0" lang="en-US" sz="1000" strike="noStrike" u="none">
              <a:solidFill>
                <a:srgbClr val="000000"/>
              </a:solidFill>
              <a:effectLst/>
              <a:uFillTx/>
              <a:latin typeface="Arial"/>
            </a:endParaRPr>
          </a:p>
        </p:txBody>
      </p:sp>
      <p:sp>
        <p:nvSpPr>
          <p:cNvPr id="840" name="Rounded Rectangle 14"/>
          <p:cNvSpPr/>
          <p:nvPr/>
        </p:nvSpPr>
        <p:spPr>
          <a:xfrm>
            <a:off x="640080" y="3657600"/>
            <a:ext cx="10423800" cy="310680"/>
          </a:xfrm>
          <a:prstGeom prst="roundRect">
            <a:avLst>
              <a:gd name="adj" fmla="val 16667"/>
            </a:avLst>
          </a:prstGeom>
          <a:solidFill>
            <a:srgbClr val="eeebe4"/>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Arial"/>
            </a:endParaRPr>
          </a:p>
        </p:txBody>
      </p:sp>
      <p:sp>
        <p:nvSpPr>
          <p:cNvPr id="841" name="TextBox 15"/>
          <p:cNvSpPr/>
          <p:nvPr/>
        </p:nvSpPr>
        <p:spPr>
          <a:xfrm>
            <a:off x="749880" y="3675960"/>
            <a:ext cx="10204200" cy="246600"/>
          </a:xfrm>
          <a:prstGeom prst="rect">
            <a:avLst/>
          </a:prstGeom>
          <a:noFill/>
          <a:ln w="0">
            <a:noFill/>
          </a:ln>
        </p:spPr>
        <p:style>
          <a:lnRef idx="0"/>
          <a:fillRef idx="0"/>
          <a:effectRef idx="0"/>
          <a:fontRef idx="minor"/>
        </p:style>
        <p:txBody>
          <a:bodyPr wrap="none" lIns="36720" rIns="36720" tIns="36720" bIns="36720" anchor="ctr">
            <a:spAutoFit/>
          </a:bodyPr>
          <a:p>
            <a:pPr>
              <a:lnSpc>
                <a:spcPct val="100000"/>
              </a:lnSpc>
            </a:pPr>
            <a:r>
              <a:rPr b="1" lang="en-US" sz="1000" strike="noStrike" u="none">
                <a:solidFill>
                  <a:srgbClr val="3d3c38"/>
                </a:solidFill>
                <a:effectLst/>
                <a:uFillTx/>
                <a:latin typeface="Arial"/>
              </a:rPr>
              <a:t>THE PATIENT JOURNEY IN ONE PLACE</a:t>
            </a:r>
            <a:endParaRPr b="0" lang="en-US" sz="1000" strike="noStrike" u="none">
              <a:solidFill>
                <a:srgbClr val="000000"/>
              </a:solidFill>
              <a:effectLst/>
              <a:uFillTx/>
              <a:latin typeface="Arial"/>
            </a:endParaRPr>
          </a:p>
        </p:txBody>
      </p:sp>
      <p:sp>
        <p:nvSpPr>
          <p:cNvPr id="842" name="Rounded Rectangle 16"/>
          <p:cNvSpPr/>
          <p:nvPr/>
        </p:nvSpPr>
        <p:spPr>
          <a:xfrm>
            <a:off x="658440" y="4160520"/>
            <a:ext cx="1051200" cy="594000"/>
          </a:xfrm>
          <a:prstGeom prst="roundRect">
            <a:avLst>
              <a:gd name="adj" fmla="val 16667"/>
            </a:avLst>
          </a:prstGeom>
          <a:solidFill>
            <a:srgbClr val="ffffff"/>
          </a:solidFill>
          <a:ln>
            <a:solidFill>
              <a:srgbClr val="ff612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Arial"/>
            </a:endParaRPr>
          </a:p>
        </p:txBody>
      </p:sp>
      <p:sp>
        <p:nvSpPr>
          <p:cNvPr id="843" name="TextBox 17"/>
          <p:cNvSpPr/>
          <p:nvPr/>
        </p:nvSpPr>
        <p:spPr>
          <a:xfrm>
            <a:off x="685800" y="4288680"/>
            <a:ext cx="996480" cy="255600"/>
          </a:xfrm>
          <a:prstGeom prst="rect">
            <a:avLst/>
          </a:prstGeom>
          <a:noFill/>
          <a:ln w="0">
            <a:noFill/>
          </a:ln>
        </p:spPr>
        <p:style>
          <a:lnRef idx="0"/>
          <a:fillRef idx="0"/>
          <a:effectRef idx="0"/>
          <a:fontRef idx="minor"/>
        </p:style>
        <p:txBody>
          <a:bodyPr wrap="none" lIns="0" rIns="0" tIns="0" bIns="0" anchor="ctr">
            <a:spAutoFit/>
          </a:bodyPr>
          <a:p>
            <a:pPr algn="ctr">
              <a:lnSpc>
                <a:spcPct val="100000"/>
              </a:lnSpc>
            </a:pPr>
            <a:r>
              <a:rPr b="1" lang="en-US" sz="1000" strike="noStrike" u="none">
                <a:solidFill>
                  <a:srgbClr val="3d3c38"/>
                </a:solidFill>
                <a:effectLst/>
                <a:uFillTx/>
                <a:latin typeface="Arial"/>
              </a:rPr>
              <a:t>Identity</a:t>
            </a:r>
            <a:endParaRPr b="0" lang="en-US" sz="1000" strike="noStrike" u="none">
              <a:solidFill>
                <a:srgbClr val="000000"/>
              </a:solidFill>
              <a:effectLst/>
              <a:uFillTx/>
              <a:latin typeface="Arial"/>
            </a:endParaRPr>
          </a:p>
        </p:txBody>
      </p:sp>
      <p:cxnSp>
        <p:nvCxnSpPr>
          <p:cNvPr id="844" name="Connector 18"/>
          <p:cNvCxnSpPr/>
          <p:nvPr/>
        </p:nvCxnSpPr>
        <p:spPr>
          <a:xfrm>
            <a:off x="1709640" y="4462200"/>
            <a:ext cx="219960" cy="360"/>
          </a:xfrm>
          <a:prstGeom prst="straightConnector1">
            <a:avLst/>
          </a:prstGeom>
          <a:ln w="25400">
            <a:solidFill>
              <a:srgbClr val="ff612b"/>
            </a:solidFill>
          </a:ln>
        </p:spPr>
      </p:cxnSp>
      <p:sp>
        <p:nvSpPr>
          <p:cNvPr id="845" name="Rounded Rectangle 19"/>
          <p:cNvSpPr/>
          <p:nvPr/>
        </p:nvSpPr>
        <p:spPr>
          <a:xfrm>
            <a:off x="1965960" y="4160520"/>
            <a:ext cx="1051200" cy="594000"/>
          </a:xfrm>
          <a:prstGeom prst="roundRect">
            <a:avLst>
              <a:gd name="adj" fmla="val 16667"/>
            </a:avLst>
          </a:prstGeom>
          <a:solidFill>
            <a:srgbClr val="ffffff"/>
          </a:solidFill>
          <a:ln>
            <a:solidFill>
              <a:srgbClr val="ff612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Arial"/>
            </a:endParaRPr>
          </a:p>
        </p:txBody>
      </p:sp>
      <p:sp>
        <p:nvSpPr>
          <p:cNvPr id="846" name="TextBox 20"/>
          <p:cNvSpPr/>
          <p:nvPr/>
        </p:nvSpPr>
        <p:spPr>
          <a:xfrm>
            <a:off x="1993320" y="4288680"/>
            <a:ext cx="996480" cy="255600"/>
          </a:xfrm>
          <a:prstGeom prst="rect">
            <a:avLst/>
          </a:prstGeom>
          <a:noFill/>
          <a:ln w="0">
            <a:noFill/>
          </a:ln>
        </p:spPr>
        <p:style>
          <a:lnRef idx="0"/>
          <a:fillRef idx="0"/>
          <a:effectRef idx="0"/>
          <a:fontRef idx="minor"/>
        </p:style>
        <p:txBody>
          <a:bodyPr wrap="none" lIns="0" rIns="0" tIns="0" bIns="0" anchor="ctr">
            <a:spAutoFit/>
          </a:bodyPr>
          <a:p>
            <a:pPr algn="ctr">
              <a:lnSpc>
                <a:spcPct val="100000"/>
              </a:lnSpc>
            </a:pPr>
            <a:r>
              <a:rPr b="1" lang="en-US" sz="1000" strike="noStrike" u="none">
                <a:solidFill>
                  <a:srgbClr val="3d3c38"/>
                </a:solidFill>
                <a:effectLst/>
                <a:uFillTx/>
                <a:latin typeface="Arial"/>
              </a:rPr>
              <a:t>Eligibility</a:t>
            </a:r>
            <a:endParaRPr b="0" lang="en-US" sz="1000" strike="noStrike" u="none">
              <a:solidFill>
                <a:srgbClr val="000000"/>
              </a:solidFill>
              <a:effectLst/>
              <a:uFillTx/>
              <a:latin typeface="Arial"/>
            </a:endParaRPr>
          </a:p>
        </p:txBody>
      </p:sp>
      <p:cxnSp>
        <p:nvCxnSpPr>
          <p:cNvPr id="847" name="Connector 21"/>
          <p:cNvCxnSpPr/>
          <p:nvPr/>
        </p:nvCxnSpPr>
        <p:spPr>
          <a:xfrm>
            <a:off x="3017520" y="4462200"/>
            <a:ext cx="219600" cy="360"/>
          </a:xfrm>
          <a:prstGeom prst="straightConnector1">
            <a:avLst/>
          </a:prstGeom>
          <a:ln w="25400">
            <a:solidFill>
              <a:srgbClr val="ff612b"/>
            </a:solidFill>
          </a:ln>
        </p:spPr>
      </p:cxnSp>
      <p:sp>
        <p:nvSpPr>
          <p:cNvPr id="848" name="Rounded Rectangle 22"/>
          <p:cNvSpPr/>
          <p:nvPr/>
        </p:nvSpPr>
        <p:spPr>
          <a:xfrm>
            <a:off x="3273480" y="4160520"/>
            <a:ext cx="1051200" cy="594000"/>
          </a:xfrm>
          <a:prstGeom prst="roundRect">
            <a:avLst>
              <a:gd name="adj" fmla="val 16667"/>
            </a:avLst>
          </a:prstGeom>
          <a:solidFill>
            <a:srgbClr val="ffffff"/>
          </a:solidFill>
          <a:ln>
            <a:solidFill>
              <a:srgbClr val="ff612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Arial"/>
            </a:endParaRPr>
          </a:p>
        </p:txBody>
      </p:sp>
      <p:sp>
        <p:nvSpPr>
          <p:cNvPr id="849" name="TextBox 23"/>
          <p:cNvSpPr/>
          <p:nvPr/>
        </p:nvSpPr>
        <p:spPr>
          <a:xfrm>
            <a:off x="3300840" y="4288680"/>
            <a:ext cx="996480" cy="255600"/>
          </a:xfrm>
          <a:prstGeom prst="rect">
            <a:avLst/>
          </a:prstGeom>
          <a:noFill/>
          <a:ln w="0">
            <a:noFill/>
          </a:ln>
        </p:spPr>
        <p:style>
          <a:lnRef idx="0"/>
          <a:fillRef idx="0"/>
          <a:effectRef idx="0"/>
          <a:fontRef idx="minor"/>
        </p:style>
        <p:txBody>
          <a:bodyPr wrap="none" lIns="0" rIns="0" tIns="0" bIns="0" anchor="ctr">
            <a:spAutoFit/>
          </a:bodyPr>
          <a:p>
            <a:pPr algn="ctr">
              <a:lnSpc>
                <a:spcPct val="100000"/>
              </a:lnSpc>
            </a:pPr>
            <a:r>
              <a:rPr b="1" lang="en-US" sz="1000" strike="noStrike" u="none">
                <a:solidFill>
                  <a:srgbClr val="3d3c38"/>
                </a:solidFill>
                <a:effectLst/>
                <a:uFillTx/>
                <a:latin typeface="Arial"/>
              </a:rPr>
              <a:t>Providers</a:t>
            </a:r>
            <a:endParaRPr b="0" lang="en-US" sz="1000" strike="noStrike" u="none">
              <a:solidFill>
                <a:srgbClr val="000000"/>
              </a:solidFill>
              <a:effectLst/>
              <a:uFillTx/>
              <a:latin typeface="Arial"/>
            </a:endParaRPr>
          </a:p>
        </p:txBody>
      </p:sp>
      <p:cxnSp>
        <p:nvCxnSpPr>
          <p:cNvPr id="850" name="Connector 24"/>
          <p:cNvCxnSpPr/>
          <p:nvPr/>
        </p:nvCxnSpPr>
        <p:spPr>
          <a:xfrm>
            <a:off x="4325040" y="4462200"/>
            <a:ext cx="219600" cy="360"/>
          </a:xfrm>
          <a:prstGeom prst="straightConnector1">
            <a:avLst/>
          </a:prstGeom>
          <a:ln w="25400">
            <a:solidFill>
              <a:srgbClr val="ff612b"/>
            </a:solidFill>
          </a:ln>
        </p:spPr>
      </p:cxnSp>
      <p:sp>
        <p:nvSpPr>
          <p:cNvPr id="851" name="Rounded Rectangle 25"/>
          <p:cNvSpPr/>
          <p:nvPr/>
        </p:nvSpPr>
        <p:spPr>
          <a:xfrm>
            <a:off x="4581000" y="4160520"/>
            <a:ext cx="1051200" cy="594000"/>
          </a:xfrm>
          <a:prstGeom prst="roundRect">
            <a:avLst>
              <a:gd name="adj" fmla="val 16667"/>
            </a:avLst>
          </a:prstGeom>
          <a:solidFill>
            <a:srgbClr val="ffffff"/>
          </a:solidFill>
          <a:ln>
            <a:solidFill>
              <a:srgbClr val="ff612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Arial"/>
            </a:endParaRPr>
          </a:p>
        </p:txBody>
      </p:sp>
      <p:sp>
        <p:nvSpPr>
          <p:cNvPr id="852" name="TextBox 26"/>
          <p:cNvSpPr/>
          <p:nvPr/>
        </p:nvSpPr>
        <p:spPr>
          <a:xfrm>
            <a:off x="4608720" y="4288680"/>
            <a:ext cx="996480" cy="255600"/>
          </a:xfrm>
          <a:prstGeom prst="rect">
            <a:avLst/>
          </a:prstGeom>
          <a:noFill/>
          <a:ln w="0">
            <a:noFill/>
          </a:ln>
        </p:spPr>
        <p:style>
          <a:lnRef idx="0"/>
          <a:fillRef idx="0"/>
          <a:effectRef idx="0"/>
          <a:fontRef idx="minor"/>
        </p:style>
        <p:txBody>
          <a:bodyPr wrap="none" lIns="0" rIns="0" tIns="0" bIns="0" anchor="ctr">
            <a:spAutoFit/>
          </a:bodyPr>
          <a:p>
            <a:pPr algn="ctr">
              <a:lnSpc>
                <a:spcPct val="100000"/>
              </a:lnSpc>
            </a:pPr>
            <a:r>
              <a:rPr b="1" lang="en-US" sz="1000" strike="noStrike" u="none">
                <a:solidFill>
                  <a:srgbClr val="3d3c38"/>
                </a:solidFill>
                <a:effectLst/>
                <a:uFillTx/>
                <a:latin typeface="Arial"/>
              </a:rPr>
              <a:t>Claims</a:t>
            </a:r>
            <a:endParaRPr b="0" lang="en-US" sz="1000" strike="noStrike" u="none">
              <a:solidFill>
                <a:srgbClr val="000000"/>
              </a:solidFill>
              <a:effectLst/>
              <a:uFillTx/>
              <a:latin typeface="Arial"/>
            </a:endParaRPr>
          </a:p>
        </p:txBody>
      </p:sp>
      <p:cxnSp>
        <p:nvCxnSpPr>
          <p:cNvPr id="853" name="Connector 27"/>
          <p:cNvCxnSpPr/>
          <p:nvPr/>
        </p:nvCxnSpPr>
        <p:spPr>
          <a:xfrm>
            <a:off x="5632560" y="4462200"/>
            <a:ext cx="219600" cy="360"/>
          </a:xfrm>
          <a:prstGeom prst="straightConnector1">
            <a:avLst/>
          </a:prstGeom>
          <a:ln w="25400">
            <a:solidFill>
              <a:srgbClr val="ff612b"/>
            </a:solidFill>
          </a:ln>
        </p:spPr>
      </p:cxnSp>
      <p:sp>
        <p:nvSpPr>
          <p:cNvPr id="854" name="Rounded Rectangle 28"/>
          <p:cNvSpPr/>
          <p:nvPr/>
        </p:nvSpPr>
        <p:spPr>
          <a:xfrm>
            <a:off x="5888880" y="4160520"/>
            <a:ext cx="1051200" cy="594000"/>
          </a:xfrm>
          <a:prstGeom prst="roundRect">
            <a:avLst>
              <a:gd name="adj" fmla="val 16667"/>
            </a:avLst>
          </a:prstGeom>
          <a:solidFill>
            <a:srgbClr val="ffffff"/>
          </a:solidFill>
          <a:ln>
            <a:solidFill>
              <a:srgbClr val="ff612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Arial"/>
            </a:endParaRPr>
          </a:p>
        </p:txBody>
      </p:sp>
      <p:sp>
        <p:nvSpPr>
          <p:cNvPr id="855" name="TextBox 29"/>
          <p:cNvSpPr/>
          <p:nvPr/>
        </p:nvSpPr>
        <p:spPr>
          <a:xfrm>
            <a:off x="5916240" y="4288680"/>
            <a:ext cx="996480" cy="255600"/>
          </a:xfrm>
          <a:prstGeom prst="rect">
            <a:avLst/>
          </a:prstGeom>
          <a:noFill/>
          <a:ln w="0">
            <a:noFill/>
          </a:ln>
        </p:spPr>
        <p:style>
          <a:lnRef idx="0"/>
          <a:fillRef idx="0"/>
          <a:effectRef idx="0"/>
          <a:fontRef idx="minor"/>
        </p:style>
        <p:txBody>
          <a:bodyPr wrap="none" lIns="0" rIns="0" tIns="0" bIns="0" anchor="ctr">
            <a:spAutoFit/>
          </a:bodyPr>
          <a:p>
            <a:pPr algn="ctr">
              <a:lnSpc>
                <a:spcPct val="100000"/>
              </a:lnSpc>
            </a:pPr>
            <a:r>
              <a:rPr b="1" lang="en-US" sz="1000" strike="noStrike" u="none">
                <a:solidFill>
                  <a:srgbClr val="3d3c38"/>
                </a:solidFill>
                <a:effectLst/>
                <a:uFillTx/>
                <a:latin typeface="Arial"/>
              </a:rPr>
              <a:t>Rx</a:t>
            </a:r>
            <a:endParaRPr b="0" lang="en-US" sz="1000" strike="noStrike" u="none">
              <a:solidFill>
                <a:srgbClr val="000000"/>
              </a:solidFill>
              <a:effectLst/>
              <a:uFillTx/>
              <a:latin typeface="Arial"/>
            </a:endParaRPr>
          </a:p>
        </p:txBody>
      </p:sp>
      <p:cxnSp>
        <p:nvCxnSpPr>
          <p:cNvPr id="856" name="Connector 30"/>
          <p:cNvCxnSpPr/>
          <p:nvPr/>
        </p:nvCxnSpPr>
        <p:spPr>
          <a:xfrm>
            <a:off x="6940080" y="4462200"/>
            <a:ext cx="219960" cy="360"/>
          </a:xfrm>
          <a:prstGeom prst="straightConnector1">
            <a:avLst/>
          </a:prstGeom>
          <a:ln w="25400">
            <a:solidFill>
              <a:srgbClr val="ff612b"/>
            </a:solidFill>
          </a:ln>
        </p:spPr>
      </p:cxnSp>
      <p:sp>
        <p:nvSpPr>
          <p:cNvPr id="857" name="Rounded Rectangle 31"/>
          <p:cNvSpPr/>
          <p:nvPr/>
        </p:nvSpPr>
        <p:spPr>
          <a:xfrm>
            <a:off x="7196400" y="4160520"/>
            <a:ext cx="1051200" cy="594000"/>
          </a:xfrm>
          <a:prstGeom prst="roundRect">
            <a:avLst>
              <a:gd name="adj" fmla="val 16667"/>
            </a:avLst>
          </a:prstGeom>
          <a:solidFill>
            <a:srgbClr val="ffffff"/>
          </a:solidFill>
          <a:ln>
            <a:solidFill>
              <a:srgbClr val="ff612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Arial"/>
            </a:endParaRPr>
          </a:p>
        </p:txBody>
      </p:sp>
      <p:sp>
        <p:nvSpPr>
          <p:cNvPr id="858" name="TextBox 32"/>
          <p:cNvSpPr/>
          <p:nvPr/>
        </p:nvSpPr>
        <p:spPr>
          <a:xfrm>
            <a:off x="7223760" y="4288680"/>
            <a:ext cx="996480" cy="255600"/>
          </a:xfrm>
          <a:prstGeom prst="rect">
            <a:avLst/>
          </a:prstGeom>
          <a:noFill/>
          <a:ln w="0">
            <a:noFill/>
          </a:ln>
        </p:spPr>
        <p:style>
          <a:lnRef idx="0"/>
          <a:fillRef idx="0"/>
          <a:effectRef idx="0"/>
          <a:fontRef idx="minor"/>
        </p:style>
        <p:txBody>
          <a:bodyPr wrap="none" lIns="0" rIns="0" tIns="0" bIns="0" anchor="ctr">
            <a:spAutoFit/>
          </a:bodyPr>
          <a:p>
            <a:pPr algn="ctr">
              <a:lnSpc>
                <a:spcPct val="100000"/>
              </a:lnSpc>
            </a:pPr>
            <a:r>
              <a:rPr b="1" lang="en-US" sz="1000" strike="noStrike" u="none">
                <a:solidFill>
                  <a:srgbClr val="3d3c38"/>
                </a:solidFill>
                <a:effectLst/>
                <a:uFillTx/>
                <a:latin typeface="Arial"/>
              </a:rPr>
              <a:t>Labs</a:t>
            </a:r>
            <a:endParaRPr b="0" lang="en-US" sz="1000" strike="noStrike" u="none">
              <a:solidFill>
                <a:srgbClr val="000000"/>
              </a:solidFill>
              <a:effectLst/>
              <a:uFillTx/>
              <a:latin typeface="Arial"/>
            </a:endParaRPr>
          </a:p>
        </p:txBody>
      </p:sp>
      <p:cxnSp>
        <p:nvCxnSpPr>
          <p:cNvPr id="859" name="Connector 33"/>
          <p:cNvCxnSpPr/>
          <p:nvPr/>
        </p:nvCxnSpPr>
        <p:spPr>
          <a:xfrm>
            <a:off x="8247600" y="4462200"/>
            <a:ext cx="219960" cy="360"/>
          </a:xfrm>
          <a:prstGeom prst="straightConnector1">
            <a:avLst/>
          </a:prstGeom>
          <a:ln w="25400">
            <a:solidFill>
              <a:srgbClr val="ff612b"/>
            </a:solidFill>
          </a:ln>
        </p:spPr>
      </p:cxnSp>
      <p:sp>
        <p:nvSpPr>
          <p:cNvPr id="860" name="Rounded Rectangle 34"/>
          <p:cNvSpPr/>
          <p:nvPr/>
        </p:nvSpPr>
        <p:spPr>
          <a:xfrm>
            <a:off x="8503920" y="4160520"/>
            <a:ext cx="1051200" cy="594000"/>
          </a:xfrm>
          <a:prstGeom prst="roundRect">
            <a:avLst>
              <a:gd name="adj" fmla="val 16667"/>
            </a:avLst>
          </a:prstGeom>
          <a:solidFill>
            <a:srgbClr val="ffffff"/>
          </a:solidFill>
          <a:ln>
            <a:solidFill>
              <a:srgbClr val="ff612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Arial"/>
            </a:endParaRPr>
          </a:p>
        </p:txBody>
      </p:sp>
      <p:sp>
        <p:nvSpPr>
          <p:cNvPr id="861" name="TextBox 35"/>
          <p:cNvSpPr/>
          <p:nvPr/>
        </p:nvSpPr>
        <p:spPr>
          <a:xfrm>
            <a:off x="8531280" y="4288680"/>
            <a:ext cx="996480" cy="255600"/>
          </a:xfrm>
          <a:prstGeom prst="rect">
            <a:avLst/>
          </a:prstGeom>
          <a:noFill/>
          <a:ln w="0">
            <a:noFill/>
          </a:ln>
        </p:spPr>
        <p:style>
          <a:lnRef idx="0"/>
          <a:fillRef idx="0"/>
          <a:effectRef idx="0"/>
          <a:fontRef idx="minor"/>
        </p:style>
        <p:txBody>
          <a:bodyPr wrap="none" lIns="0" rIns="0" tIns="0" bIns="0" anchor="ctr">
            <a:spAutoFit/>
          </a:bodyPr>
          <a:p>
            <a:pPr algn="ctr">
              <a:lnSpc>
                <a:spcPct val="100000"/>
              </a:lnSpc>
            </a:pPr>
            <a:r>
              <a:rPr b="1" lang="en-US" sz="1000" strike="noStrike" u="none">
                <a:solidFill>
                  <a:srgbClr val="3d3c38"/>
                </a:solidFill>
                <a:effectLst/>
                <a:uFillTx/>
                <a:latin typeface="Arial"/>
              </a:rPr>
              <a:t>History</a:t>
            </a:r>
            <a:endParaRPr b="0" lang="en-US" sz="1000" strike="noStrike" u="none">
              <a:solidFill>
                <a:srgbClr val="000000"/>
              </a:solidFill>
              <a:effectLst/>
              <a:uFillTx/>
              <a:latin typeface="Arial"/>
            </a:endParaRPr>
          </a:p>
        </p:txBody>
      </p:sp>
      <p:cxnSp>
        <p:nvCxnSpPr>
          <p:cNvPr id="862" name="Connector 36"/>
          <p:cNvCxnSpPr/>
          <p:nvPr/>
        </p:nvCxnSpPr>
        <p:spPr>
          <a:xfrm>
            <a:off x="9555480" y="4462200"/>
            <a:ext cx="219600" cy="360"/>
          </a:xfrm>
          <a:prstGeom prst="straightConnector1">
            <a:avLst/>
          </a:prstGeom>
          <a:ln w="25400">
            <a:solidFill>
              <a:srgbClr val="ff612b"/>
            </a:solidFill>
          </a:ln>
        </p:spPr>
      </p:cxnSp>
      <p:sp>
        <p:nvSpPr>
          <p:cNvPr id="863" name="Rounded Rectangle 37"/>
          <p:cNvSpPr/>
          <p:nvPr/>
        </p:nvSpPr>
        <p:spPr>
          <a:xfrm>
            <a:off x="9811440" y="4160520"/>
            <a:ext cx="1051200" cy="594000"/>
          </a:xfrm>
          <a:prstGeom prst="roundRect">
            <a:avLst>
              <a:gd name="adj" fmla="val 16667"/>
            </a:avLst>
          </a:prstGeom>
          <a:solidFill>
            <a:srgbClr val="ff612b"/>
          </a:solidFill>
          <a:ln>
            <a:solidFill>
              <a:srgbClr val="ff612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Arial"/>
            </a:endParaRPr>
          </a:p>
        </p:txBody>
      </p:sp>
      <p:sp>
        <p:nvSpPr>
          <p:cNvPr id="864" name="TextBox 38"/>
          <p:cNvSpPr/>
          <p:nvPr/>
        </p:nvSpPr>
        <p:spPr>
          <a:xfrm>
            <a:off x="9838800" y="4288680"/>
            <a:ext cx="996480" cy="255600"/>
          </a:xfrm>
          <a:prstGeom prst="rect">
            <a:avLst/>
          </a:prstGeom>
          <a:noFill/>
          <a:ln w="0">
            <a:noFill/>
          </a:ln>
        </p:spPr>
        <p:style>
          <a:lnRef idx="0"/>
          <a:fillRef idx="0"/>
          <a:effectRef idx="0"/>
          <a:fontRef idx="minor"/>
        </p:style>
        <p:txBody>
          <a:bodyPr wrap="none" lIns="0" rIns="0" tIns="0" bIns="0" anchor="ctr">
            <a:spAutoFit/>
          </a:bodyPr>
          <a:p>
            <a:pPr algn="ctr">
              <a:lnSpc>
                <a:spcPct val="100000"/>
              </a:lnSpc>
            </a:pPr>
            <a:r>
              <a:rPr b="1" lang="en-US" sz="1000" strike="noStrike" u="none">
                <a:solidFill>
                  <a:srgbClr val="ffffff"/>
                </a:solidFill>
                <a:effectLst/>
                <a:uFillTx/>
                <a:latin typeface="Arial"/>
              </a:rPr>
              <a:t>Insight</a:t>
            </a:r>
            <a:endParaRPr b="0" lang="en-US" sz="1000" strike="noStrike" u="none">
              <a:solidFill>
                <a:srgbClr val="000000"/>
              </a:solidFill>
              <a:effectLst/>
              <a:uFillTx/>
              <a:latin typeface="Arial"/>
            </a:endParaRPr>
          </a:p>
        </p:txBody>
      </p:sp>
      <p:sp>
        <p:nvSpPr>
          <p:cNvPr id="865" name="TextBox 39"/>
          <p:cNvSpPr/>
          <p:nvPr/>
        </p:nvSpPr>
        <p:spPr>
          <a:xfrm>
            <a:off x="731520" y="5166360"/>
            <a:ext cx="9966600" cy="548280"/>
          </a:xfrm>
          <a:prstGeom prst="rect">
            <a:avLst/>
          </a:prstGeom>
          <a:noFill/>
          <a:ln w="0">
            <a:noFill/>
          </a:ln>
        </p:spPr>
        <p:style>
          <a:lnRef idx="0"/>
          <a:fillRef idx="0"/>
          <a:effectRef idx="0"/>
          <a:fontRef idx="minor"/>
        </p:style>
        <p:txBody>
          <a:bodyPr wrap="none" lIns="36720" rIns="36720" tIns="36720" bIns="36720" anchor="t">
            <a:spAutoFit/>
          </a:bodyPr>
          <a:p>
            <a:pPr algn="ctr">
              <a:lnSpc>
                <a:spcPct val="100000"/>
              </a:lnSpc>
            </a:pPr>
            <a:r>
              <a:rPr b="0" lang="en-US" sz="1200" strike="noStrike" u="none">
                <a:solidFill>
                  <a:srgbClr val="8a8780"/>
                </a:solidFill>
                <a:effectLst/>
                <a:uFillTx/>
                <a:latin typeface="Arial"/>
              </a:rPr>
              <a:t>Production outcome to validate: time-to-insight, user effort, search/query latency, successful-answer rate and repeat usage.</a:t>
            </a:r>
            <a:endParaRPr b="0" lang="en-US" sz="1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6" name="PlaceHolder 1"/>
          <p:cNvSpPr>
            <a:spLocks noGrp="1"/>
          </p:cNvSpPr>
          <p:nvPr>
            <p:ph type="title"/>
          </p:nvPr>
        </p:nvSpPr>
        <p:spPr>
          <a:xfrm>
            <a:off x="468000" y="555480"/>
            <a:ext cx="9600480" cy="303840"/>
          </a:xfrm>
          <a:prstGeom prst="rect">
            <a:avLst/>
          </a:prstGeom>
          <a:noFill/>
          <a:ln w="0">
            <a:noFill/>
          </a:ln>
        </p:spPr>
        <p:txBody>
          <a:bodyPr lIns="18360" rIns="18360" tIns="0" bIns="0" anchor="t">
            <a:noAutofit/>
          </a:bodyPr>
          <a:p>
            <a:pPr indent="0">
              <a:lnSpc>
                <a:spcPct val="100000"/>
              </a:lnSpc>
              <a:buNone/>
            </a:pPr>
            <a:r>
              <a:rPr b="0" lang="en-US" sz="2800" strike="noStrike" u="none">
                <a:solidFill>
                  <a:srgbClr val="3d3c38"/>
                </a:solidFill>
                <a:effectLst/>
                <a:uFillTx/>
                <a:latin typeface="Arial"/>
              </a:rPr>
              <a:t>A Real-World Investigation, Simplified</a:t>
            </a:r>
            <a:endParaRPr b="0" lang="en-US" sz="2800" strike="noStrike" u="none">
              <a:solidFill>
                <a:srgbClr val="000000"/>
              </a:solidFill>
              <a:effectLst/>
              <a:uFillTx/>
              <a:latin typeface="Arial"/>
            </a:endParaRPr>
          </a:p>
        </p:txBody>
      </p:sp>
      <p:sp>
        <p:nvSpPr>
          <p:cNvPr id="868" name="TextBox 3"/>
          <p:cNvSpPr/>
          <p:nvPr/>
        </p:nvSpPr>
        <p:spPr>
          <a:xfrm>
            <a:off x="594360" y="932760"/>
            <a:ext cx="2285640" cy="25560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000" strike="noStrike" u="none">
                <a:solidFill>
                  <a:srgbClr val="ff612b"/>
                </a:solidFill>
                <a:effectLst/>
                <a:uFillTx/>
                <a:latin typeface="Arial"/>
              </a:rPr>
              <a:t>USE CASE</a:t>
            </a:r>
            <a:endParaRPr b="0" lang="en-US" sz="1000" strike="noStrike" u="none">
              <a:solidFill>
                <a:srgbClr val="000000"/>
              </a:solidFill>
              <a:effectLst/>
              <a:uFillTx/>
              <a:latin typeface="Arial"/>
            </a:endParaRPr>
          </a:p>
        </p:txBody>
      </p:sp>
      <p:sp>
        <p:nvSpPr>
          <p:cNvPr id="869" name="TextBox 4"/>
          <p:cNvSpPr/>
          <p:nvPr/>
        </p:nvSpPr>
        <p:spPr>
          <a:xfrm>
            <a:off x="594360" y="1143000"/>
            <a:ext cx="9875160" cy="438480"/>
          </a:xfrm>
          <a:prstGeom prst="rect">
            <a:avLst/>
          </a:prstGeom>
          <a:noFill/>
          <a:ln w="0">
            <a:noFill/>
          </a:ln>
        </p:spPr>
        <p:style>
          <a:lnRef idx="0"/>
          <a:fillRef idx="0"/>
          <a:effectRef idx="0"/>
          <a:fontRef idx="minor"/>
        </p:style>
        <p:txBody>
          <a:bodyPr lIns="36720" rIns="36720" tIns="36720" bIns="36720" anchor="t">
            <a:normAutofit/>
          </a:bodyPr>
          <a:p>
            <a:pPr>
              <a:lnSpc>
                <a:spcPct val="100000"/>
              </a:lnSpc>
            </a:pPr>
            <a:r>
              <a:rPr b="0" lang="en-US" sz="1300" strike="noStrike" u="none">
                <a:solidFill>
                  <a:srgbClr val="8a8780"/>
                </a:solidFill>
                <a:effectLst/>
                <a:uFillTx/>
                <a:latin typeface="Arial"/>
              </a:rPr>
              <a:t>Example: a user is trying to understand what happened to one patient over time.</a:t>
            </a:r>
            <a:endParaRPr b="0" lang="en-US" sz="1300" strike="noStrike" u="none">
              <a:solidFill>
                <a:srgbClr val="000000"/>
              </a:solidFill>
              <a:effectLst/>
              <a:uFillTx/>
              <a:latin typeface="Arial"/>
            </a:endParaRPr>
          </a:p>
        </p:txBody>
      </p:sp>
      <p:sp>
        <p:nvSpPr>
          <p:cNvPr id="870" name="Rounded Rectangle 5"/>
          <p:cNvSpPr/>
          <p:nvPr/>
        </p:nvSpPr>
        <p:spPr>
          <a:xfrm>
            <a:off x="640080" y="1645920"/>
            <a:ext cx="4891680" cy="310680"/>
          </a:xfrm>
          <a:prstGeom prst="roundRect">
            <a:avLst>
              <a:gd name="adj" fmla="val 16667"/>
            </a:avLst>
          </a:prstGeom>
          <a:solidFill>
            <a:srgbClr val="eeebe4"/>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Arial"/>
            </a:endParaRPr>
          </a:p>
        </p:txBody>
      </p:sp>
      <p:sp>
        <p:nvSpPr>
          <p:cNvPr id="871" name="TextBox 6"/>
          <p:cNvSpPr/>
          <p:nvPr/>
        </p:nvSpPr>
        <p:spPr>
          <a:xfrm>
            <a:off x="749880" y="1664280"/>
            <a:ext cx="4672080" cy="246600"/>
          </a:xfrm>
          <a:prstGeom prst="rect">
            <a:avLst/>
          </a:prstGeom>
          <a:noFill/>
          <a:ln w="0">
            <a:noFill/>
          </a:ln>
        </p:spPr>
        <p:style>
          <a:lnRef idx="0"/>
          <a:fillRef idx="0"/>
          <a:effectRef idx="0"/>
          <a:fontRef idx="minor"/>
        </p:style>
        <p:txBody>
          <a:bodyPr wrap="none" lIns="36720" rIns="36720" tIns="36720" bIns="36720" anchor="ctr">
            <a:spAutoFit/>
          </a:bodyPr>
          <a:p>
            <a:pPr>
              <a:lnSpc>
                <a:spcPct val="100000"/>
              </a:lnSpc>
            </a:pPr>
            <a:r>
              <a:rPr b="1" lang="en-US" sz="1000" strike="noStrike" u="none">
                <a:solidFill>
                  <a:srgbClr val="3d3c38"/>
                </a:solidFill>
                <a:effectLst/>
                <a:uFillTx/>
                <a:latin typeface="Arial"/>
              </a:rPr>
              <a:t>WITHOUT PATIENT INSIGHTS</a:t>
            </a:r>
            <a:endParaRPr b="0" lang="en-US" sz="1000" strike="noStrike" u="none">
              <a:solidFill>
                <a:srgbClr val="000000"/>
              </a:solidFill>
              <a:effectLst/>
              <a:uFillTx/>
              <a:latin typeface="Arial"/>
            </a:endParaRPr>
          </a:p>
        </p:txBody>
      </p:sp>
      <p:sp>
        <p:nvSpPr>
          <p:cNvPr id="872" name="Rounded Rectangle 7"/>
          <p:cNvSpPr/>
          <p:nvPr/>
        </p:nvSpPr>
        <p:spPr>
          <a:xfrm>
            <a:off x="5806440" y="1645920"/>
            <a:ext cx="4891680" cy="310680"/>
          </a:xfrm>
          <a:prstGeom prst="roundRect">
            <a:avLst>
              <a:gd name="adj" fmla="val 16667"/>
            </a:avLst>
          </a:prstGeom>
          <a:solidFill>
            <a:srgbClr val="eeebe4"/>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Arial"/>
            </a:endParaRPr>
          </a:p>
        </p:txBody>
      </p:sp>
      <p:sp>
        <p:nvSpPr>
          <p:cNvPr id="873" name="TextBox 8"/>
          <p:cNvSpPr/>
          <p:nvPr/>
        </p:nvSpPr>
        <p:spPr>
          <a:xfrm>
            <a:off x="5916240" y="1664280"/>
            <a:ext cx="4672080" cy="246600"/>
          </a:xfrm>
          <a:prstGeom prst="rect">
            <a:avLst/>
          </a:prstGeom>
          <a:noFill/>
          <a:ln w="0">
            <a:noFill/>
          </a:ln>
        </p:spPr>
        <p:style>
          <a:lnRef idx="0"/>
          <a:fillRef idx="0"/>
          <a:effectRef idx="0"/>
          <a:fontRef idx="minor"/>
        </p:style>
        <p:txBody>
          <a:bodyPr wrap="none" lIns="36720" rIns="36720" tIns="36720" bIns="36720" anchor="ctr">
            <a:spAutoFit/>
          </a:bodyPr>
          <a:p>
            <a:pPr>
              <a:lnSpc>
                <a:spcPct val="100000"/>
              </a:lnSpc>
            </a:pPr>
            <a:r>
              <a:rPr b="1" lang="en-US" sz="1000" strike="noStrike" u="none">
                <a:solidFill>
                  <a:srgbClr val="3d3c38"/>
                </a:solidFill>
                <a:effectLst/>
                <a:uFillTx/>
                <a:latin typeface="Arial"/>
              </a:rPr>
              <a:t>WITH PATIENT INSIGHTS</a:t>
            </a:r>
            <a:endParaRPr b="0" lang="en-US" sz="1000" strike="noStrike" u="none">
              <a:solidFill>
                <a:srgbClr val="000000"/>
              </a:solidFill>
              <a:effectLst/>
              <a:uFillTx/>
              <a:latin typeface="Arial"/>
            </a:endParaRPr>
          </a:p>
        </p:txBody>
      </p:sp>
      <p:sp>
        <p:nvSpPr>
          <p:cNvPr id="874" name="TextBox 9"/>
          <p:cNvSpPr/>
          <p:nvPr/>
        </p:nvSpPr>
        <p:spPr>
          <a:xfrm>
            <a:off x="749880" y="2057400"/>
            <a:ext cx="347040" cy="27396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200" strike="noStrike" u="none">
                <a:solidFill>
                  <a:srgbClr val="ff612b"/>
                </a:solidFill>
                <a:effectLst/>
                <a:uFillTx/>
                <a:latin typeface="Arial"/>
              </a:rPr>
              <a:t>1</a:t>
            </a:r>
            <a:endParaRPr b="0" lang="en-US" sz="1200" strike="noStrike" u="none">
              <a:solidFill>
                <a:srgbClr val="000000"/>
              </a:solidFill>
              <a:effectLst/>
              <a:uFillTx/>
              <a:latin typeface="Arial"/>
            </a:endParaRPr>
          </a:p>
        </p:txBody>
      </p:sp>
      <p:sp>
        <p:nvSpPr>
          <p:cNvPr id="875" name="TextBox 10"/>
          <p:cNvSpPr/>
          <p:nvPr/>
        </p:nvSpPr>
        <p:spPr>
          <a:xfrm>
            <a:off x="1097280" y="2057400"/>
            <a:ext cx="1416960" cy="27396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100" strike="noStrike" u="none">
                <a:solidFill>
                  <a:srgbClr val="3d3c38"/>
                </a:solidFill>
                <a:effectLst/>
                <a:uFillTx/>
                <a:latin typeface="Arial"/>
              </a:rPr>
              <a:t>Find the patient</a:t>
            </a:r>
            <a:endParaRPr b="0" lang="en-US" sz="1100" strike="noStrike" u="none">
              <a:solidFill>
                <a:srgbClr val="000000"/>
              </a:solidFill>
              <a:effectLst/>
              <a:uFillTx/>
              <a:latin typeface="Arial"/>
            </a:endParaRPr>
          </a:p>
        </p:txBody>
      </p:sp>
      <p:sp>
        <p:nvSpPr>
          <p:cNvPr id="876" name="TextBox 11"/>
          <p:cNvSpPr/>
          <p:nvPr/>
        </p:nvSpPr>
        <p:spPr>
          <a:xfrm>
            <a:off x="2514600" y="2057400"/>
            <a:ext cx="2742840" cy="502560"/>
          </a:xfrm>
          <a:prstGeom prst="rect">
            <a:avLst/>
          </a:prstGeom>
          <a:noFill/>
          <a:ln w="0">
            <a:noFill/>
          </a:ln>
        </p:spPr>
        <p:style>
          <a:lnRef idx="0"/>
          <a:fillRef idx="0"/>
          <a:effectRef idx="0"/>
          <a:fontRef idx="minor"/>
        </p:style>
        <p:txBody>
          <a:bodyPr lIns="36720" rIns="36720" tIns="36720" bIns="36720" anchor="t">
            <a:normAutofit/>
          </a:bodyPr>
          <a:p>
            <a:pPr>
              <a:lnSpc>
                <a:spcPct val="100000"/>
              </a:lnSpc>
            </a:pPr>
            <a:r>
              <a:rPr b="0" lang="en-US" sz="950" strike="noStrike" u="none">
                <a:solidFill>
                  <a:srgbClr val="3d3c38"/>
                </a:solidFill>
                <a:effectLst/>
                <a:uFillTx/>
                <a:latin typeface="Arial"/>
              </a:rPr>
              <a:t>Identify the member across enterprise/source identifiers.</a:t>
            </a:r>
            <a:endParaRPr b="0" lang="en-US" sz="950" strike="noStrike" u="none">
              <a:solidFill>
                <a:srgbClr val="000000"/>
              </a:solidFill>
              <a:effectLst/>
              <a:uFillTx/>
              <a:latin typeface="Arial"/>
            </a:endParaRPr>
          </a:p>
        </p:txBody>
      </p:sp>
      <p:sp>
        <p:nvSpPr>
          <p:cNvPr id="877" name="TextBox 12"/>
          <p:cNvSpPr/>
          <p:nvPr/>
        </p:nvSpPr>
        <p:spPr>
          <a:xfrm>
            <a:off x="749880" y="2898720"/>
            <a:ext cx="347040" cy="27396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200" strike="noStrike" u="none">
                <a:solidFill>
                  <a:srgbClr val="ff612b"/>
                </a:solidFill>
                <a:effectLst/>
                <a:uFillTx/>
                <a:latin typeface="Arial"/>
              </a:rPr>
              <a:t>2</a:t>
            </a:r>
            <a:endParaRPr b="0" lang="en-US" sz="1200" strike="noStrike" u="none">
              <a:solidFill>
                <a:srgbClr val="000000"/>
              </a:solidFill>
              <a:effectLst/>
              <a:uFillTx/>
              <a:latin typeface="Arial"/>
            </a:endParaRPr>
          </a:p>
        </p:txBody>
      </p:sp>
      <p:sp>
        <p:nvSpPr>
          <p:cNvPr id="878" name="TextBox 13"/>
          <p:cNvSpPr/>
          <p:nvPr/>
        </p:nvSpPr>
        <p:spPr>
          <a:xfrm>
            <a:off x="1097280" y="2898720"/>
            <a:ext cx="1416960" cy="27396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100" strike="noStrike" u="none">
                <a:solidFill>
                  <a:srgbClr val="3d3c38"/>
                </a:solidFill>
                <a:effectLst/>
                <a:uFillTx/>
                <a:latin typeface="Arial"/>
              </a:rPr>
              <a:t>Find the right systems</a:t>
            </a:r>
            <a:endParaRPr b="0" lang="en-US" sz="1100" strike="noStrike" u="none">
              <a:solidFill>
                <a:srgbClr val="000000"/>
              </a:solidFill>
              <a:effectLst/>
              <a:uFillTx/>
              <a:latin typeface="Arial"/>
            </a:endParaRPr>
          </a:p>
        </p:txBody>
      </p:sp>
      <p:sp>
        <p:nvSpPr>
          <p:cNvPr id="879" name="TextBox 14"/>
          <p:cNvSpPr/>
          <p:nvPr/>
        </p:nvSpPr>
        <p:spPr>
          <a:xfrm>
            <a:off x="2514600" y="2898720"/>
            <a:ext cx="2742840" cy="502560"/>
          </a:xfrm>
          <a:prstGeom prst="rect">
            <a:avLst/>
          </a:prstGeom>
          <a:noFill/>
          <a:ln w="0">
            <a:noFill/>
          </a:ln>
        </p:spPr>
        <p:style>
          <a:lnRef idx="0"/>
          <a:fillRef idx="0"/>
          <a:effectRef idx="0"/>
          <a:fontRef idx="minor"/>
        </p:style>
        <p:txBody>
          <a:bodyPr lIns="36720" rIns="36720" tIns="36720" bIns="36720" anchor="t">
            <a:normAutofit/>
          </a:bodyPr>
          <a:p>
            <a:pPr>
              <a:lnSpc>
                <a:spcPct val="100000"/>
              </a:lnSpc>
            </a:pPr>
            <a:r>
              <a:rPr b="0" lang="en-US" sz="950" strike="noStrike" u="none">
                <a:solidFill>
                  <a:srgbClr val="3d3c38"/>
                </a:solidFill>
                <a:effectLst/>
                <a:uFillTx/>
                <a:latin typeface="Arial"/>
              </a:rPr>
              <a:t>Determine whether needed context is in eligibility, claims, Rx, labs, provider or history.</a:t>
            </a:r>
            <a:endParaRPr b="0" lang="en-US" sz="950" strike="noStrike" u="none">
              <a:solidFill>
                <a:srgbClr val="000000"/>
              </a:solidFill>
              <a:effectLst/>
              <a:uFillTx/>
              <a:latin typeface="Arial"/>
            </a:endParaRPr>
          </a:p>
        </p:txBody>
      </p:sp>
      <p:sp>
        <p:nvSpPr>
          <p:cNvPr id="880" name="TextBox 15"/>
          <p:cNvSpPr/>
          <p:nvPr/>
        </p:nvSpPr>
        <p:spPr>
          <a:xfrm>
            <a:off x="749880" y="3740040"/>
            <a:ext cx="347040" cy="27396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200" strike="noStrike" u="none">
                <a:solidFill>
                  <a:srgbClr val="ff612b"/>
                </a:solidFill>
                <a:effectLst/>
                <a:uFillTx/>
                <a:latin typeface="Arial"/>
              </a:rPr>
              <a:t>3</a:t>
            </a:r>
            <a:endParaRPr b="0" lang="en-US" sz="1200" strike="noStrike" u="none">
              <a:solidFill>
                <a:srgbClr val="000000"/>
              </a:solidFill>
              <a:effectLst/>
              <a:uFillTx/>
              <a:latin typeface="Arial"/>
            </a:endParaRPr>
          </a:p>
        </p:txBody>
      </p:sp>
      <p:sp>
        <p:nvSpPr>
          <p:cNvPr id="881" name="TextBox 16"/>
          <p:cNvSpPr/>
          <p:nvPr/>
        </p:nvSpPr>
        <p:spPr>
          <a:xfrm>
            <a:off x="1097280" y="3740040"/>
            <a:ext cx="1416960" cy="27396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100" strike="noStrike" u="none">
                <a:solidFill>
                  <a:srgbClr val="3d3c38"/>
                </a:solidFill>
                <a:effectLst/>
                <a:uFillTx/>
                <a:latin typeface="Arial"/>
              </a:rPr>
              <a:t>Open multiple views</a:t>
            </a:r>
            <a:endParaRPr b="0" lang="en-US" sz="1100" strike="noStrike" u="none">
              <a:solidFill>
                <a:srgbClr val="000000"/>
              </a:solidFill>
              <a:effectLst/>
              <a:uFillTx/>
              <a:latin typeface="Arial"/>
            </a:endParaRPr>
          </a:p>
        </p:txBody>
      </p:sp>
      <p:sp>
        <p:nvSpPr>
          <p:cNvPr id="882" name="TextBox 17"/>
          <p:cNvSpPr/>
          <p:nvPr/>
        </p:nvSpPr>
        <p:spPr>
          <a:xfrm>
            <a:off x="2514600" y="3740040"/>
            <a:ext cx="2742840" cy="502560"/>
          </a:xfrm>
          <a:prstGeom prst="rect">
            <a:avLst/>
          </a:prstGeom>
          <a:noFill/>
          <a:ln w="0">
            <a:noFill/>
          </a:ln>
        </p:spPr>
        <p:style>
          <a:lnRef idx="0"/>
          <a:fillRef idx="0"/>
          <a:effectRef idx="0"/>
          <a:fontRef idx="minor"/>
        </p:style>
        <p:txBody>
          <a:bodyPr lIns="36720" rIns="36720" tIns="36720" bIns="36720" anchor="t">
            <a:normAutofit/>
          </a:bodyPr>
          <a:p>
            <a:pPr>
              <a:lnSpc>
                <a:spcPct val="100000"/>
              </a:lnSpc>
            </a:pPr>
            <a:r>
              <a:rPr b="0" lang="en-US" sz="950" strike="noStrike" u="none">
                <a:solidFill>
                  <a:srgbClr val="3d3c38"/>
                </a:solidFill>
                <a:effectLst/>
                <a:uFillTx/>
                <a:latin typeface="Arial"/>
              </a:rPr>
              <a:t>Move between source-specific tools or queries and keep track of context.</a:t>
            </a:r>
            <a:endParaRPr b="0" lang="en-US" sz="950" strike="noStrike" u="none">
              <a:solidFill>
                <a:srgbClr val="000000"/>
              </a:solidFill>
              <a:effectLst/>
              <a:uFillTx/>
              <a:latin typeface="Arial"/>
            </a:endParaRPr>
          </a:p>
        </p:txBody>
      </p:sp>
      <p:sp>
        <p:nvSpPr>
          <p:cNvPr id="883" name="TextBox 18"/>
          <p:cNvSpPr/>
          <p:nvPr/>
        </p:nvSpPr>
        <p:spPr>
          <a:xfrm>
            <a:off x="749880" y="4581000"/>
            <a:ext cx="347040" cy="27396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200" strike="noStrike" u="none">
                <a:solidFill>
                  <a:srgbClr val="ff612b"/>
                </a:solidFill>
                <a:effectLst/>
                <a:uFillTx/>
                <a:latin typeface="Arial"/>
              </a:rPr>
              <a:t>4</a:t>
            </a:r>
            <a:endParaRPr b="0" lang="en-US" sz="1200" strike="noStrike" u="none">
              <a:solidFill>
                <a:srgbClr val="000000"/>
              </a:solidFill>
              <a:effectLst/>
              <a:uFillTx/>
              <a:latin typeface="Arial"/>
            </a:endParaRPr>
          </a:p>
        </p:txBody>
      </p:sp>
      <p:sp>
        <p:nvSpPr>
          <p:cNvPr id="884" name="TextBox 19"/>
          <p:cNvSpPr/>
          <p:nvPr/>
        </p:nvSpPr>
        <p:spPr>
          <a:xfrm>
            <a:off x="1097280" y="4581000"/>
            <a:ext cx="1416960" cy="27396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100" strike="noStrike" u="none">
                <a:solidFill>
                  <a:srgbClr val="3d3c38"/>
                </a:solidFill>
                <a:effectLst/>
                <a:uFillTx/>
                <a:latin typeface="Arial"/>
              </a:rPr>
              <a:t>Build the story</a:t>
            </a:r>
            <a:endParaRPr b="0" lang="en-US" sz="1100" strike="noStrike" u="none">
              <a:solidFill>
                <a:srgbClr val="000000"/>
              </a:solidFill>
              <a:effectLst/>
              <a:uFillTx/>
              <a:latin typeface="Arial"/>
            </a:endParaRPr>
          </a:p>
        </p:txBody>
      </p:sp>
      <p:sp>
        <p:nvSpPr>
          <p:cNvPr id="885" name="TextBox 20"/>
          <p:cNvSpPr/>
          <p:nvPr/>
        </p:nvSpPr>
        <p:spPr>
          <a:xfrm>
            <a:off x="2514600" y="4581000"/>
            <a:ext cx="2742840" cy="502560"/>
          </a:xfrm>
          <a:prstGeom prst="rect">
            <a:avLst/>
          </a:prstGeom>
          <a:noFill/>
          <a:ln w="0">
            <a:noFill/>
          </a:ln>
        </p:spPr>
        <p:style>
          <a:lnRef idx="0"/>
          <a:fillRef idx="0"/>
          <a:effectRef idx="0"/>
          <a:fontRef idx="minor"/>
        </p:style>
        <p:txBody>
          <a:bodyPr lIns="36720" rIns="36720" tIns="36720" bIns="36720" anchor="t">
            <a:normAutofit/>
          </a:bodyPr>
          <a:p>
            <a:pPr>
              <a:lnSpc>
                <a:spcPct val="100000"/>
              </a:lnSpc>
            </a:pPr>
            <a:r>
              <a:rPr b="0" lang="en-US" sz="950" strike="noStrike" u="none">
                <a:solidFill>
                  <a:srgbClr val="3d3c38"/>
                </a:solidFill>
                <a:effectLst/>
                <a:uFillTx/>
                <a:latin typeface="Arial"/>
              </a:rPr>
              <a:t>Manually connect events and calculate the answer to the business question.</a:t>
            </a:r>
            <a:endParaRPr b="0" lang="en-US" sz="950" strike="noStrike" u="none">
              <a:solidFill>
                <a:srgbClr val="000000"/>
              </a:solidFill>
              <a:effectLst/>
              <a:uFillTx/>
              <a:latin typeface="Arial"/>
            </a:endParaRPr>
          </a:p>
        </p:txBody>
      </p:sp>
      <p:sp>
        <p:nvSpPr>
          <p:cNvPr id="886" name="TextBox 21"/>
          <p:cNvSpPr/>
          <p:nvPr/>
        </p:nvSpPr>
        <p:spPr>
          <a:xfrm>
            <a:off x="5916240" y="2057400"/>
            <a:ext cx="347040" cy="27396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200" strike="noStrike" u="none">
                <a:solidFill>
                  <a:srgbClr val="ff612b"/>
                </a:solidFill>
                <a:effectLst/>
                <a:uFillTx/>
                <a:latin typeface="Arial"/>
              </a:rPr>
              <a:t>1</a:t>
            </a:r>
            <a:endParaRPr b="0" lang="en-US" sz="1200" strike="noStrike" u="none">
              <a:solidFill>
                <a:srgbClr val="000000"/>
              </a:solidFill>
              <a:effectLst/>
              <a:uFillTx/>
              <a:latin typeface="Arial"/>
            </a:endParaRPr>
          </a:p>
        </p:txBody>
      </p:sp>
      <p:sp>
        <p:nvSpPr>
          <p:cNvPr id="887" name="TextBox 22"/>
          <p:cNvSpPr/>
          <p:nvPr/>
        </p:nvSpPr>
        <p:spPr>
          <a:xfrm>
            <a:off x="6263640" y="2057400"/>
            <a:ext cx="1416960" cy="27396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100" strike="noStrike" u="none">
                <a:solidFill>
                  <a:srgbClr val="3d3c38"/>
                </a:solidFill>
                <a:effectLst/>
                <a:uFillTx/>
                <a:latin typeface="Arial"/>
              </a:rPr>
              <a:t>Search once</a:t>
            </a:r>
            <a:endParaRPr b="0" lang="en-US" sz="1100" strike="noStrike" u="none">
              <a:solidFill>
                <a:srgbClr val="000000"/>
              </a:solidFill>
              <a:effectLst/>
              <a:uFillTx/>
              <a:latin typeface="Arial"/>
            </a:endParaRPr>
          </a:p>
        </p:txBody>
      </p:sp>
      <p:sp>
        <p:nvSpPr>
          <p:cNvPr id="888" name="TextBox 23"/>
          <p:cNvSpPr/>
          <p:nvPr/>
        </p:nvSpPr>
        <p:spPr>
          <a:xfrm>
            <a:off x="7680960" y="2057400"/>
            <a:ext cx="2742840" cy="502560"/>
          </a:xfrm>
          <a:prstGeom prst="rect">
            <a:avLst/>
          </a:prstGeom>
          <a:noFill/>
          <a:ln w="0">
            <a:noFill/>
          </a:ln>
        </p:spPr>
        <p:style>
          <a:lnRef idx="0"/>
          <a:fillRef idx="0"/>
          <a:effectRef idx="0"/>
          <a:fontRef idx="minor"/>
        </p:style>
        <p:txBody>
          <a:bodyPr lIns="36720" rIns="36720" tIns="36720" bIns="36720" anchor="t">
            <a:normAutofit/>
          </a:bodyPr>
          <a:p>
            <a:pPr>
              <a:lnSpc>
                <a:spcPct val="100000"/>
              </a:lnSpc>
            </a:pPr>
            <a:r>
              <a:rPr b="0" lang="en-US" sz="950" strike="noStrike" u="none">
                <a:solidFill>
                  <a:srgbClr val="3d3c38"/>
                </a:solidFill>
                <a:effectLst/>
                <a:uFillTx/>
                <a:latin typeface="Arial"/>
              </a:rPr>
              <a:t>Enter the Patient / Enterprise ID and bring available patient context together in one screen.</a:t>
            </a:r>
            <a:endParaRPr b="0" lang="en-US" sz="950" strike="noStrike" u="none">
              <a:solidFill>
                <a:srgbClr val="000000"/>
              </a:solidFill>
              <a:effectLst/>
              <a:uFillTx/>
              <a:latin typeface="Arial"/>
            </a:endParaRPr>
          </a:p>
        </p:txBody>
      </p:sp>
      <p:sp>
        <p:nvSpPr>
          <p:cNvPr id="889" name="TextBox 24"/>
          <p:cNvSpPr/>
          <p:nvPr/>
        </p:nvSpPr>
        <p:spPr>
          <a:xfrm>
            <a:off x="5916240" y="2898720"/>
            <a:ext cx="347040" cy="27396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200" strike="noStrike" u="none">
                <a:solidFill>
                  <a:srgbClr val="ff612b"/>
                </a:solidFill>
                <a:effectLst/>
                <a:uFillTx/>
                <a:latin typeface="Arial"/>
              </a:rPr>
              <a:t>2</a:t>
            </a:r>
            <a:endParaRPr b="0" lang="en-US" sz="1200" strike="noStrike" u="none">
              <a:solidFill>
                <a:srgbClr val="000000"/>
              </a:solidFill>
              <a:effectLst/>
              <a:uFillTx/>
              <a:latin typeface="Arial"/>
            </a:endParaRPr>
          </a:p>
        </p:txBody>
      </p:sp>
      <p:sp>
        <p:nvSpPr>
          <p:cNvPr id="890" name="TextBox 25"/>
          <p:cNvSpPr/>
          <p:nvPr/>
        </p:nvSpPr>
        <p:spPr>
          <a:xfrm>
            <a:off x="6263640" y="2898720"/>
            <a:ext cx="1416960" cy="27396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100" strike="noStrike" u="none">
                <a:solidFill>
                  <a:srgbClr val="3d3c38"/>
                </a:solidFill>
                <a:effectLst/>
                <a:uFillTx/>
                <a:latin typeface="Arial"/>
              </a:rPr>
              <a:t>Explore the journey</a:t>
            </a:r>
            <a:endParaRPr b="0" lang="en-US" sz="1100" strike="noStrike" u="none">
              <a:solidFill>
                <a:srgbClr val="000000"/>
              </a:solidFill>
              <a:effectLst/>
              <a:uFillTx/>
              <a:latin typeface="Arial"/>
            </a:endParaRPr>
          </a:p>
        </p:txBody>
      </p:sp>
      <p:sp>
        <p:nvSpPr>
          <p:cNvPr id="891" name="TextBox 26"/>
          <p:cNvSpPr/>
          <p:nvPr/>
        </p:nvSpPr>
        <p:spPr>
          <a:xfrm>
            <a:off x="7680960" y="2898720"/>
            <a:ext cx="2742840" cy="502560"/>
          </a:xfrm>
          <a:prstGeom prst="rect">
            <a:avLst/>
          </a:prstGeom>
          <a:noFill/>
          <a:ln w="0">
            <a:noFill/>
          </a:ln>
        </p:spPr>
        <p:style>
          <a:lnRef idx="0"/>
          <a:fillRef idx="0"/>
          <a:effectRef idx="0"/>
          <a:fontRef idx="minor"/>
        </p:style>
        <p:txBody>
          <a:bodyPr lIns="36720" rIns="36720" tIns="36720" bIns="36720" anchor="t">
            <a:normAutofit/>
          </a:bodyPr>
          <a:p>
            <a:pPr>
              <a:lnSpc>
                <a:spcPct val="100000"/>
              </a:lnSpc>
            </a:pPr>
            <a:r>
              <a:rPr b="0" lang="en-US" sz="950" strike="noStrike" u="none">
                <a:solidFill>
                  <a:srgbClr val="3d3c38"/>
                </a:solidFill>
                <a:effectLst/>
                <a:uFillTx/>
                <a:latin typeface="Arial"/>
              </a:rPr>
              <a:t>Review eligibility, claims, providers, Rx, labs and DATACORE history through drill-down panels.</a:t>
            </a:r>
            <a:endParaRPr b="0" lang="en-US" sz="950" strike="noStrike" u="none">
              <a:solidFill>
                <a:srgbClr val="000000"/>
              </a:solidFill>
              <a:effectLst/>
              <a:uFillTx/>
              <a:latin typeface="Arial"/>
            </a:endParaRPr>
          </a:p>
        </p:txBody>
      </p:sp>
      <p:sp>
        <p:nvSpPr>
          <p:cNvPr id="892" name="TextBox 27"/>
          <p:cNvSpPr/>
          <p:nvPr/>
        </p:nvSpPr>
        <p:spPr>
          <a:xfrm>
            <a:off x="5916240" y="3740040"/>
            <a:ext cx="347040" cy="27396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200" strike="noStrike" u="none">
                <a:solidFill>
                  <a:srgbClr val="ff612b"/>
                </a:solidFill>
                <a:effectLst/>
                <a:uFillTx/>
                <a:latin typeface="Arial"/>
              </a:rPr>
              <a:t>3</a:t>
            </a:r>
            <a:endParaRPr b="0" lang="en-US" sz="1200" strike="noStrike" u="none">
              <a:solidFill>
                <a:srgbClr val="000000"/>
              </a:solidFill>
              <a:effectLst/>
              <a:uFillTx/>
              <a:latin typeface="Arial"/>
            </a:endParaRPr>
          </a:p>
        </p:txBody>
      </p:sp>
      <p:sp>
        <p:nvSpPr>
          <p:cNvPr id="893" name="TextBox 28"/>
          <p:cNvSpPr/>
          <p:nvPr/>
        </p:nvSpPr>
        <p:spPr>
          <a:xfrm>
            <a:off x="6263640" y="3740040"/>
            <a:ext cx="1416960" cy="27396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100" strike="noStrike" u="none">
                <a:solidFill>
                  <a:srgbClr val="3d3c38"/>
                </a:solidFill>
                <a:effectLst/>
                <a:uFillTx/>
                <a:latin typeface="Arial"/>
              </a:rPr>
              <a:t>Ask the next question</a:t>
            </a:r>
            <a:endParaRPr b="0" lang="en-US" sz="1100" strike="noStrike" u="none">
              <a:solidFill>
                <a:srgbClr val="000000"/>
              </a:solidFill>
              <a:effectLst/>
              <a:uFillTx/>
              <a:latin typeface="Arial"/>
            </a:endParaRPr>
          </a:p>
        </p:txBody>
      </p:sp>
      <p:sp>
        <p:nvSpPr>
          <p:cNvPr id="894" name="TextBox 29"/>
          <p:cNvSpPr/>
          <p:nvPr/>
        </p:nvSpPr>
        <p:spPr>
          <a:xfrm>
            <a:off x="7680960" y="3740040"/>
            <a:ext cx="2742840" cy="502560"/>
          </a:xfrm>
          <a:prstGeom prst="rect">
            <a:avLst/>
          </a:prstGeom>
          <a:noFill/>
          <a:ln w="0">
            <a:noFill/>
          </a:ln>
        </p:spPr>
        <p:style>
          <a:lnRef idx="0"/>
          <a:fillRef idx="0"/>
          <a:effectRef idx="0"/>
          <a:fontRef idx="minor"/>
        </p:style>
        <p:txBody>
          <a:bodyPr lIns="36720" rIns="36720" tIns="36720" bIns="36720" anchor="t">
            <a:normAutofit/>
          </a:bodyPr>
          <a:p>
            <a:pPr>
              <a:lnSpc>
                <a:spcPct val="100000"/>
              </a:lnSpc>
            </a:pPr>
            <a:r>
              <a:rPr b="0" lang="en-US" sz="950" strike="noStrike" u="none">
                <a:solidFill>
                  <a:srgbClr val="3d3c38"/>
                </a:solidFill>
                <a:effectLst/>
                <a:uFillTx/>
                <a:latin typeface="Arial"/>
              </a:rPr>
              <a:t>Use natural language for questions such as latest claims and average amount.</a:t>
            </a:r>
            <a:endParaRPr b="0" lang="en-US" sz="950" strike="noStrike" u="none">
              <a:solidFill>
                <a:srgbClr val="000000"/>
              </a:solidFill>
              <a:effectLst/>
              <a:uFillTx/>
              <a:latin typeface="Arial"/>
            </a:endParaRPr>
          </a:p>
        </p:txBody>
      </p:sp>
      <p:sp>
        <p:nvSpPr>
          <p:cNvPr id="895" name="TextBox 30"/>
          <p:cNvSpPr/>
          <p:nvPr/>
        </p:nvSpPr>
        <p:spPr>
          <a:xfrm>
            <a:off x="5916240" y="4581000"/>
            <a:ext cx="347040" cy="27396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200" strike="noStrike" u="none">
                <a:solidFill>
                  <a:srgbClr val="ff612b"/>
                </a:solidFill>
                <a:effectLst/>
                <a:uFillTx/>
                <a:latin typeface="Arial"/>
              </a:rPr>
              <a:t>4</a:t>
            </a:r>
            <a:endParaRPr b="0" lang="en-US" sz="1200" strike="noStrike" u="none">
              <a:solidFill>
                <a:srgbClr val="000000"/>
              </a:solidFill>
              <a:effectLst/>
              <a:uFillTx/>
              <a:latin typeface="Arial"/>
            </a:endParaRPr>
          </a:p>
        </p:txBody>
      </p:sp>
      <p:sp>
        <p:nvSpPr>
          <p:cNvPr id="896" name="TextBox 31"/>
          <p:cNvSpPr/>
          <p:nvPr/>
        </p:nvSpPr>
        <p:spPr>
          <a:xfrm>
            <a:off x="6263640" y="4581000"/>
            <a:ext cx="1416960" cy="27396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100" strike="noStrike" u="none">
                <a:solidFill>
                  <a:srgbClr val="3d3c38"/>
                </a:solidFill>
                <a:effectLst/>
                <a:uFillTx/>
                <a:latin typeface="Arial"/>
              </a:rPr>
              <a:t>Stay in one context</a:t>
            </a:r>
            <a:endParaRPr b="0" lang="en-US" sz="1100" strike="noStrike" u="none">
              <a:solidFill>
                <a:srgbClr val="000000"/>
              </a:solidFill>
              <a:effectLst/>
              <a:uFillTx/>
              <a:latin typeface="Arial"/>
            </a:endParaRPr>
          </a:p>
        </p:txBody>
      </p:sp>
      <p:sp>
        <p:nvSpPr>
          <p:cNvPr id="897" name="TextBox 32"/>
          <p:cNvSpPr/>
          <p:nvPr/>
        </p:nvSpPr>
        <p:spPr>
          <a:xfrm>
            <a:off x="7680960" y="4581000"/>
            <a:ext cx="2742840" cy="502560"/>
          </a:xfrm>
          <a:prstGeom prst="rect">
            <a:avLst/>
          </a:prstGeom>
          <a:noFill/>
          <a:ln w="0">
            <a:noFill/>
          </a:ln>
        </p:spPr>
        <p:style>
          <a:lnRef idx="0"/>
          <a:fillRef idx="0"/>
          <a:effectRef idx="0"/>
          <a:fontRef idx="minor"/>
        </p:style>
        <p:txBody>
          <a:bodyPr lIns="36720" rIns="36720" tIns="36720" bIns="36720" anchor="t">
            <a:normAutofit/>
          </a:bodyPr>
          <a:p>
            <a:pPr>
              <a:lnSpc>
                <a:spcPct val="100000"/>
              </a:lnSpc>
            </a:pPr>
            <a:r>
              <a:rPr b="0" lang="en-US" sz="950" strike="noStrike" u="none">
                <a:solidFill>
                  <a:srgbClr val="3d3c38"/>
                </a:solidFill>
                <a:effectLst/>
                <a:uFillTx/>
                <a:latin typeface="Arial"/>
              </a:rPr>
              <a:t>Continue investigating without rebuilding the patient context for every question.</a:t>
            </a:r>
            <a:endParaRPr b="0" lang="en-US" sz="95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8" name="PlaceHolder 1"/>
          <p:cNvSpPr>
            <a:spLocks noGrp="1"/>
          </p:cNvSpPr>
          <p:nvPr>
            <p:ph type="title"/>
          </p:nvPr>
        </p:nvSpPr>
        <p:spPr>
          <a:xfrm>
            <a:off x="468000" y="555480"/>
            <a:ext cx="9600480" cy="303840"/>
          </a:xfrm>
          <a:prstGeom prst="rect">
            <a:avLst/>
          </a:prstGeom>
          <a:noFill/>
          <a:ln w="0">
            <a:noFill/>
          </a:ln>
        </p:spPr>
        <p:txBody>
          <a:bodyPr lIns="18360" rIns="18360" tIns="0" bIns="0" anchor="t">
            <a:noAutofit/>
          </a:bodyPr>
          <a:p>
            <a:pPr indent="0">
              <a:lnSpc>
                <a:spcPct val="100000"/>
              </a:lnSpc>
              <a:buNone/>
            </a:pPr>
            <a:r>
              <a:rPr b="0" lang="en-US" sz="2800" strike="noStrike" u="none">
                <a:solidFill>
                  <a:srgbClr val="3d3c38"/>
                </a:solidFill>
                <a:effectLst/>
                <a:uFillTx/>
                <a:latin typeface="Arial"/>
              </a:rPr>
              <a:t>Security, Governance &amp; Reliability</a:t>
            </a:r>
            <a:endParaRPr b="0" lang="en-US" sz="2800" strike="noStrike" u="none">
              <a:solidFill>
                <a:srgbClr val="000000"/>
              </a:solidFill>
              <a:effectLst/>
              <a:uFillTx/>
              <a:latin typeface="Arial"/>
            </a:endParaRPr>
          </a:p>
        </p:txBody>
      </p:sp>
      <p:sp>
        <p:nvSpPr>
          <p:cNvPr id="900" name="TextBox 3"/>
          <p:cNvSpPr/>
          <p:nvPr/>
        </p:nvSpPr>
        <p:spPr>
          <a:xfrm>
            <a:off x="594360" y="932760"/>
            <a:ext cx="2285640" cy="25560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000" strike="noStrike" u="none">
                <a:solidFill>
                  <a:srgbClr val="ff612b"/>
                </a:solidFill>
                <a:effectLst/>
                <a:uFillTx/>
                <a:latin typeface="Arial"/>
              </a:rPr>
              <a:t>GOVERNANCE</a:t>
            </a:r>
            <a:endParaRPr b="0" lang="en-US" sz="1000" strike="noStrike" u="none">
              <a:solidFill>
                <a:srgbClr val="000000"/>
              </a:solidFill>
              <a:effectLst/>
              <a:uFillTx/>
              <a:latin typeface="Arial"/>
            </a:endParaRPr>
          </a:p>
        </p:txBody>
      </p:sp>
      <p:sp>
        <p:nvSpPr>
          <p:cNvPr id="901" name="TextBox 4"/>
          <p:cNvSpPr/>
          <p:nvPr/>
        </p:nvSpPr>
        <p:spPr>
          <a:xfrm>
            <a:off x="594360" y="1143000"/>
            <a:ext cx="9875160" cy="438480"/>
          </a:xfrm>
          <a:prstGeom prst="rect">
            <a:avLst/>
          </a:prstGeom>
          <a:noFill/>
          <a:ln w="0">
            <a:noFill/>
          </a:ln>
        </p:spPr>
        <p:style>
          <a:lnRef idx="0"/>
          <a:fillRef idx="0"/>
          <a:effectRef idx="0"/>
          <a:fontRef idx="minor"/>
        </p:style>
        <p:txBody>
          <a:bodyPr lIns="36720" rIns="36720" tIns="36720" bIns="36720" anchor="t">
            <a:normAutofit/>
          </a:bodyPr>
          <a:p>
            <a:pPr>
              <a:lnSpc>
                <a:spcPct val="100000"/>
              </a:lnSpc>
            </a:pPr>
            <a:r>
              <a:rPr b="0" lang="en-US" sz="1300" strike="noStrike" u="none">
                <a:solidFill>
                  <a:srgbClr val="8a8780"/>
                </a:solidFill>
                <a:effectLst/>
                <a:uFillTx/>
                <a:latin typeface="Arial"/>
              </a:rPr>
              <a:t>Controls visible in the implementation and areas to validate before production scale-up.</a:t>
            </a:r>
            <a:endParaRPr b="0" lang="en-US" sz="1300" strike="noStrike" u="none">
              <a:solidFill>
                <a:srgbClr val="000000"/>
              </a:solidFill>
              <a:effectLst/>
              <a:uFillTx/>
              <a:latin typeface="Arial"/>
            </a:endParaRPr>
          </a:p>
        </p:txBody>
      </p:sp>
      <p:sp>
        <p:nvSpPr>
          <p:cNvPr id="902" name="Rounded Rectangle 5"/>
          <p:cNvSpPr/>
          <p:nvPr/>
        </p:nvSpPr>
        <p:spPr>
          <a:xfrm>
            <a:off x="640080" y="1691640"/>
            <a:ext cx="4891680" cy="310680"/>
          </a:xfrm>
          <a:prstGeom prst="roundRect">
            <a:avLst>
              <a:gd name="adj" fmla="val 16667"/>
            </a:avLst>
          </a:prstGeom>
          <a:solidFill>
            <a:srgbClr val="eeebe4"/>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Arial"/>
            </a:endParaRPr>
          </a:p>
        </p:txBody>
      </p:sp>
      <p:sp>
        <p:nvSpPr>
          <p:cNvPr id="903" name="TextBox 6"/>
          <p:cNvSpPr/>
          <p:nvPr/>
        </p:nvSpPr>
        <p:spPr>
          <a:xfrm>
            <a:off x="749880" y="1710000"/>
            <a:ext cx="4672080" cy="246600"/>
          </a:xfrm>
          <a:prstGeom prst="rect">
            <a:avLst/>
          </a:prstGeom>
          <a:noFill/>
          <a:ln w="0">
            <a:noFill/>
          </a:ln>
        </p:spPr>
        <p:style>
          <a:lnRef idx="0"/>
          <a:fillRef idx="0"/>
          <a:effectRef idx="0"/>
          <a:fontRef idx="minor"/>
        </p:style>
        <p:txBody>
          <a:bodyPr wrap="none" lIns="36720" rIns="36720" tIns="36720" bIns="36720" anchor="ctr">
            <a:spAutoFit/>
          </a:bodyPr>
          <a:p>
            <a:pPr>
              <a:lnSpc>
                <a:spcPct val="100000"/>
              </a:lnSpc>
            </a:pPr>
            <a:r>
              <a:rPr b="1" lang="en-US" sz="1000" strike="noStrike" u="none">
                <a:solidFill>
                  <a:srgbClr val="3d3c38"/>
                </a:solidFill>
                <a:effectLst/>
                <a:uFillTx/>
                <a:latin typeface="Arial"/>
              </a:rPr>
              <a:t>IMPLEMENTED FOUNDATIONS</a:t>
            </a:r>
            <a:endParaRPr b="0" lang="en-US" sz="1000" strike="noStrike" u="none">
              <a:solidFill>
                <a:srgbClr val="000000"/>
              </a:solidFill>
              <a:effectLst/>
              <a:uFillTx/>
              <a:latin typeface="Arial"/>
            </a:endParaRPr>
          </a:p>
        </p:txBody>
      </p:sp>
      <p:sp>
        <p:nvSpPr>
          <p:cNvPr id="904" name="Rounded Rectangle 7"/>
          <p:cNvSpPr/>
          <p:nvPr/>
        </p:nvSpPr>
        <p:spPr>
          <a:xfrm>
            <a:off x="640080" y="2103120"/>
            <a:ext cx="4891680" cy="621360"/>
          </a:xfrm>
          <a:prstGeom prst="roundRect">
            <a:avLst>
              <a:gd name="adj" fmla="val 16667"/>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Arial"/>
            </a:endParaRPr>
          </a:p>
        </p:txBody>
      </p:sp>
      <p:sp>
        <p:nvSpPr>
          <p:cNvPr id="905" name="TextBox 8"/>
          <p:cNvSpPr/>
          <p:nvPr/>
        </p:nvSpPr>
        <p:spPr>
          <a:xfrm>
            <a:off x="804600" y="2231280"/>
            <a:ext cx="4562640" cy="31968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100" strike="noStrike" u="none">
                <a:solidFill>
                  <a:srgbClr val="3d3c38"/>
                </a:solidFill>
                <a:effectLst/>
                <a:uFillTx/>
                <a:latin typeface="Arial"/>
              </a:rPr>
              <a:t>SSO authentication</a:t>
            </a:r>
            <a:endParaRPr b="0" lang="en-US" sz="1100" strike="noStrike" u="none">
              <a:solidFill>
                <a:srgbClr val="000000"/>
              </a:solidFill>
              <a:effectLst/>
              <a:uFillTx/>
              <a:latin typeface="Arial"/>
            </a:endParaRPr>
          </a:p>
        </p:txBody>
      </p:sp>
      <p:sp>
        <p:nvSpPr>
          <p:cNvPr id="906" name="TextBox 9"/>
          <p:cNvSpPr/>
          <p:nvPr/>
        </p:nvSpPr>
        <p:spPr>
          <a:xfrm>
            <a:off x="804600" y="2596680"/>
            <a:ext cx="4562640" cy="36360"/>
          </a:xfrm>
          <a:prstGeom prst="rect">
            <a:avLst/>
          </a:prstGeom>
          <a:noFill/>
          <a:ln w="0">
            <a:noFill/>
          </a:ln>
        </p:spPr>
        <p:style>
          <a:lnRef idx="0"/>
          <a:fillRef idx="0"/>
          <a:effectRef idx="0"/>
          <a:fontRef idx="minor"/>
        </p:style>
        <p:txBody>
          <a:bodyPr lIns="36720" rIns="36720" tIns="18360" bIns="18360" anchor="t">
            <a:normAutofit fontScale="25000" lnSpcReduction="19999"/>
          </a:bodyPr>
          <a:p>
            <a:pPr>
              <a:lnSpc>
                <a:spcPct val="100000"/>
              </a:lnSpc>
            </a:pPr>
            <a:r>
              <a:rPr b="0" lang="en-US" sz="850" strike="noStrike" u="none">
                <a:solidFill>
                  <a:srgbClr val="3d3c38"/>
                </a:solidFill>
                <a:effectLst/>
                <a:uFillTx/>
                <a:latin typeface="Arial"/>
              </a:rPr>
              <a:t>Snowflake uses browser-based external authentication; credentials are session-managed.</a:t>
            </a:r>
            <a:endParaRPr b="0" lang="en-US" sz="850" strike="noStrike" u="none">
              <a:solidFill>
                <a:srgbClr val="000000"/>
              </a:solidFill>
              <a:effectLst/>
              <a:uFillTx/>
              <a:latin typeface="Arial"/>
            </a:endParaRPr>
          </a:p>
        </p:txBody>
      </p:sp>
      <p:sp>
        <p:nvSpPr>
          <p:cNvPr id="907" name="Rounded Rectangle 10"/>
          <p:cNvSpPr/>
          <p:nvPr/>
        </p:nvSpPr>
        <p:spPr>
          <a:xfrm>
            <a:off x="640080" y="2853000"/>
            <a:ext cx="4891680" cy="621360"/>
          </a:xfrm>
          <a:prstGeom prst="roundRect">
            <a:avLst>
              <a:gd name="adj" fmla="val 16667"/>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Arial"/>
            </a:endParaRPr>
          </a:p>
        </p:txBody>
      </p:sp>
      <p:sp>
        <p:nvSpPr>
          <p:cNvPr id="908" name="TextBox 11"/>
          <p:cNvSpPr/>
          <p:nvPr/>
        </p:nvSpPr>
        <p:spPr>
          <a:xfrm>
            <a:off x="804600" y="2980800"/>
            <a:ext cx="4562640" cy="31968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100" strike="noStrike" u="none">
                <a:solidFill>
                  <a:srgbClr val="3d3c38"/>
                </a:solidFill>
                <a:effectLst/>
                <a:uFillTx/>
                <a:latin typeface="Arial"/>
              </a:rPr>
              <a:t>Secrets separation</a:t>
            </a:r>
            <a:endParaRPr b="0" lang="en-US" sz="1100" strike="noStrike" u="none">
              <a:solidFill>
                <a:srgbClr val="000000"/>
              </a:solidFill>
              <a:effectLst/>
              <a:uFillTx/>
              <a:latin typeface="Arial"/>
            </a:endParaRPr>
          </a:p>
        </p:txBody>
      </p:sp>
      <p:sp>
        <p:nvSpPr>
          <p:cNvPr id="909" name="TextBox 12"/>
          <p:cNvSpPr/>
          <p:nvPr/>
        </p:nvSpPr>
        <p:spPr>
          <a:xfrm>
            <a:off x="804600" y="3346560"/>
            <a:ext cx="4562640" cy="36360"/>
          </a:xfrm>
          <a:prstGeom prst="rect">
            <a:avLst/>
          </a:prstGeom>
          <a:noFill/>
          <a:ln w="0">
            <a:noFill/>
          </a:ln>
        </p:spPr>
        <p:style>
          <a:lnRef idx="0"/>
          <a:fillRef idx="0"/>
          <a:effectRef idx="0"/>
          <a:fontRef idx="minor"/>
        </p:style>
        <p:txBody>
          <a:bodyPr lIns="36720" rIns="36720" tIns="18360" bIns="18360" anchor="t">
            <a:normAutofit fontScale="25000" lnSpcReduction="19999"/>
          </a:bodyPr>
          <a:p>
            <a:pPr>
              <a:lnSpc>
                <a:spcPct val="100000"/>
              </a:lnSpc>
            </a:pPr>
            <a:r>
              <a:rPr b="0" lang="en-US" sz="850" strike="noStrike" u="none">
                <a:solidFill>
                  <a:srgbClr val="3d3c38"/>
                </a:solidFill>
                <a:effectLst/>
                <a:uFillTx/>
                <a:latin typeface="Arial"/>
              </a:rPr>
              <a:t>Environment variables are used for keys and deployment configuration; .env is git-ignored.</a:t>
            </a:r>
            <a:endParaRPr b="0" lang="en-US" sz="850" strike="noStrike" u="none">
              <a:solidFill>
                <a:srgbClr val="000000"/>
              </a:solidFill>
              <a:effectLst/>
              <a:uFillTx/>
              <a:latin typeface="Arial"/>
            </a:endParaRPr>
          </a:p>
        </p:txBody>
      </p:sp>
      <p:sp>
        <p:nvSpPr>
          <p:cNvPr id="910" name="Rounded Rectangle 13"/>
          <p:cNvSpPr/>
          <p:nvPr/>
        </p:nvSpPr>
        <p:spPr>
          <a:xfrm>
            <a:off x="640080" y="3602880"/>
            <a:ext cx="4891680" cy="621360"/>
          </a:xfrm>
          <a:prstGeom prst="roundRect">
            <a:avLst>
              <a:gd name="adj" fmla="val 16667"/>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Arial"/>
            </a:endParaRPr>
          </a:p>
        </p:txBody>
      </p:sp>
      <p:sp>
        <p:nvSpPr>
          <p:cNvPr id="911" name="TextBox 14"/>
          <p:cNvSpPr/>
          <p:nvPr/>
        </p:nvSpPr>
        <p:spPr>
          <a:xfrm>
            <a:off x="804600" y="3730680"/>
            <a:ext cx="4562640" cy="31968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100" strike="noStrike" u="none">
                <a:solidFill>
                  <a:srgbClr val="3d3c38"/>
                </a:solidFill>
                <a:effectLst/>
                <a:uFillTx/>
                <a:latin typeface="Arial"/>
              </a:rPr>
              <a:t>Session isolation</a:t>
            </a:r>
            <a:endParaRPr b="0" lang="en-US" sz="1100" strike="noStrike" u="none">
              <a:solidFill>
                <a:srgbClr val="000000"/>
              </a:solidFill>
              <a:effectLst/>
              <a:uFillTx/>
              <a:latin typeface="Arial"/>
            </a:endParaRPr>
          </a:p>
        </p:txBody>
      </p:sp>
      <p:sp>
        <p:nvSpPr>
          <p:cNvPr id="912" name="TextBox 15"/>
          <p:cNvSpPr/>
          <p:nvPr/>
        </p:nvSpPr>
        <p:spPr>
          <a:xfrm>
            <a:off x="804600" y="4096440"/>
            <a:ext cx="4562640" cy="36360"/>
          </a:xfrm>
          <a:prstGeom prst="rect">
            <a:avLst/>
          </a:prstGeom>
          <a:noFill/>
          <a:ln w="0">
            <a:noFill/>
          </a:ln>
        </p:spPr>
        <p:style>
          <a:lnRef idx="0"/>
          <a:fillRef idx="0"/>
          <a:effectRef idx="0"/>
          <a:fontRef idx="minor"/>
        </p:style>
        <p:txBody>
          <a:bodyPr lIns="36720" rIns="36720" tIns="18360" bIns="18360" anchor="t">
            <a:normAutofit fontScale="25000" lnSpcReduction="19999"/>
          </a:bodyPr>
          <a:p>
            <a:pPr>
              <a:lnSpc>
                <a:spcPct val="100000"/>
              </a:lnSpc>
            </a:pPr>
            <a:r>
              <a:rPr b="0" lang="en-US" sz="850" strike="noStrike" u="none">
                <a:solidFill>
                  <a:srgbClr val="3d3c38"/>
                </a:solidFill>
                <a:effectLst/>
                <a:uFillTx/>
                <a:latin typeface="Arial"/>
              </a:rPr>
              <a:t>Analytical state is represented per session and supports TTL-based expiration.</a:t>
            </a:r>
            <a:endParaRPr b="0" lang="en-US" sz="850" strike="noStrike" u="none">
              <a:solidFill>
                <a:srgbClr val="000000"/>
              </a:solidFill>
              <a:effectLst/>
              <a:uFillTx/>
              <a:latin typeface="Arial"/>
            </a:endParaRPr>
          </a:p>
        </p:txBody>
      </p:sp>
      <p:sp>
        <p:nvSpPr>
          <p:cNvPr id="913" name="Rounded Rectangle 16"/>
          <p:cNvSpPr/>
          <p:nvPr/>
        </p:nvSpPr>
        <p:spPr>
          <a:xfrm>
            <a:off x="640080" y="4352400"/>
            <a:ext cx="4891680" cy="621360"/>
          </a:xfrm>
          <a:prstGeom prst="roundRect">
            <a:avLst>
              <a:gd name="adj" fmla="val 16667"/>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Arial"/>
            </a:endParaRPr>
          </a:p>
        </p:txBody>
      </p:sp>
      <p:sp>
        <p:nvSpPr>
          <p:cNvPr id="914" name="TextBox 17"/>
          <p:cNvSpPr/>
          <p:nvPr/>
        </p:nvSpPr>
        <p:spPr>
          <a:xfrm>
            <a:off x="804600" y="4480560"/>
            <a:ext cx="4562640" cy="31968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100" strike="noStrike" u="none">
                <a:solidFill>
                  <a:srgbClr val="3d3c38"/>
                </a:solidFill>
                <a:effectLst/>
                <a:uFillTx/>
                <a:latin typeface="Arial"/>
              </a:rPr>
              <a:t>Rate limiting</a:t>
            </a:r>
            <a:endParaRPr b="0" lang="en-US" sz="1100" strike="noStrike" u="none">
              <a:solidFill>
                <a:srgbClr val="000000"/>
              </a:solidFill>
              <a:effectLst/>
              <a:uFillTx/>
              <a:latin typeface="Arial"/>
            </a:endParaRPr>
          </a:p>
        </p:txBody>
      </p:sp>
      <p:sp>
        <p:nvSpPr>
          <p:cNvPr id="915" name="TextBox 18"/>
          <p:cNvSpPr/>
          <p:nvPr/>
        </p:nvSpPr>
        <p:spPr>
          <a:xfrm>
            <a:off x="804600" y="4846320"/>
            <a:ext cx="4562640" cy="36360"/>
          </a:xfrm>
          <a:prstGeom prst="rect">
            <a:avLst/>
          </a:prstGeom>
          <a:noFill/>
          <a:ln w="0">
            <a:noFill/>
          </a:ln>
        </p:spPr>
        <p:style>
          <a:lnRef idx="0"/>
          <a:fillRef idx="0"/>
          <a:effectRef idx="0"/>
          <a:fontRef idx="minor"/>
        </p:style>
        <p:txBody>
          <a:bodyPr lIns="36720" rIns="36720" tIns="18360" bIns="18360" anchor="t">
            <a:normAutofit fontScale="25000" lnSpcReduction="19999"/>
          </a:bodyPr>
          <a:p>
            <a:pPr>
              <a:lnSpc>
                <a:spcPct val="100000"/>
              </a:lnSpc>
            </a:pPr>
            <a:r>
              <a:rPr b="0" lang="en-US" sz="850" strike="noStrike" u="none">
                <a:solidFill>
                  <a:srgbClr val="3d3c38"/>
                </a:solidFill>
                <a:effectLst/>
                <a:uFillTx/>
                <a:latin typeface="Arial"/>
              </a:rPr>
              <a:t>A dedicated rate-limit handler is included in the application.</a:t>
            </a:r>
            <a:endParaRPr b="0" lang="en-US" sz="850" strike="noStrike" u="none">
              <a:solidFill>
                <a:srgbClr val="000000"/>
              </a:solidFill>
              <a:effectLst/>
              <a:uFillTx/>
              <a:latin typeface="Arial"/>
            </a:endParaRPr>
          </a:p>
        </p:txBody>
      </p:sp>
      <p:sp>
        <p:nvSpPr>
          <p:cNvPr id="916" name="Rounded Rectangle 19"/>
          <p:cNvSpPr/>
          <p:nvPr/>
        </p:nvSpPr>
        <p:spPr>
          <a:xfrm>
            <a:off x="5806440" y="1691640"/>
            <a:ext cx="4891680" cy="310680"/>
          </a:xfrm>
          <a:prstGeom prst="roundRect">
            <a:avLst>
              <a:gd name="adj" fmla="val 16667"/>
            </a:avLst>
          </a:prstGeom>
          <a:solidFill>
            <a:srgbClr val="eeebe4"/>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Arial"/>
            </a:endParaRPr>
          </a:p>
        </p:txBody>
      </p:sp>
      <p:sp>
        <p:nvSpPr>
          <p:cNvPr id="917" name="TextBox 20"/>
          <p:cNvSpPr/>
          <p:nvPr/>
        </p:nvSpPr>
        <p:spPr>
          <a:xfrm>
            <a:off x="5916240" y="1710000"/>
            <a:ext cx="4672080" cy="246600"/>
          </a:xfrm>
          <a:prstGeom prst="rect">
            <a:avLst/>
          </a:prstGeom>
          <a:noFill/>
          <a:ln w="0">
            <a:noFill/>
          </a:ln>
        </p:spPr>
        <p:style>
          <a:lnRef idx="0"/>
          <a:fillRef idx="0"/>
          <a:effectRef idx="0"/>
          <a:fontRef idx="minor"/>
        </p:style>
        <p:txBody>
          <a:bodyPr wrap="none" lIns="36720" rIns="36720" tIns="36720" bIns="36720" anchor="ctr">
            <a:spAutoFit/>
          </a:bodyPr>
          <a:p>
            <a:pPr>
              <a:lnSpc>
                <a:spcPct val="100000"/>
              </a:lnSpc>
            </a:pPr>
            <a:r>
              <a:rPr b="1" lang="en-US" sz="1000" strike="noStrike" u="none">
                <a:solidFill>
                  <a:srgbClr val="3d3c38"/>
                </a:solidFill>
                <a:effectLst/>
                <a:uFillTx/>
                <a:latin typeface="Arial"/>
              </a:rPr>
              <a:t>PRODUCTION VALIDATION CHECKLIST</a:t>
            </a:r>
            <a:endParaRPr b="0" lang="en-US" sz="1000" strike="noStrike" u="none">
              <a:solidFill>
                <a:srgbClr val="000000"/>
              </a:solidFill>
              <a:effectLst/>
              <a:uFillTx/>
              <a:latin typeface="Arial"/>
            </a:endParaRPr>
          </a:p>
        </p:txBody>
      </p:sp>
      <p:sp>
        <p:nvSpPr>
          <p:cNvPr id="918" name="TextBox 21"/>
          <p:cNvSpPr/>
          <p:nvPr/>
        </p:nvSpPr>
        <p:spPr>
          <a:xfrm>
            <a:off x="5989320" y="2148840"/>
            <a:ext cx="273960" cy="273960"/>
          </a:xfrm>
          <a:prstGeom prst="rect">
            <a:avLst/>
          </a:prstGeom>
          <a:noFill/>
          <a:ln w="0">
            <a:noFill/>
          </a:ln>
        </p:spPr>
        <p:style>
          <a:lnRef idx="0"/>
          <a:fillRef idx="0"/>
          <a:effectRef idx="0"/>
          <a:fontRef idx="minor"/>
        </p:style>
        <p:txBody>
          <a:bodyPr wrap="none" lIns="0" rIns="0" tIns="0" bIns="0" anchor="t">
            <a:spAutoFit/>
          </a:bodyPr>
          <a:p>
            <a:pPr>
              <a:lnSpc>
                <a:spcPct val="100000"/>
              </a:lnSpc>
            </a:pPr>
            <a:r>
              <a:rPr b="1" lang="en-US" sz="1300" strike="noStrike" u="none">
                <a:solidFill>
                  <a:srgbClr val="ff612b"/>
                </a:solidFill>
                <a:effectLst/>
                <a:uFillTx/>
                <a:latin typeface="Arial"/>
              </a:rPr>
              <a:t>✓</a:t>
            </a:r>
            <a:endParaRPr b="0" lang="en-US" sz="1300" strike="noStrike" u="none">
              <a:solidFill>
                <a:srgbClr val="000000"/>
              </a:solidFill>
              <a:effectLst/>
              <a:uFillTx/>
              <a:latin typeface="Arial"/>
            </a:endParaRPr>
          </a:p>
        </p:txBody>
      </p:sp>
      <p:sp>
        <p:nvSpPr>
          <p:cNvPr id="919" name="TextBox 22"/>
          <p:cNvSpPr/>
          <p:nvPr/>
        </p:nvSpPr>
        <p:spPr>
          <a:xfrm>
            <a:off x="6355080" y="2148840"/>
            <a:ext cx="4068720" cy="36540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100" strike="noStrike" u="none">
                <a:solidFill>
                  <a:srgbClr val="3d3c38"/>
                </a:solidFill>
                <a:effectLst/>
                <a:uFillTx/>
                <a:latin typeface="Arial"/>
              </a:rPr>
              <a:t>Validate production access controls</a:t>
            </a:r>
            <a:endParaRPr b="0" lang="en-US" sz="1100" strike="noStrike" u="none">
              <a:solidFill>
                <a:srgbClr val="000000"/>
              </a:solidFill>
              <a:effectLst/>
              <a:uFillTx/>
              <a:latin typeface="Arial"/>
            </a:endParaRPr>
          </a:p>
        </p:txBody>
      </p:sp>
      <p:sp>
        <p:nvSpPr>
          <p:cNvPr id="920" name="TextBox 23"/>
          <p:cNvSpPr/>
          <p:nvPr/>
        </p:nvSpPr>
        <p:spPr>
          <a:xfrm>
            <a:off x="5989320" y="2898720"/>
            <a:ext cx="273960" cy="273960"/>
          </a:xfrm>
          <a:prstGeom prst="rect">
            <a:avLst/>
          </a:prstGeom>
          <a:noFill/>
          <a:ln w="0">
            <a:noFill/>
          </a:ln>
        </p:spPr>
        <p:style>
          <a:lnRef idx="0"/>
          <a:fillRef idx="0"/>
          <a:effectRef idx="0"/>
          <a:fontRef idx="minor"/>
        </p:style>
        <p:txBody>
          <a:bodyPr wrap="none" lIns="0" rIns="0" tIns="0" bIns="0" anchor="t">
            <a:spAutoFit/>
          </a:bodyPr>
          <a:p>
            <a:pPr>
              <a:lnSpc>
                <a:spcPct val="100000"/>
              </a:lnSpc>
            </a:pPr>
            <a:r>
              <a:rPr b="1" lang="en-US" sz="1300" strike="noStrike" u="none">
                <a:solidFill>
                  <a:srgbClr val="ff612b"/>
                </a:solidFill>
                <a:effectLst/>
                <a:uFillTx/>
                <a:latin typeface="Arial"/>
              </a:rPr>
              <a:t>✓</a:t>
            </a:r>
            <a:endParaRPr b="0" lang="en-US" sz="1300" strike="noStrike" u="none">
              <a:solidFill>
                <a:srgbClr val="000000"/>
              </a:solidFill>
              <a:effectLst/>
              <a:uFillTx/>
              <a:latin typeface="Arial"/>
            </a:endParaRPr>
          </a:p>
        </p:txBody>
      </p:sp>
      <p:sp>
        <p:nvSpPr>
          <p:cNvPr id="921" name="TextBox 24"/>
          <p:cNvSpPr/>
          <p:nvPr/>
        </p:nvSpPr>
        <p:spPr>
          <a:xfrm>
            <a:off x="6355080" y="2898720"/>
            <a:ext cx="4068720" cy="36540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100" strike="noStrike" u="none">
                <a:solidFill>
                  <a:srgbClr val="3d3c38"/>
                </a:solidFill>
                <a:effectLst/>
                <a:uFillTx/>
                <a:latin typeface="Arial"/>
              </a:rPr>
              <a:t>Validate audit requirements</a:t>
            </a:r>
            <a:endParaRPr b="0" lang="en-US" sz="1100" strike="noStrike" u="none">
              <a:solidFill>
                <a:srgbClr val="000000"/>
              </a:solidFill>
              <a:effectLst/>
              <a:uFillTx/>
              <a:latin typeface="Arial"/>
            </a:endParaRPr>
          </a:p>
        </p:txBody>
      </p:sp>
      <p:sp>
        <p:nvSpPr>
          <p:cNvPr id="922" name="TextBox 25"/>
          <p:cNvSpPr/>
          <p:nvPr/>
        </p:nvSpPr>
        <p:spPr>
          <a:xfrm>
            <a:off x="5989320" y="3648600"/>
            <a:ext cx="273960" cy="273960"/>
          </a:xfrm>
          <a:prstGeom prst="rect">
            <a:avLst/>
          </a:prstGeom>
          <a:noFill/>
          <a:ln w="0">
            <a:noFill/>
          </a:ln>
        </p:spPr>
        <p:style>
          <a:lnRef idx="0"/>
          <a:fillRef idx="0"/>
          <a:effectRef idx="0"/>
          <a:fontRef idx="minor"/>
        </p:style>
        <p:txBody>
          <a:bodyPr wrap="none" lIns="0" rIns="0" tIns="0" bIns="0" anchor="t">
            <a:spAutoFit/>
          </a:bodyPr>
          <a:p>
            <a:pPr>
              <a:lnSpc>
                <a:spcPct val="100000"/>
              </a:lnSpc>
            </a:pPr>
            <a:r>
              <a:rPr b="1" lang="en-US" sz="1300" strike="noStrike" u="none">
                <a:solidFill>
                  <a:srgbClr val="ff612b"/>
                </a:solidFill>
                <a:effectLst/>
                <a:uFillTx/>
                <a:latin typeface="Arial"/>
              </a:rPr>
              <a:t>✓</a:t>
            </a:r>
            <a:endParaRPr b="0" lang="en-US" sz="1300" strike="noStrike" u="none">
              <a:solidFill>
                <a:srgbClr val="000000"/>
              </a:solidFill>
              <a:effectLst/>
              <a:uFillTx/>
              <a:latin typeface="Arial"/>
            </a:endParaRPr>
          </a:p>
        </p:txBody>
      </p:sp>
      <p:sp>
        <p:nvSpPr>
          <p:cNvPr id="923" name="TextBox 26"/>
          <p:cNvSpPr/>
          <p:nvPr/>
        </p:nvSpPr>
        <p:spPr>
          <a:xfrm>
            <a:off x="6355080" y="3648600"/>
            <a:ext cx="4068720" cy="36540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100" strike="noStrike" u="none">
                <a:solidFill>
                  <a:srgbClr val="3d3c38"/>
                </a:solidFill>
                <a:effectLst/>
                <a:uFillTx/>
                <a:latin typeface="Arial"/>
              </a:rPr>
              <a:t>Protect PHI / sensitive data</a:t>
            </a:r>
            <a:endParaRPr b="0" lang="en-US" sz="1100" strike="noStrike" u="none">
              <a:solidFill>
                <a:srgbClr val="000000"/>
              </a:solidFill>
              <a:effectLst/>
              <a:uFillTx/>
              <a:latin typeface="Arial"/>
            </a:endParaRPr>
          </a:p>
        </p:txBody>
      </p:sp>
      <p:sp>
        <p:nvSpPr>
          <p:cNvPr id="924" name="TextBox 27"/>
          <p:cNvSpPr/>
          <p:nvPr/>
        </p:nvSpPr>
        <p:spPr>
          <a:xfrm>
            <a:off x="5989320" y="4398120"/>
            <a:ext cx="273960" cy="273960"/>
          </a:xfrm>
          <a:prstGeom prst="rect">
            <a:avLst/>
          </a:prstGeom>
          <a:noFill/>
          <a:ln w="0">
            <a:noFill/>
          </a:ln>
        </p:spPr>
        <p:style>
          <a:lnRef idx="0"/>
          <a:fillRef idx="0"/>
          <a:effectRef idx="0"/>
          <a:fontRef idx="minor"/>
        </p:style>
        <p:txBody>
          <a:bodyPr wrap="none" lIns="0" rIns="0" tIns="0" bIns="0" anchor="t">
            <a:spAutoFit/>
          </a:bodyPr>
          <a:p>
            <a:pPr>
              <a:lnSpc>
                <a:spcPct val="100000"/>
              </a:lnSpc>
            </a:pPr>
            <a:r>
              <a:rPr b="1" lang="en-US" sz="1300" strike="noStrike" u="none">
                <a:solidFill>
                  <a:srgbClr val="ff612b"/>
                </a:solidFill>
                <a:effectLst/>
                <a:uFillTx/>
                <a:latin typeface="Arial"/>
              </a:rPr>
              <a:t>✓</a:t>
            </a:r>
            <a:endParaRPr b="0" lang="en-US" sz="1300" strike="noStrike" u="none">
              <a:solidFill>
                <a:srgbClr val="000000"/>
              </a:solidFill>
              <a:effectLst/>
              <a:uFillTx/>
              <a:latin typeface="Arial"/>
            </a:endParaRPr>
          </a:p>
        </p:txBody>
      </p:sp>
      <p:sp>
        <p:nvSpPr>
          <p:cNvPr id="925" name="TextBox 28"/>
          <p:cNvSpPr/>
          <p:nvPr/>
        </p:nvSpPr>
        <p:spPr>
          <a:xfrm>
            <a:off x="6355080" y="4398120"/>
            <a:ext cx="4068720" cy="36540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100" strike="noStrike" u="none">
                <a:solidFill>
                  <a:srgbClr val="3d3c38"/>
                </a:solidFill>
                <a:effectLst/>
                <a:uFillTx/>
                <a:latin typeface="Arial"/>
              </a:rPr>
              <a:t>Operational readiness</a:t>
            </a:r>
            <a:endParaRPr b="0" lang="en-US" sz="1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6" name="PlaceHolder 1"/>
          <p:cNvSpPr>
            <a:spLocks noGrp="1"/>
          </p:cNvSpPr>
          <p:nvPr>
            <p:ph type="title"/>
          </p:nvPr>
        </p:nvSpPr>
        <p:spPr>
          <a:xfrm>
            <a:off x="468000" y="555480"/>
            <a:ext cx="9600480" cy="303840"/>
          </a:xfrm>
          <a:prstGeom prst="rect">
            <a:avLst/>
          </a:prstGeom>
          <a:noFill/>
          <a:ln w="0">
            <a:noFill/>
          </a:ln>
        </p:spPr>
        <p:txBody>
          <a:bodyPr lIns="18360" rIns="18360" tIns="0" bIns="0" anchor="t">
            <a:noAutofit/>
          </a:bodyPr>
          <a:p>
            <a:pPr indent="0">
              <a:lnSpc>
                <a:spcPct val="100000"/>
              </a:lnSpc>
              <a:buNone/>
            </a:pPr>
            <a:r>
              <a:rPr b="0" lang="en-US" sz="2800" strike="noStrike" u="none">
                <a:solidFill>
                  <a:srgbClr val="3d3c38"/>
                </a:solidFill>
                <a:effectLst/>
                <a:uFillTx/>
                <a:latin typeface="Arial"/>
              </a:rPr>
              <a:t>Operating Model &amp; Deployment</a:t>
            </a:r>
            <a:endParaRPr b="0" lang="en-US" sz="2800" strike="noStrike" u="none">
              <a:solidFill>
                <a:srgbClr val="000000"/>
              </a:solidFill>
              <a:effectLst/>
              <a:uFillTx/>
              <a:latin typeface="Arial"/>
            </a:endParaRPr>
          </a:p>
        </p:txBody>
      </p:sp>
      <p:sp>
        <p:nvSpPr>
          <p:cNvPr id="928" name="TextBox 3"/>
          <p:cNvSpPr/>
          <p:nvPr/>
        </p:nvSpPr>
        <p:spPr>
          <a:xfrm>
            <a:off x="594360" y="932760"/>
            <a:ext cx="2285640" cy="25560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000" strike="noStrike" u="none">
                <a:solidFill>
                  <a:srgbClr val="ff612b"/>
                </a:solidFill>
                <a:effectLst/>
                <a:uFillTx/>
                <a:latin typeface="Arial"/>
              </a:rPr>
              <a:t>OPERATIONS</a:t>
            </a:r>
            <a:endParaRPr b="0" lang="en-US" sz="1000" strike="noStrike" u="none">
              <a:solidFill>
                <a:srgbClr val="000000"/>
              </a:solidFill>
              <a:effectLst/>
              <a:uFillTx/>
              <a:latin typeface="Arial"/>
            </a:endParaRPr>
          </a:p>
        </p:txBody>
      </p:sp>
      <p:sp>
        <p:nvSpPr>
          <p:cNvPr id="929" name="TextBox 4"/>
          <p:cNvSpPr/>
          <p:nvPr/>
        </p:nvSpPr>
        <p:spPr>
          <a:xfrm>
            <a:off x="594360" y="1143000"/>
            <a:ext cx="9875160" cy="438480"/>
          </a:xfrm>
          <a:prstGeom prst="rect">
            <a:avLst/>
          </a:prstGeom>
          <a:noFill/>
          <a:ln w="0">
            <a:noFill/>
          </a:ln>
        </p:spPr>
        <p:style>
          <a:lnRef idx="0"/>
          <a:fillRef idx="0"/>
          <a:effectRef idx="0"/>
          <a:fontRef idx="minor"/>
        </p:style>
        <p:txBody>
          <a:bodyPr lIns="36720" rIns="36720" tIns="36720" bIns="36720" anchor="t">
            <a:normAutofit/>
          </a:bodyPr>
          <a:p>
            <a:pPr>
              <a:lnSpc>
                <a:spcPct val="100000"/>
              </a:lnSpc>
            </a:pPr>
            <a:r>
              <a:rPr b="0" lang="en-US" sz="1300" strike="noStrike" u="none">
                <a:solidFill>
                  <a:srgbClr val="8a8780"/>
                </a:solidFill>
                <a:effectLst/>
                <a:uFillTx/>
                <a:latin typeface="Arial"/>
              </a:rPr>
              <a:t>Designed to run as a web application with API services and cloud data platforms.</a:t>
            </a:r>
            <a:endParaRPr b="0" lang="en-US" sz="1300" strike="noStrike" u="none">
              <a:solidFill>
                <a:srgbClr val="000000"/>
              </a:solidFill>
              <a:effectLst/>
              <a:uFillTx/>
              <a:latin typeface="Arial"/>
            </a:endParaRPr>
          </a:p>
        </p:txBody>
      </p:sp>
      <p:sp>
        <p:nvSpPr>
          <p:cNvPr id="930" name="Rounded Rectangle 5"/>
          <p:cNvSpPr/>
          <p:nvPr/>
        </p:nvSpPr>
        <p:spPr>
          <a:xfrm>
            <a:off x="640080" y="1783080"/>
            <a:ext cx="2331360" cy="1828440"/>
          </a:xfrm>
          <a:prstGeom prst="roundRect">
            <a:avLst>
              <a:gd name="adj" fmla="val 16667"/>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Arial"/>
            </a:endParaRPr>
          </a:p>
        </p:txBody>
      </p:sp>
      <p:sp>
        <p:nvSpPr>
          <p:cNvPr id="931" name="TextBox 6"/>
          <p:cNvSpPr/>
          <p:nvPr/>
        </p:nvSpPr>
        <p:spPr>
          <a:xfrm>
            <a:off x="804600" y="1911240"/>
            <a:ext cx="2002320" cy="31968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300" strike="noStrike" u="none">
                <a:solidFill>
                  <a:srgbClr val="3d3c38"/>
                </a:solidFill>
                <a:effectLst/>
                <a:uFillTx/>
                <a:latin typeface="Arial"/>
              </a:rPr>
              <a:t>Experience</a:t>
            </a:r>
            <a:endParaRPr b="0" lang="en-US" sz="1300" strike="noStrike" u="none">
              <a:solidFill>
                <a:srgbClr val="000000"/>
              </a:solidFill>
              <a:effectLst/>
              <a:uFillTx/>
              <a:latin typeface="Arial"/>
            </a:endParaRPr>
          </a:p>
        </p:txBody>
      </p:sp>
      <p:sp>
        <p:nvSpPr>
          <p:cNvPr id="932" name="TextBox 7"/>
          <p:cNvSpPr/>
          <p:nvPr/>
        </p:nvSpPr>
        <p:spPr>
          <a:xfrm>
            <a:off x="804600" y="2313360"/>
            <a:ext cx="2002320" cy="1170000"/>
          </a:xfrm>
          <a:prstGeom prst="rect">
            <a:avLst/>
          </a:prstGeom>
          <a:noFill/>
          <a:ln w="0">
            <a:noFill/>
          </a:ln>
        </p:spPr>
        <p:style>
          <a:lnRef idx="0"/>
          <a:fillRef idx="0"/>
          <a:effectRef idx="0"/>
          <a:fontRef idx="minor"/>
        </p:style>
        <p:txBody>
          <a:bodyPr lIns="36720" rIns="36720" tIns="36720" bIns="36720" anchor="t">
            <a:normAutofit/>
          </a:bodyPr>
          <a:p>
            <a:r>
              <a:rPr b="0" lang="en-US" sz="1100" strike="noStrike" u="none">
                <a:solidFill>
                  <a:srgbClr val="3d3c38"/>
                </a:solidFill>
                <a:effectLst/>
                <a:uFillTx/>
                <a:latin typeface="Arial"/>
              </a:rPr>
              <a:t>Browser UI</a:t>
            </a:r>
            <a:endParaRPr b="0" lang="en-US" sz="1100" strike="noStrike" u="none">
              <a:solidFill>
                <a:srgbClr val="000000"/>
              </a:solidFill>
              <a:effectLst/>
              <a:uFillTx/>
              <a:latin typeface="Arial"/>
            </a:endParaRPr>
          </a:p>
          <a:p>
            <a:r>
              <a:rPr b="0" lang="en-US" sz="1100" strike="noStrike" u="none">
                <a:solidFill>
                  <a:srgbClr val="3d3c38"/>
                </a:solidFill>
                <a:effectLst/>
                <a:uFillTx/>
                <a:latin typeface="Arial"/>
              </a:rPr>
              <a:t>Flask proxy</a:t>
            </a:r>
            <a:endParaRPr b="0" lang="en-US" sz="1100" strike="noStrike" u="none">
              <a:solidFill>
                <a:srgbClr val="000000"/>
              </a:solidFill>
              <a:effectLst/>
              <a:uFillTx/>
              <a:latin typeface="Arial"/>
            </a:endParaRPr>
          </a:p>
          <a:p>
            <a:pPr>
              <a:lnSpc>
                <a:spcPct val="100000"/>
              </a:lnSpc>
            </a:pPr>
            <a:r>
              <a:rPr b="0" lang="en-US" sz="1100" strike="noStrike" u="none">
                <a:solidFill>
                  <a:srgbClr val="3d3c38"/>
                </a:solidFill>
                <a:effectLst/>
                <a:uFillTx/>
                <a:latin typeface="Arial"/>
              </a:rPr>
              <a:t>Session handling</a:t>
            </a:r>
            <a:endParaRPr b="0" lang="en-US" sz="1100" strike="noStrike" u="none">
              <a:solidFill>
                <a:srgbClr val="000000"/>
              </a:solidFill>
              <a:effectLst/>
              <a:uFillTx/>
              <a:latin typeface="Arial"/>
            </a:endParaRPr>
          </a:p>
        </p:txBody>
      </p:sp>
      <p:sp>
        <p:nvSpPr>
          <p:cNvPr id="933" name="Rounded Rectangle 8"/>
          <p:cNvSpPr/>
          <p:nvPr/>
        </p:nvSpPr>
        <p:spPr>
          <a:xfrm>
            <a:off x="3246120" y="1783080"/>
            <a:ext cx="2331360" cy="1828440"/>
          </a:xfrm>
          <a:prstGeom prst="roundRect">
            <a:avLst>
              <a:gd name="adj" fmla="val 16667"/>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Arial"/>
            </a:endParaRPr>
          </a:p>
        </p:txBody>
      </p:sp>
      <p:sp>
        <p:nvSpPr>
          <p:cNvPr id="934" name="TextBox 9"/>
          <p:cNvSpPr/>
          <p:nvPr/>
        </p:nvSpPr>
        <p:spPr>
          <a:xfrm>
            <a:off x="3410640" y="1911240"/>
            <a:ext cx="2002320" cy="31968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300" strike="noStrike" u="none">
                <a:solidFill>
                  <a:srgbClr val="3d3c38"/>
                </a:solidFill>
                <a:effectLst/>
                <a:uFillTx/>
                <a:latin typeface="Arial"/>
              </a:rPr>
              <a:t>Application services</a:t>
            </a:r>
            <a:endParaRPr b="0" lang="en-US" sz="1300" strike="noStrike" u="none">
              <a:solidFill>
                <a:srgbClr val="000000"/>
              </a:solidFill>
              <a:effectLst/>
              <a:uFillTx/>
              <a:latin typeface="Arial"/>
            </a:endParaRPr>
          </a:p>
        </p:txBody>
      </p:sp>
      <p:sp>
        <p:nvSpPr>
          <p:cNvPr id="935" name="TextBox 10"/>
          <p:cNvSpPr/>
          <p:nvPr/>
        </p:nvSpPr>
        <p:spPr>
          <a:xfrm>
            <a:off x="3410640" y="2313360"/>
            <a:ext cx="2002320" cy="1170000"/>
          </a:xfrm>
          <a:prstGeom prst="rect">
            <a:avLst/>
          </a:prstGeom>
          <a:noFill/>
          <a:ln w="0">
            <a:noFill/>
          </a:ln>
        </p:spPr>
        <p:style>
          <a:lnRef idx="0"/>
          <a:fillRef idx="0"/>
          <a:effectRef idx="0"/>
          <a:fontRef idx="minor"/>
        </p:style>
        <p:txBody>
          <a:bodyPr lIns="36720" rIns="36720" tIns="36720" bIns="36720" anchor="t">
            <a:normAutofit/>
          </a:bodyPr>
          <a:p>
            <a:r>
              <a:rPr b="0" lang="en-US" sz="1100" strike="noStrike" u="none">
                <a:solidFill>
                  <a:srgbClr val="3d3c38"/>
                </a:solidFill>
                <a:effectLst/>
                <a:uFillTx/>
                <a:latin typeface="Arial"/>
              </a:rPr>
              <a:t>REST API</a:t>
            </a:r>
            <a:endParaRPr b="0" lang="en-US" sz="1100" strike="noStrike" u="none">
              <a:solidFill>
                <a:srgbClr val="000000"/>
              </a:solidFill>
              <a:effectLst/>
              <a:uFillTx/>
              <a:latin typeface="Arial"/>
            </a:endParaRPr>
          </a:p>
          <a:p>
            <a:r>
              <a:rPr b="0" lang="en-US" sz="1100" strike="noStrike" u="none">
                <a:solidFill>
                  <a:srgbClr val="3d3c38"/>
                </a:solidFill>
                <a:effectLst/>
                <a:uFillTx/>
                <a:latin typeface="Arial"/>
              </a:rPr>
              <a:t>AI / query handlers</a:t>
            </a:r>
            <a:endParaRPr b="0" lang="en-US" sz="1100" strike="noStrike" u="none">
              <a:solidFill>
                <a:srgbClr val="000000"/>
              </a:solidFill>
              <a:effectLst/>
              <a:uFillTx/>
              <a:latin typeface="Arial"/>
            </a:endParaRPr>
          </a:p>
          <a:p>
            <a:pPr>
              <a:lnSpc>
                <a:spcPct val="100000"/>
              </a:lnSpc>
            </a:pPr>
            <a:r>
              <a:rPr b="0" lang="en-US" sz="1100" strike="noStrike" u="none">
                <a:solidFill>
                  <a:srgbClr val="3d3c38"/>
                </a:solidFill>
                <a:effectLst/>
                <a:uFillTx/>
                <a:latin typeface="Arial"/>
              </a:rPr>
              <a:t>Background workers</a:t>
            </a:r>
            <a:endParaRPr b="0" lang="en-US" sz="1100" strike="noStrike" u="none">
              <a:solidFill>
                <a:srgbClr val="000000"/>
              </a:solidFill>
              <a:effectLst/>
              <a:uFillTx/>
              <a:latin typeface="Arial"/>
            </a:endParaRPr>
          </a:p>
        </p:txBody>
      </p:sp>
      <p:sp>
        <p:nvSpPr>
          <p:cNvPr id="936" name="Rounded Rectangle 11"/>
          <p:cNvSpPr/>
          <p:nvPr/>
        </p:nvSpPr>
        <p:spPr>
          <a:xfrm>
            <a:off x="5852160" y="1783080"/>
            <a:ext cx="2331360" cy="1828440"/>
          </a:xfrm>
          <a:prstGeom prst="roundRect">
            <a:avLst>
              <a:gd name="adj" fmla="val 16667"/>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Arial"/>
            </a:endParaRPr>
          </a:p>
        </p:txBody>
      </p:sp>
      <p:sp>
        <p:nvSpPr>
          <p:cNvPr id="937" name="TextBox 12"/>
          <p:cNvSpPr/>
          <p:nvPr/>
        </p:nvSpPr>
        <p:spPr>
          <a:xfrm>
            <a:off x="6016680" y="1911240"/>
            <a:ext cx="2002320" cy="31968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300" strike="noStrike" u="none">
                <a:solidFill>
                  <a:srgbClr val="3d3c38"/>
                </a:solidFill>
                <a:effectLst/>
                <a:uFillTx/>
                <a:latin typeface="Arial"/>
              </a:rPr>
              <a:t>Platform services</a:t>
            </a:r>
            <a:endParaRPr b="0" lang="en-US" sz="1300" strike="noStrike" u="none">
              <a:solidFill>
                <a:srgbClr val="000000"/>
              </a:solidFill>
              <a:effectLst/>
              <a:uFillTx/>
              <a:latin typeface="Arial"/>
            </a:endParaRPr>
          </a:p>
        </p:txBody>
      </p:sp>
      <p:sp>
        <p:nvSpPr>
          <p:cNvPr id="938" name="TextBox 13"/>
          <p:cNvSpPr/>
          <p:nvPr/>
        </p:nvSpPr>
        <p:spPr>
          <a:xfrm>
            <a:off x="6016680" y="2313360"/>
            <a:ext cx="2002320" cy="1170000"/>
          </a:xfrm>
          <a:prstGeom prst="rect">
            <a:avLst/>
          </a:prstGeom>
          <a:noFill/>
          <a:ln w="0">
            <a:noFill/>
          </a:ln>
        </p:spPr>
        <p:style>
          <a:lnRef idx="0"/>
          <a:fillRef idx="0"/>
          <a:effectRef idx="0"/>
          <a:fontRef idx="minor"/>
        </p:style>
        <p:txBody>
          <a:bodyPr lIns="36720" rIns="36720" tIns="36720" bIns="36720" anchor="t">
            <a:normAutofit/>
          </a:bodyPr>
          <a:p>
            <a:r>
              <a:rPr b="0" lang="en-US" sz="1100" strike="noStrike" u="none">
                <a:solidFill>
                  <a:srgbClr val="3d3c38"/>
                </a:solidFill>
                <a:effectLst/>
                <a:uFillTx/>
                <a:latin typeface="Arial"/>
              </a:rPr>
              <a:t>Redis</a:t>
            </a:r>
            <a:endParaRPr b="0" lang="en-US" sz="1100" strike="noStrike" u="none">
              <a:solidFill>
                <a:srgbClr val="000000"/>
              </a:solidFill>
              <a:effectLst/>
              <a:uFillTx/>
              <a:latin typeface="Arial"/>
            </a:endParaRPr>
          </a:p>
          <a:p>
            <a:r>
              <a:rPr b="0" lang="en-US" sz="1100" strike="noStrike" u="none">
                <a:solidFill>
                  <a:srgbClr val="3d3c38"/>
                </a:solidFill>
                <a:effectLst/>
                <a:uFillTx/>
                <a:latin typeface="Arial"/>
              </a:rPr>
              <a:t>FAISS / RAG</a:t>
            </a:r>
            <a:endParaRPr b="0" lang="en-US" sz="1100" strike="noStrike" u="none">
              <a:solidFill>
                <a:srgbClr val="000000"/>
              </a:solidFill>
              <a:effectLst/>
              <a:uFillTx/>
              <a:latin typeface="Arial"/>
            </a:endParaRPr>
          </a:p>
          <a:p>
            <a:pPr>
              <a:lnSpc>
                <a:spcPct val="100000"/>
              </a:lnSpc>
            </a:pPr>
            <a:r>
              <a:rPr b="0" lang="en-US" sz="1100" strike="noStrike" u="none">
                <a:solidFill>
                  <a:srgbClr val="3d3c38"/>
                </a:solidFill>
                <a:effectLst/>
                <a:uFillTx/>
                <a:latin typeface="Arial"/>
              </a:rPr>
              <a:t>Local analytics engines</a:t>
            </a:r>
            <a:endParaRPr b="0" lang="en-US" sz="1100" strike="noStrike" u="none">
              <a:solidFill>
                <a:srgbClr val="000000"/>
              </a:solidFill>
              <a:effectLst/>
              <a:uFillTx/>
              <a:latin typeface="Arial"/>
            </a:endParaRPr>
          </a:p>
        </p:txBody>
      </p:sp>
      <p:sp>
        <p:nvSpPr>
          <p:cNvPr id="939" name="Rounded Rectangle 14"/>
          <p:cNvSpPr/>
          <p:nvPr/>
        </p:nvSpPr>
        <p:spPr>
          <a:xfrm>
            <a:off x="8458200" y="1783080"/>
            <a:ext cx="2331360" cy="1828440"/>
          </a:xfrm>
          <a:prstGeom prst="roundRect">
            <a:avLst>
              <a:gd name="adj" fmla="val 16667"/>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Arial"/>
            </a:endParaRPr>
          </a:p>
        </p:txBody>
      </p:sp>
      <p:sp>
        <p:nvSpPr>
          <p:cNvPr id="940" name="TextBox 15"/>
          <p:cNvSpPr/>
          <p:nvPr/>
        </p:nvSpPr>
        <p:spPr>
          <a:xfrm>
            <a:off x="8622720" y="1911240"/>
            <a:ext cx="2002320" cy="31968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300" strike="noStrike" u="none">
                <a:solidFill>
                  <a:srgbClr val="3d3c38"/>
                </a:solidFill>
                <a:effectLst/>
                <a:uFillTx/>
                <a:latin typeface="Arial"/>
              </a:rPr>
              <a:t>Enterprise data</a:t>
            </a:r>
            <a:endParaRPr b="0" lang="en-US" sz="1300" strike="noStrike" u="none">
              <a:solidFill>
                <a:srgbClr val="000000"/>
              </a:solidFill>
              <a:effectLst/>
              <a:uFillTx/>
              <a:latin typeface="Arial"/>
            </a:endParaRPr>
          </a:p>
        </p:txBody>
      </p:sp>
      <p:sp>
        <p:nvSpPr>
          <p:cNvPr id="941" name="TextBox 16"/>
          <p:cNvSpPr/>
          <p:nvPr/>
        </p:nvSpPr>
        <p:spPr>
          <a:xfrm>
            <a:off x="8622720" y="2313360"/>
            <a:ext cx="2002320" cy="1170000"/>
          </a:xfrm>
          <a:prstGeom prst="rect">
            <a:avLst/>
          </a:prstGeom>
          <a:noFill/>
          <a:ln w="0">
            <a:noFill/>
          </a:ln>
        </p:spPr>
        <p:style>
          <a:lnRef idx="0"/>
          <a:fillRef idx="0"/>
          <a:effectRef idx="0"/>
          <a:fontRef idx="minor"/>
        </p:style>
        <p:txBody>
          <a:bodyPr lIns="36720" rIns="36720" tIns="36720" bIns="36720" anchor="t">
            <a:normAutofit/>
          </a:bodyPr>
          <a:p>
            <a:r>
              <a:rPr b="0" lang="en-US" sz="1100" strike="noStrike" u="none">
                <a:solidFill>
                  <a:srgbClr val="3d3c38"/>
                </a:solidFill>
                <a:effectLst/>
                <a:uFillTx/>
                <a:latin typeface="Arial"/>
              </a:rPr>
              <a:t>Snowflake</a:t>
            </a:r>
            <a:endParaRPr b="0" lang="en-US" sz="1100" strike="noStrike" u="none">
              <a:solidFill>
                <a:srgbClr val="000000"/>
              </a:solidFill>
              <a:effectLst/>
              <a:uFillTx/>
              <a:latin typeface="Arial"/>
            </a:endParaRPr>
          </a:p>
          <a:p>
            <a:pPr>
              <a:lnSpc>
                <a:spcPct val="100000"/>
              </a:lnSpc>
            </a:pPr>
            <a:r>
              <a:rPr b="0" lang="en-US" sz="1100" strike="noStrike" u="none">
                <a:solidFill>
                  <a:srgbClr val="3d3c38"/>
                </a:solidFill>
                <a:effectLst/>
                <a:uFillTx/>
                <a:latin typeface="Arial"/>
              </a:rPr>
              <a:t>Databricks / Unity Catalog</a:t>
            </a:r>
            <a:endParaRPr b="0" lang="en-US" sz="1100" strike="noStrike" u="none">
              <a:solidFill>
                <a:srgbClr val="000000"/>
              </a:solidFill>
              <a:effectLst/>
              <a:uFillTx/>
              <a:latin typeface="Arial"/>
            </a:endParaRPr>
          </a:p>
        </p:txBody>
      </p:sp>
      <p:cxnSp>
        <p:nvCxnSpPr>
          <p:cNvPr id="942" name="Connector 17"/>
          <p:cNvCxnSpPr/>
          <p:nvPr/>
        </p:nvCxnSpPr>
        <p:spPr>
          <a:xfrm>
            <a:off x="2971800" y="2697480"/>
            <a:ext cx="210600" cy="360"/>
          </a:xfrm>
          <a:prstGeom prst="straightConnector1">
            <a:avLst/>
          </a:prstGeom>
          <a:ln w="25400">
            <a:solidFill>
              <a:srgbClr val="ff612b"/>
            </a:solidFill>
          </a:ln>
        </p:spPr>
      </p:cxnSp>
      <p:cxnSp>
        <p:nvCxnSpPr>
          <p:cNvPr id="943" name="Connector 18"/>
          <p:cNvCxnSpPr/>
          <p:nvPr/>
        </p:nvCxnSpPr>
        <p:spPr>
          <a:xfrm>
            <a:off x="5577840" y="2697480"/>
            <a:ext cx="210600" cy="360"/>
          </a:xfrm>
          <a:prstGeom prst="straightConnector1">
            <a:avLst/>
          </a:prstGeom>
          <a:ln w="25400">
            <a:solidFill>
              <a:srgbClr val="ff612b"/>
            </a:solidFill>
          </a:ln>
        </p:spPr>
      </p:cxnSp>
      <p:cxnSp>
        <p:nvCxnSpPr>
          <p:cNvPr id="944" name="Connector 19"/>
          <p:cNvCxnSpPr/>
          <p:nvPr/>
        </p:nvCxnSpPr>
        <p:spPr>
          <a:xfrm>
            <a:off x="8183520" y="2697480"/>
            <a:ext cx="210960" cy="360"/>
          </a:xfrm>
          <a:prstGeom prst="straightConnector1">
            <a:avLst/>
          </a:prstGeom>
          <a:ln w="25400">
            <a:solidFill>
              <a:srgbClr val="ff612b"/>
            </a:solidFill>
          </a:ln>
        </p:spPr>
      </p:cxnSp>
      <p:sp>
        <p:nvSpPr>
          <p:cNvPr id="945" name="Rounded Rectangle 20"/>
          <p:cNvSpPr/>
          <p:nvPr/>
        </p:nvSpPr>
        <p:spPr>
          <a:xfrm>
            <a:off x="640080" y="3977640"/>
            <a:ext cx="10423800" cy="310680"/>
          </a:xfrm>
          <a:prstGeom prst="roundRect">
            <a:avLst>
              <a:gd name="adj" fmla="val 16667"/>
            </a:avLst>
          </a:prstGeom>
          <a:solidFill>
            <a:srgbClr val="eeebe4"/>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Arial"/>
            </a:endParaRPr>
          </a:p>
        </p:txBody>
      </p:sp>
      <p:sp>
        <p:nvSpPr>
          <p:cNvPr id="946" name="TextBox 21"/>
          <p:cNvSpPr/>
          <p:nvPr/>
        </p:nvSpPr>
        <p:spPr>
          <a:xfrm>
            <a:off x="749880" y="3996000"/>
            <a:ext cx="10204200" cy="246600"/>
          </a:xfrm>
          <a:prstGeom prst="rect">
            <a:avLst/>
          </a:prstGeom>
          <a:noFill/>
          <a:ln w="0">
            <a:noFill/>
          </a:ln>
        </p:spPr>
        <p:style>
          <a:lnRef idx="0"/>
          <a:fillRef idx="0"/>
          <a:effectRef idx="0"/>
          <a:fontRef idx="minor"/>
        </p:style>
        <p:txBody>
          <a:bodyPr wrap="none" lIns="36720" rIns="36720" tIns="36720" bIns="36720" anchor="ctr">
            <a:spAutoFit/>
          </a:bodyPr>
          <a:p>
            <a:pPr>
              <a:lnSpc>
                <a:spcPct val="100000"/>
              </a:lnSpc>
            </a:pPr>
            <a:r>
              <a:rPr b="1" lang="en-US" sz="1000" strike="noStrike" u="none">
                <a:solidFill>
                  <a:srgbClr val="3d3c38"/>
                </a:solidFill>
                <a:effectLst/>
                <a:uFillTx/>
                <a:latin typeface="Arial"/>
              </a:rPr>
              <a:t>DEPLOYMENT OPTIONS REPRESENTED IN THE CODEBASE</a:t>
            </a:r>
            <a:endParaRPr b="0" lang="en-US" sz="1000" strike="noStrike" u="none">
              <a:solidFill>
                <a:srgbClr val="000000"/>
              </a:solidFill>
              <a:effectLst/>
              <a:uFillTx/>
              <a:latin typeface="Arial"/>
            </a:endParaRPr>
          </a:p>
        </p:txBody>
      </p:sp>
      <p:sp>
        <p:nvSpPr>
          <p:cNvPr id="947" name="Rounded Rectangle 22"/>
          <p:cNvSpPr/>
          <p:nvPr/>
        </p:nvSpPr>
        <p:spPr>
          <a:xfrm>
            <a:off x="640080" y="4434840"/>
            <a:ext cx="4891680" cy="1142640"/>
          </a:xfrm>
          <a:prstGeom prst="roundRect">
            <a:avLst>
              <a:gd name="adj" fmla="val 16667"/>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Arial"/>
            </a:endParaRPr>
          </a:p>
        </p:txBody>
      </p:sp>
      <p:sp>
        <p:nvSpPr>
          <p:cNvPr id="948" name="TextBox 23"/>
          <p:cNvSpPr/>
          <p:nvPr/>
        </p:nvSpPr>
        <p:spPr>
          <a:xfrm>
            <a:off x="804600" y="4563000"/>
            <a:ext cx="4562640" cy="31968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300" strike="noStrike" u="none">
                <a:solidFill>
                  <a:srgbClr val="3d3c38"/>
                </a:solidFill>
                <a:effectLst/>
                <a:uFillTx/>
                <a:latin typeface="Arial"/>
              </a:rPr>
              <a:t>Local / web</a:t>
            </a:r>
            <a:endParaRPr b="0" lang="en-US" sz="1300" strike="noStrike" u="none">
              <a:solidFill>
                <a:srgbClr val="000000"/>
              </a:solidFill>
              <a:effectLst/>
              <a:uFillTx/>
              <a:latin typeface="Arial"/>
            </a:endParaRPr>
          </a:p>
        </p:txBody>
      </p:sp>
      <p:sp>
        <p:nvSpPr>
          <p:cNvPr id="949" name="TextBox 24"/>
          <p:cNvSpPr/>
          <p:nvPr/>
        </p:nvSpPr>
        <p:spPr>
          <a:xfrm>
            <a:off x="804600" y="4965120"/>
            <a:ext cx="4562640" cy="484200"/>
          </a:xfrm>
          <a:prstGeom prst="rect">
            <a:avLst/>
          </a:prstGeom>
          <a:noFill/>
          <a:ln w="0">
            <a:noFill/>
          </a:ln>
        </p:spPr>
        <p:style>
          <a:lnRef idx="0"/>
          <a:fillRef idx="0"/>
          <a:effectRef idx="0"/>
          <a:fontRef idx="minor"/>
        </p:style>
        <p:txBody>
          <a:bodyPr lIns="36720" rIns="36720" tIns="36720" bIns="36720" anchor="t">
            <a:normAutofit/>
          </a:bodyPr>
          <a:p>
            <a:pPr>
              <a:lnSpc>
                <a:spcPct val="100000"/>
              </a:lnSpc>
            </a:pPr>
            <a:r>
              <a:rPr b="0" lang="en-US" sz="1000" strike="noStrike" u="none">
                <a:solidFill>
                  <a:srgbClr val="3d3c38"/>
                </a:solidFill>
                <a:effectLst/>
                <a:uFillTx/>
                <a:latin typeface="Arial"/>
              </a:rPr>
              <a:t>Docker Compose for local stack execution • Gunicorn startup configuration</a:t>
            </a:r>
            <a:endParaRPr b="0" lang="en-US" sz="1000" strike="noStrike" u="none">
              <a:solidFill>
                <a:srgbClr val="000000"/>
              </a:solidFill>
              <a:effectLst/>
              <a:uFillTx/>
              <a:latin typeface="Arial"/>
            </a:endParaRPr>
          </a:p>
        </p:txBody>
      </p:sp>
      <p:sp>
        <p:nvSpPr>
          <p:cNvPr id="950" name="Rounded Rectangle 25"/>
          <p:cNvSpPr/>
          <p:nvPr/>
        </p:nvSpPr>
        <p:spPr>
          <a:xfrm>
            <a:off x="5806440" y="4434840"/>
            <a:ext cx="4891680" cy="1142640"/>
          </a:xfrm>
          <a:prstGeom prst="roundRect">
            <a:avLst>
              <a:gd name="adj" fmla="val 16667"/>
            </a:avLst>
          </a:prstGeom>
          <a:solidFill>
            <a:srgbClr val="ffffff"/>
          </a:solidFill>
          <a:ln w="15240">
            <a:solidFill>
              <a:srgbClr val="ff612b"/>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Arial"/>
            </a:endParaRPr>
          </a:p>
        </p:txBody>
      </p:sp>
      <p:sp>
        <p:nvSpPr>
          <p:cNvPr id="951" name="TextBox 26"/>
          <p:cNvSpPr/>
          <p:nvPr/>
        </p:nvSpPr>
        <p:spPr>
          <a:xfrm>
            <a:off x="5970960" y="4563000"/>
            <a:ext cx="4562640" cy="31968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300" strike="noStrike" u="none">
                <a:solidFill>
                  <a:srgbClr val="3d3c38"/>
                </a:solidFill>
                <a:effectLst/>
                <a:uFillTx/>
                <a:latin typeface="Arial"/>
              </a:rPr>
              <a:t>Azure patterns</a:t>
            </a:r>
            <a:endParaRPr b="0" lang="en-US" sz="1300" strike="noStrike" u="none">
              <a:solidFill>
                <a:srgbClr val="000000"/>
              </a:solidFill>
              <a:effectLst/>
              <a:uFillTx/>
              <a:latin typeface="Arial"/>
            </a:endParaRPr>
          </a:p>
        </p:txBody>
      </p:sp>
      <p:sp>
        <p:nvSpPr>
          <p:cNvPr id="952" name="TextBox 27"/>
          <p:cNvSpPr/>
          <p:nvPr/>
        </p:nvSpPr>
        <p:spPr>
          <a:xfrm>
            <a:off x="5970960" y="4965120"/>
            <a:ext cx="4562640" cy="484200"/>
          </a:xfrm>
          <a:prstGeom prst="rect">
            <a:avLst/>
          </a:prstGeom>
          <a:noFill/>
          <a:ln w="0">
            <a:noFill/>
          </a:ln>
        </p:spPr>
        <p:style>
          <a:lnRef idx="0"/>
          <a:fillRef idx="0"/>
          <a:effectRef idx="0"/>
          <a:fontRef idx="minor"/>
        </p:style>
        <p:txBody>
          <a:bodyPr lIns="36720" rIns="36720" tIns="36720" bIns="36720" anchor="t">
            <a:normAutofit/>
          </a:bodyPr>
          <a:p>
            <a:pPr>
              <a:lnSpc>
                <a:spcPct val="100000"/>
              </a:lnSpc>
            </a:pPr>
            <a:r>
              <a:rPr b="0" lang="en-US" sz="1000" strike="noStrike" u="none">
                <a:solidFill>
                  <a:srgbClr val="3d3c38"/>
                </a:solidFill>
                <a:effectLst/>
                <a:uFillTx/>
                <a:latin typeface="Arial"/>
              </a:rPr>
              <a:t>AKS deployment pattern with Secrets / ConfigMaps • Azure App Service startup path</a:t>
            </a:r>
            <a:endParaRPr b="0" lang="en-US" sz="1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3" name="PlaceHolder 1"/>
          <p:cNvSpPr>
            <a:spLocks noGrp="1"/>
          </p:cNvSpPr>
          <p:nvPr>
            <p:ph type="title"/>
          </p:nvPr>
        </p:nvSpPr>
        <p:spPr>
          <a:xfrm>
            <a:off x="468000" y="555480"/>
            <a:ext cx="9600480" cy="303840"/>
          </a:xfrm>
          <a:prstGeom prst="rect">
            <a:avLst/>
          </a:prstGeom>
          <a:noFill/>
          <a:ln w="0">
            <a:noFill/>
          </a:ln>
        </p:spPr>
        <p:txBody>
          <a:bodyPr lIns="18360" rIns="18360" tIns="0" bIns="0" anchor="t">
            <a:noAutofit/>
          </a:bodyPr>
          <a:p>
            <a:pPr indent="0">
              <a:lnSpc>
                <a:spcPct val="100000"/>
              </a:lnSpc>
              <a:buNone/>
            </a:pPr>
            <a:r>
              <a:rPr b="0" lang="en-US" sz="2800" strike="noStrike" u="none">
                <a:solidFill>
                  <a:srgbClr val="3d3c38"/>
                </a:solidFill>
                <a:effectLst/>
                <a:uFillTx/>
                <a:latin typeface="Arial"/>
              </a:rPr>
              <a:t>Recommended Next Steps</a:t>
            </a:r>
            <a:endParaRPr b="0" lang="en-US" sz="2800" strike="noStrike" u="none">
              <a:solidFill>
                <a:srgbClr val="000000"/>
              </a:solidFill>
              <a:effectLst/>
              <a:uFillTx/>
              <a:latin typeface="Arial"/>
            </a:endParaRPr>
          </a:p>
        </p:txBody>
      </p:sp>
      <p:sp>
        <p:nvSpPr>
          <p:cNvPr id="955" name="TextBox 3"/>
          <p:cNvSpPr/>
          <p:nvPr/>
        </p:nvSpPr>
        <p:spPr>
          <a:xfrm>
            <a:off x="594360" y="932760"/>
            <a:ext cx="2285640" cy="25560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000" strike="noStrike" u="none">
                <a:solidFill>
                  <a:srgbClr val="ff612b"/>
                </a:solidFill>
                <a:effectLst/>
                <a:uFillTx/>
                <a:latin typeface="Arial"/>
              </a:rPr>
              <a:t>NEXT</a:t>
            </a:r>
            <a:endParaRPr b="0" lang="en-US" sz="1000" strike="noStrike" u="none">
              <a:solidFill>
                <a:srgbClr val="000000"/>
              </a:solidFill>
              <a:effectLst/>
              <a:uFillTx/>
              <a:latin typeface="Arial"/>
            </a:endParaRPr>
          </a:p>
        </p:txBody>
      </p:sp>
      <p:sp>
        <p:nvSpPr>
          <p:cNvPr id="956" name="TextBox 4"/>
          <p:cNvSpPr/>
          <p:nvPr/>
        </p:nvSpPr>
        <p:spPr>
          <a:xfrm>
            <a:off x="594360" y="1143000"/>
            <a:ext cx="9875160" cy="438480"/>
          </a:xfrm>
          <a:prstGeom prst="rect">
            <a:avLst/>
          </a:prstGeom>
          <a:noFill/>
          <a:ln w="0">
            <a:noFill/>
          </a:ln>
        </p:spPr>
        <p:style>
          <a:lnRef idx="0"/>
          <a:fillRef idx="0"/>
          <a:effectRef idx="0"/>
          <a:fontRef idx="minor"/>
        </p:style>
        <p:txBody>
          <a:bodyPr lIns="36720" rIns="36720" tIns="36720" bIns="36720" anchor="t">
            <a:normAutofit/>
          </a:bodyPr>
          <a:p>
            <a:pPr>
              <a:lnSpc>
                <a:spcPct val="100000"/>
              </a:lnSpc>
            </a:pPr>
            <a:r>
              <a:rPr b="0" lang="en-US" sz="1300" strike="noStrike" u="none">
                <a:solidFill>
                  <a:srgbClr val="8a8780"/>
                </a:solidFill>
                <a:effectLst/>
                <a:uFillTx/>
                <a:latin typeface="Arial"/>
              </a:rPr>
              <a:t>A practical path from a capable platform to a measurable business product.</a:t>
            </a:r>
            <a:endParaRPr b="0" lang="en-US" sz="1300" strike="noStrike" u="none">
              <a:solidFill>
                <a:srgbClr val="000000"/>
              </a:solidFill>
              <a:effectLst/>
              <a:uFillTx/>
              <a:latin typeface="Arial"/>
            </a:endParaRPr>
          </a:p>
        </p:txBody>
      </p:sp>
      <p:sp>
        <p:nvSpPr>
          <p:cNvPr id="957" name="Rounded Rectangle 5"/>
          <p:cNvSpPr/>
          <p:nvPr/>
        </p:nvSpPr>
        <p:spPr>
          <a:xfrm>
            <a:off x="640080" y="1783080"/>
            <a:ext cx="1874160" cy="2514240"/>
          </a:xfrm>
          <a:prstGeom prst="roundRect">
            <a:avLst>
              <a:gd name="adj" fmla="val 16667"/>
            </a:avLst>
          </a:prstGeom>
          <a:solidFill>
            <a:srgbClr val="ffffff"/>
          </a:solidFill>
          <a:ln>
            <a:solidFill>
              <a:srgbClr val="eeebe4"/>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Arial"/>
            </a:endParaRPr>
          </a:p>
        </p:txBody>
      </p:sp>
      <p:sp>
        <p:nvSpPr>
          <p:cNvPr id="958" name="TextBox 6"/>
          <p:cNvSpPr/>
          <p:nvPr/>
        </p:nvSpPr>
        <p:spPr>
          <a:xfrm>
            <a:off x="786240" y="1938600"/>
            <a:ext cx="1581480" cy="31968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300" strike="noStrike" u="none">
                <a:solidFill>
                  <a:srgbClr val="ff612b"/>
                </a:solidFill>
                <a:effectLst/>
                <a:uFillTx/>
                <a:latin typeface="Arial"/>
              </a:rPr>
              <a:t>01</a:t>
            </a:r>
            <a:endParaRPr b="0" lang="en-US" sz="1300" strike="noStrike" u="none">
              <a:solidFill>
                <a:srgbClr val="000000"/>
              </a:solidFill>
              <a:effectLst/>
              <a:uFillTx/>
              <a:latin typeface="Arial"/>
            </a:endParaRPr>
          </a:p>
        </p:txBody>
      </p:sp>
      <p:sp>
        <p:nvSpPr>
          <p:cNvPr id="959" name="TextBox 7"/>
          <p:cNvSpPr/>
          <p:nvPr/>
        </p:nvSpPr>
        <p:spPr>
          <a:xfrm>
            <a:off x="786240" y="2359080"/>
            <a:ext cx="1581480" cy="50256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400" strike="noStrike" u="none">
                <a:solidFill>
                  <a:srgbClr val="3d3c38"/>
                </a:solidFill>
                <a:effectLst/>
                <a:uFillTx/>
                <a:latin typeface="Arial"/>
              </a:rPr>
              <a:t>Measure</a:t>
            </a:r>
            <a:endParaRPr b="0" lang="en-US" sz="1400" strike="noStrike" u="none">
              <a:solidFill>
                <a:srgbClr val="000000"/>
              </a:solidFill>
              <a:effectLst/>
              <a:uFillTx/>
              <a:latin typeface="Arial"/>
            </a:endParaRPr>
          </a:p>
        </p:txBody>
      </p:sp>
      <p:sp>
        <p:nvSpPr>
          <p:cNvPr id="960" name="TextBox 8"/>
          <p:cNvSpPr/>
          <p:nvPr/>
        </p:nvSpPr>
        <p:spPr>
          <a:xfrm>
            <a:off x="786240" y="2971800"/>
            <a:ext cx="1581480" cy="1051200"/>
          </a:xfrm>
          <a:prstGeom prst="rect">
            <a:avLst/>
          </a:prstGeom>
          <a:noFill/>
          <a:ln w="0">
            <a:noFill/>
          </a:ln>
        </p:spPr>
        <p:style>
          <a:lnRef idx="0"/>
          <a:fillRef idx="0"/>
          <a:effectRef idx="0"/>
          <a:fontRef idx="minor"/>
        </p:style>
        <p:txBody>
          <a:bodyPr lIns="36720" rIns="36720" tIns="36720" bIns="36720" anchor="t">
            <a:normAutofit/>
          </a:bodyPr>
          <a:p>
            <a:pPr>
              <a:lnSpc>
                <a:spcPct val="100000"/>
              </a:lnSpc>
            </a:pPr>
            <a:r>
              <a:rPr b="0" lang="en-US" sz="950" strike="noStrike" u="none">
                <a:solidFill>
                  <a:srgbClr val="3d3c38"/>
                </a:solidFill>
                <a:effectLst/>
                <a:uFillTx/>
                <a:latin typeface="Arial"/>
              </a:rPr>
              <a:t>Baseline search latency, query latency, user effort and repeat-query rates.</a:t>
            </a:r>
            <a:endParaRPr b="0" lang="en-US" sz="950" strike="noStrike" u="none">
              <a:solidFill>
                <a:srgbClr val="000000"/>
              </a:solidFill>
              <a:effectLst/>
              <a:uFillTx/>
              <a:latin typeface="Arial"/>
            </a:endParaRPr>
          </a:p>
        </p:txBody>
      </p:sp>
      <p:sp>
        <p:nvSpPr>
          <p:cNvPr id="961" name="Rounded Rectangle 9"/>
          <p:cNvSpPr/>
          <p:nvPr/>
        </p:nvSpPr>
        <p:spPr>
          <a:xfrm>
            <a:off x="2715840" y="1783080"/>
            <a:ext cx="1874160" cy="2514240"/>
          </a:xfrm>
          <a:prstGeom prst="roundRect">
            <a:avLst>
              <a:gd name="adj" fmla="val 16667"/>
            </a:avLst>
          </a:prstGeom>
          <a:solidFill>
            <a:srgbClr val="ffffff"/>
          </a:solidFill>
          <a:ln>
            <a:solidFill>
              <a:srgbClr val="eeebe4"/>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Arial"/>
            </a:endParaRPr>
          </a:p>
        </p:txBody>
      </p:sp>
      <p:sp>
        <p:nvSpPr>
          <p:cNvPr id="962" name="TextBox 10"/>
          <p:cNvSpPr/>
          <p:nvPr/>
        </p:nvSpPr>
        <p:spPr>
          <a:xfrm>
            <a:off x="2862000" y="1938600"/>
            <a:ext cx="1581480" cy="31968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300" strike="noStrike" u="none">
                <a:solidFill>
                  <a:srgbClr val="ff612b"/>
                </a:solidFill>
                <a:effectLst/>
                <a:uFillTx/>
                <a:latin typeface="Arial"/>
              </a:rPr>
              <a:t>02</a:t>
            </a:r>
            <a:endParaRPr b="0" lang="en-US" sz="1300" strike="noStrike" u="none">
              <a:solidFill>
                <a:srgbClr val="000000"/>
              </a:solidFill>
              <a:effectLst/>
              <a:uFillTx/>
              <a:latin typeface="Arial"/>
            </a:endParaRPr>
          </a:p>
        </p:txBody>
      </p:sp>
      <p:sp>
        <p:nvSpPr>
          <p:cNvPr id="963" name="TextBox 11"/>
          <p:cNvSpPr/>
          <p:nvPr/>
        </p:nvSpPr>
        <p:spPr>
          <a:xfrm>
            <a:off x="2862000" y="2359080"/>
            <a:ext cx="1581480" cy="50256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400" strike="noStrike" u="none">
                <a:solidFill>
                  <a:srgbClr val="3d3c38"/>
                </a:solidFill>
                <a:effectLst/>
                <a:uFillTx/>
                <a:latin typeface="Arial"/>
              </a:rPr>
              <a:t>Harden</a:t>
            </a:r>
            <a:endParaRPr b="0" lang="en-US" sz="1400" strike="noStrike" u="none">
              <a:solidFill>
                <a:srgbClr val="000000"/>
              </a:solidFill>
              <a:effectLst/>
              <a:uFillTx/>
              <a:latin typeface="Arial"/>
            </a:endParaRPr>
          </a:p>
        </p:txBody>
      </p:sp>
      <p:sp>
        <p:nvSpPr>
          <p:cNvPr id="964" name="TextBox 12"/>
          <p:cNvSpPr/>
          <p:nvPr/>
        </p:nvSpPr>
        <p:spPr>
          <a:xfrm>
            <a:off x="2862000" y="2971800"/>
            <a:ext cx="1581480" cy="1051200"/>
          </a:xfrm>
          <a:prstGeom prst="rect">
            <a:avLst/>
          </a:prstGeom>
          <a:noFill/>
          <a:ln w="0">
            <a:noFill/>
          </a:ln>
        </p:spPr>
        <p:style>
          <a:lnRef idx="0"/>
          <a:fillRef idx="0"/>
          <a:effectRef idx="0"/>
          <a:fontRef idx="minor"/>
        </p:style>
        <p:txBody>
          <a:bodyPr lIns="36720" rIns="36720" tIns="36720" bIns="36720" anchor="t">
            <a:normAutofit/>
          </a:bodyPr>
          <a:p>
            <a:pPr>
              <a:lnSpc>
                <a:spcPct val="100000"/>
              </a:lnSpc>
            </a:pPr>
            <a:r>
              <a:rPr b="0" lang="en-US" sz="950" strike="noStrike" u="none">
                <a:solidFill>
                  <a:srgbClr val="3d3c38"/>
                </a:solidFill>
                <a:effectLst/>
                <a:uFillTx/>
                <a:latin typeface="Arial"/>
              </a:rPr>
              <a:t>Complete security, audit, PHI handling, observability and failure-recovery validation.</a:t>
            </a:r>
            <a:endParaRPr b="0" lang="en-US" sz="950" strike="noStrike" u="none">
              <a:solidFill>
                <a:srgbClr val="000000"/>
              </a:solidFill>
              <a:effectLst/>
              <a:uFillTx/>
              <a:latin typeface="Arial"/>
            </a:endParaRPr>
          </a:p>
        </p:txBody>
      </p:sp>
      <p:sp>
        <p:nvSpPr>
          <p:cNvPr id="965" name="Rounded Rectangle 13"/>
          <p:cNvSpPr/>
          <p:nvPr/>
        </p:nvSpPr>
        <p:spPr>
          <a:xfrm>
            <a:off x="4791600" y="1783080"/>
            <a:ext cx="1874160" cy="2514240"/>
          </a:xfrm>
          <a:prstGeom prst="roundRect">
            <a:avLst>
              <a:gd name="adj" fmla="val 16667"/>
            </a:avLst>
          </a:prstGeom>
          <a:solidFill>
            <a:srgbClr val="ffffff"/>
          </a:solidFill>
          <a:ln>
            <a:solidFill>
              <a:srgbClr val="eeebe4"/>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Arial"/>
            </a:endParaRPr>
          </a:p>
        </p:txBody>
      </p:sp>
      <p:sp>
        <p:nvSpPr>
          <p:cNvPr id="966" name="TextBox 14"/>
          <p:cNvSpPr/>
          <p:nvPr/>
        </p:nvSpPr>
        <p:spPr>
          <a:xfrm>
            <a:off x="4937760" y="1938600"/>
            <a:ext cx="1581480" cy="31968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300" strike="noStrike" u="none">
                <a:solidFill>
                  <a:srgbClr val="ff612b"/>
                </a:solidFill>
                <a:effectLst/>
                <a:uFillTx/>
                <a:latin typeface="Arial"/>
              </a:rPr>
              <a:t>03</a:t>
            </a:r>
            <a:endParaRPr b="0" lang="en-US" sz="1300" strike="noStrike" u="none">
              <a:solidFill>
                <a:srgbClr val="000000"/>
              </a:solidFill>
              <a:effectLst/>
              <a:uFillTx/>
              <a:latin typeface="Arial"/>
            </a:endParaRPr>
          </a:p>
        </p:txBody>
      </p:sp>
      <p:sp>
        <p:nvSpPr>
          <p:cNvPr id="967" name="TextBox 15"/>
          <p:cNvSpPr/>
          <p:nvPr/>
        </p:nvSpPr>
        <p:spPr>
          <a:xfrm>
            <a:off x="4937760" y="2359080"/>
            <a:ext cx="1581480" cy="50256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400" strike="noStrike" u="none">
                <a:solidFill>
                  <a:srgbClr val="3d3c38"/>
                </a:solidFill>
                <a:effectLst/>
                <a:uFillTx/>
                <a:latin typeface="Arial"/>
              </a:rPr>
              <a:t>Pilot</a:t>
            </a:r>
            <a:endParaRPr b="0" lang="en-US" sz="1400" strike="noStrike" u="none">
              <a:solidFill>
                <a:srgbClr val="000000"/>
              </a:solidFill>
              <a:effectLst/>
              <a:uFillTx/>
              <a:latin typeface="Arial"/>
            </a:endParaRPr>
          </a:p>
        </p:txBody>
      </p:sp>
      <p:sp>
        <p:nvSpPr>
          <p:cNvPr id="968" name="TextBox 16"/>
          <p:cNvSpPr/>
          <p:nvPr/>
        </p:nvSpPr>
        <p:spPr>
          <a:xfrm>
            <a:off x="4937760" y="2971800"/>
            <a:ext cx="1581480" cy="1051200"/>
          </a:xfrm>
          <a:prstGeom prst="rect">
            <a:avLst/>
          </a:prstGeom>
          <a:noFill/>
          <a:ln w="0">
            <a:noFill/>
          </a:ln>
        </p:spPr>
        <p:style>
          <a:lnRef idx="0"/>
          <a:fillRef idx="0"/>
          <a:effectRef idx="0"/>
          <a:fontRef idx="minor"/>
        </p:style>
        <p:txBody>
          <a:bodyPr lIns="36720" rIns="36720" tIns="36720" bIns="36720" anchor="t">
            <a:normAutofit/>
          </a:bodyPr>
          <a:p>
            <a:pPr>
              <a:lnSpc>
                <a:spcPct val="100000"/>
              </a:lnSpc>
            </a:pPr>
            <a:r>
              <a:rPr b="0" lang="en-US" sz="950" strike="noStrike" u="none">
                <a:solidFill>
                  <a:srgbClr val="3d3c38"/>
                </a:solidFill>
                <a:effectLst/>
                <a:uFillTx/>
                <a:latin typeface="Arial"/>
              </a:rPr>
              <a:t>Run with a focused user group and track adoption, successful-answer rate and time-to-insight.</a:t>
            </a:r>
            <a:endParaRPr b="0" lang="en-US" sz="950" strike="noStrike" u="none">
              <a:solidFill>
                <a:srgbClr val="000000"/>
              </a:solidFill>
              <a:effectLst/>
              <a:uFillTx/>
              <a:latin typeface="Arial"/>
            </a:endParaRPr>
          </a:p>
        </p:txBody>
      </p:sp>
      <p:sp>
        <p:nvSpPr>
          <p:cNvPr id="969" name="Rounded Rectangle 17"/>
          <p:cNvSpPr/>
          <p:nvPr/>
        </p:nvSpPr>
        <p:spPr>
          <a:xfrm>
            <a:off x="6867000" y="1783080"/>
            <a:ext cx="1874160" cy="2514240"/>
          </a:xfrm>
          <a:prstGeom prst="roundRect">
            <a:avLst>
              <a:gd name="adj" fmla="val 16667"/>
            </a:avLst>
          </a:prstGeom>
          <a:solidFill>
            <a:srgbClr val="ffffff"/>
          </a:solidFill>
          <a:ln>
            <a:solidFill>
              <a:srgbClr val="eeebe4"/>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Arial"/>
            </a:endParaRPr>
          </a:p>
        </p:txBody>
      </p:sp>
      <p:sp>
        <p:nvSpPr>
          <p:cNvPr id="970" name="TextBox 18"/>
          <p:cNvSpPr/>
          <p:nvPr/>
        </p:nvSpPr>
        <p:spPr>
          <a:xfrm>
            <a:off x="7013520" y="1938600"/>
            <a:ext cx="1581480" cy="31968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300" strike="noStrike" u="none">
                <a:solidFill>
                  <a:srgbClr val="ff612b"/>
                </a:solidFill>
                <a:effectLst/>
                <a:uFillTx/>
                <a:latin typeface="Arial"/>
              </a:rPr>
              <a:t>04</a:t>
            </a:r>
            <a:endParaRPr b="0" lang="en-US" sz="1300" strike="noStrike" u="none">
              <a:solidFill>
                <a:srgbClr val="000000"/>
              </a:solidFill>
              <a:effectLst/>
              <a:uFillTx/>
              <a:latin typeface="Arial"/>
            </a:endParaRPr>
          </a:p>
        </p:txBody>
      </p:sp>
      <p:sp>
        <p:nvSpPr>
          <p:cNvPr id="971" name="TextBox 19"/>
          <p:cNvSpPr/>
          <p:nvPr/>
        </p:nvSpPr>
        <p:spPr>
          <a:xfrm>
            <a:off x="7013520" y="2359080"/>
            <a:ext cx="1581480" cy="50256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400" strike="noStrike" u="none">
                <a:solidFill>
                  <a:srgbClr val="3d3c38"/>
                </a:solidFill>
                <a:effectLst/>
                <a:uFillTx/>
                <a:latin typeface="Arial"/>
              </a:rPr>
              <a:t>Scale</a:t>
            </a:r>
            <a:endParaRPr b="0" lang="en-US" sz="1400" strike="noStrike" u="none">
              <a:solidFill>
                <a:srgbClr val="000000"/>
              </a:solidFill>
              <a:effectLst/>
              <a:uFillTx/>
              <a:latin typeface="Arial"/>
            </a:endParaRPr>
          </a:p>
        </p:txBody>
      </p:sp>
      <p:sp>
        <p:nvSpPr>
          <p:cNvPr id="972" name="TextBox 20"/>
          <p:cNvSpPr/>
          <p:nvPr/>
        </p:nvSpPr>
        <p:spPr>
          <a:xfrm>
            <a:off x="7013520" y="2971800"/>
            <a:ext cx="1581480" cy="1051200"/>
          </a:xfrm>
          <a:prstGeom prst="rect">
            <a:avLst/>
          </a:prstGeom>
          <a:noFill/>
          <a:ln w="0">
            <a:noFill/>
          </a:ln>
        </p:spPr>
        <p:style>
          <a:lnRef idx="0"/>
          <a:fillRef idx="0"/>
          <a:effectRef idx="0"/>
          <a:fontRef idx="minor"/>
        </p:style>
        <p:txBody>
          <a:bodyPr lIns="36720" rIns="36720" tIns="36720" bIns="36720" anchor="t">
            <a:normAutofit/>
          </a:bodyPr>
          <a:p>
            <a:pPr>
              <a:lnSpc>
                <a:spcPct val="100000"/>
              </a:lnSpc>
            </a:pPr>
            <a:r>
              <a:rPr b="0" lang="en-US" sz="950" strike="noStrike" u="none">
                <a:solidFill>
                  <a:srgbClr val="3d3c38"/>
                </a:solidFill>
                <a:effectLst/>
                <a:uFillTx/>
                <a:latin typeface="Arial"/>
              </a:rPr>
              <a:t>Tune caching, concurrency, warehouse usage and capacity based on real workloads.</a:t>
            </a:r>
            <a:endParaRPr b="0" lang="en-US" sz="950" strike="noStrike" u="none">
              <a:solidFill>
                <a:srgbClr val="000000"/>
              </a:solidFill>
              <a:effectLst/>
              <a:uFillTx/>
              <a:latin typeface="Arial"/>
            </a:endParaRPr>
          </a:p>
        </p:txBody>
      </p:sp>
      <p:sp>
        <p:nvSpPr>
          <p:cNvPr id="973" name="Rounded Rectangle 21"/>
          <p:cNvSpPr/>
          <p:nvPr/>
        </p:nvSpPr>
        <p:spPr>
          <a:xfrm>
            <a:off x="8942760" y="1783080"/>
            <a:ext cx="1874160" cy="2514240"/>
          </a:xfrm>
          <a:prstGeom prst="roundRect">
            <a:avLst>
              <a:gd name="adj" fmla="val 16667"/>
            </a:avLst>
          </a:prstGeom>
          <a:solidFill>
            <a:srgbClr val="ffffff"/>
          </a:solidFill>
          <a:ln>
            <a:solidFill>
              <a:srgbClr val="eeebe4"/>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Arial"/>
            </a:endParaRPr>
          </a:p>
        </p:txBody>
      </p:sp>
      <p:sp>
        <p:nvSpPr>
          <p:cNvPr id="974" name="TextBox 22"/>
          <p:cNvSpPr/>
          <p:nvPr/>
        </p:nvSpPr>
        <p:spPr>
          <a:xfrm>
            <a:off x="9089280" y="1938600"/>
            <a:ext cx="1581480" cy="31968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300" strike="noStrike" u="none">
                <a:solidFill>
                  <a:srgbClr val="ff612b"/>
                </a:solidFill>
                <a:effectLst/>
                <a:uFillTx/>
                <a:latin typeface="Arial"/>
              </a:rPr>
              <a:t>05</a:t>
            </a:r>
            <a:endParaRPr b="0" lang="en-US" sz="1300" strike="noStrike" u="none">
              <a:solidFill>
                <a:srgbClr val="000000"/>
              </a:solidFill>
              <a:effectLst/>
              <a:uFillTx/>
              <a:latin typeface="Arial"/>
            </a:endParaRPr>
          </a:p>
        </p:txBody>
      </p:sp>
      <p:sp>
        <p:nvSpPr>
          <p:cNvPr id="975" name="TextBox 23"/>
          <p:cNvSpPr/>
          <p:nvPr/>
        </p:nvSpPr>
        <p:spPr>
          <a:xfrm>
            <a:off x="9089280" y="2359080"/>
            <a:ext cx="1581480" cy="502560"/>
          </a:xfrm>
          <a:prstGeom prst="rect">
            <a:avLst/>
          </a:prstGeom>
          <a:noFill/>
          <a:ln w="0">
            <a:noFill/>
          </a:ln>
        </p:spPr>
        <p:style>
          <a:lnRef idx="0"/>
          <a:fillRef idx="0"/>
          <a:effectRef idx="0"/>
          <a:fontRef idx="minor"/>
        </p:style>
        <p:txBody>
          <a:bodyPr wrap="none" lIns="36720" rIns="36720" tIns="36720" bIns="36720" anchor="t">
            <a:spAutoFit/>
          </a:bodyPr>
          <a:p>
            <a:pPr>
              <a:lnSpc>
                <a:spcPct val="100000"/>
              </a:lnSpc>
            </a:pPr>
            <a:r>
              <a:rPr b="1" lang="en-US" sz="1400" strike="noStrike" u="none">
                <a:solidFill>
                  <a:srgbClr val="3d3c38"/>
                </a:solidFill>
                <a:effectLst/>
                <a:uFillTx/>
                <a:latin typeface="Arial"/>
              </a:rPr>
              <a:t>Expand</a:t>
            </a:r>
            <a:endParaRPr b="0" lang="en-US" sz="1400" strike="noStrike" u="none">
              <a:solidFill>
                <a:srgbClr val="000000"/>
              </a:solidFill>
              <a:effectLst/>
              <a:uFillTx/>
              <a:latin typeface="Arial"/>
            </a:endParaRPr>
          </a:p>
        </p:txBody>
      </p:sp>
      <p:sp>
        <p:nvSpPr>
          <p:cNvPr id="976" name="TextBox 24"/>
          <p:cNvSpPr/>
          <p:nvPr/>
        </p:nvSpPr>
        <p:spPr>
          <a:xfrm>
            <a:off x="9089280" y="2971800"/>
            <a:ext cx="1581480" cy="1051200"/>
          </a:xfrm>
          <a:prstGeom prst="rect">
            <a:avLst/>
          </a:prstGeom>
          <a:noFill/>
          <a:ln w="0">
            <a:noFill/>
          </a:ln>
        </p:spPr>
        <p:style>
          <a:lnRef idx="0"/>
          <a:fillRef idx="0"/>
          <a:effectRef idx="0"/>
          <a:fontRef idx="minor"/>
        </p:style>
        <p:txBody>
          <a:bodyPr lIns="36720" rIns="36720" tIns="36720" bIns="36720" anchor="t">
            <a:normAutofit/>
          </a:bodyPr>
          <a:p>
            <a:pPr>
              <a:lnSpc>
                <a:spcPct val="100000"/>
              </a:lnSpc>
            </a:pPr>
            <a:r>
              <a:rPr b="0" lang="en-US" sz="950" strike="noStrike" u="none">
                <a:solidFill>
                  <a:srgbClr val="3d3c38"/>
                </a:solidFill>
                <a:effectLst/>
                <a:uFillTx/>
                <a:latin typeface="Arial"/>
              </a:rPr>
              <a:t>Add validated use cases: anomaly detection, comparative analytics, automated summaries and visual insights.</a:t>
            </a:r>
            <a:endParaRPr b="0" lang="en-US" sz="950" strike="noStrike" u="none">
              <a:solidFill>
                <a:srgbClr val="000000"/>
              </a:solidFill>
              <a:effectLst/>
              <a:uFillTx/>
              <a:latin typeface="Arial"/>
            </a:endParaRPr>
          </a:p>
        </p:txBody>
      </p:sp>
      <p:sp>
        <p:nvSpPr>
          <p:cNvPr id="977" name="TextBox 25"/>
          <p:cNvSpPr/>
          <p:nvPr/>
        </p:nvSpPr>
        <p:spPr>
          <a:xfrm>
            <a:off x="685800" y="4663440"/>
            <a:ext cx="9966600" cy="685440"/>
          </a:xfrm>
          <a:prstGeom prst="rect">
            <a:avLst/>
          </a:prstGeom>
          <a:noFill/>
          <a:ln w="0">
            <a:noFill/>
          </a:ln>
        </p:spPr>
        <p:style>
          <a:lnRef idx="0"/>
          <a:fillRef idx="0"/>
          <a:effectRef idx="0"/>
          <a:fontRef idx="minor"/>
        </p:style>
        <p:txBody>
          <a:bodyPr wrap="none" lIns="36720" rIns="36720" tIns="36720" bIns="36720" anchor="t">
            <a:spAutoFit/>
          </a:bodyPr>
          <a:p>
            <a:pPr algn="ctr">
              <a:lnSpc>
                <a:spcPct val="100000"/>
              </a:lnSpc>
            </a:pPr>
            <a:r>
              <a:rPr b="1" lang="en-US" sz="1700" strike="noStrike" u="none">
                <a:solidFill>
                  <a:srgbClr val="ff612b"/>
                </a:solidFill>
                <a:effectLst/>
                <a:uFillTx/>
                <a:latin typeface="Arial"/>
              </a:rPr>
              <a:t>Project message: search once → understand the journey → ask the next question → analyze.</a:t>
            </a:r>
            <a:endParaRPr b="0" lang="en-US" sz="1700" strike="noStrike" u="none">
              <a:solidFill>
                <a:srgbClr val="000000"/>
              </a:solidFill>
              <a:effectLst/>
              <a:uFillTx/>
              <a:latin typeface="Arial"/>
            </a:endParaRPr>
          </a:p>
        </p:txBody>
      </p:sp>
      <p:sp>
        <p:nvSpPr>
          <p:cNvPr id="978" name="TextBox 26"/>
          <p:cNvSpPr/>
          <p:nvPr/>
        </p:nvSpPr>
        <p:spPr>
          <a:xfrm>
            <a:off x="822960" y="5349240"/>
            <a:ext cx="9783720" cy="365400"/>
          </a:xfrm>
          <a:prstGeom prst="rect">
            <a:avLst/>
          </a:prstGeom>
          <a:noFill/>
          <a:ln w="0">
            <a:noFill/>
          </a:ln>
        </p:spPr>
        <p:style>
          <a:lnRef idx="0"/>
          <a:fillRef idx="0"/>
          <a:effectRef idx="0"/>
          <a:fontRef idx="minor"/>
        </p:style>
        <p:txBody>
          <a:bodyPr wrap="none" lIns="36720" rIns="36720" tIns="36720" bIns="36720" anchor="t">
            <a:spAutoFit/>
          </a:bodyPr>
          <a:p>
            <a:pPr algn="ctr">
              <a:lnSpc>
                <a:spcPct val="100000"/>
              </a:lnSpc>
            </a:pPr>
            <a:r>
              <a:rPr b="0" lang="en-US" sz="1200" strike="noStrike" u="none">
                <a:solidFill>
                  <a:srgbClr val="8a8780"/>
                </a:solidFill>
                <a:effectLst/>
                <a:uFillTx/>
                <a:latin typeface="Arial"/>
              </a:rPr>
              <a:t>Success = faster, safer and more consistent answers to real patient-data questions.</a:t>
            </a:r>
            <a:endParaRPr b="0" lang="en-US" sz="1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ptum Theme">
  <a:themeElements>
    <a:clrScheme name="Optum Color Palette 2025">
      <a:dk1>
        <a:srgbClr val="3d3c38"/>
      </a:dk1>
      <a:lt1>
        <a:srgbClr val="ffffff"/>
      </a:lt1>
      <a:dk2>
        <a:srgbClr val="ff612b"/>
      </a:dk2>
      <a:lt2>
        <a:srgbClr val="faf8f2"/>
      </a:lt2>
      <a:accent1>
        <a:srgbClr val="3d3c38"/>
      </a:accent1>
      <a:accent2>
        <a:srgbClr val="3d3c38"/>
      </a:accent2>
      <a:accent3>
        <a:srgbClr val="3d3c38"/>
      </a:accent3>
      <a:accent4>
        <a:srgbClr val="3d3c38"/>
      </a:accent4>
      <a:accent5>
        <a:srgbClr val="3d3c38"/>
      </a:accent5>
      <a:accent6>
        <a:srgbClr val="3d3c38"/>
      </a:accent6>
      <a:hlink>
        <a:srgbClr val="095f87"/>
      </a:hlink>
      <a:folHlink>
        <a:srgbClr val="3d3c38"/>
      </a:folHlink>
    </a:clrScheme>
    <a:fontScheme name="Optum Microsoft">
      <a:majorFont>
        <a:latin typeface="Georgia Pro" pitchFamily="0" charset="1"/>
        <a:ea typeface=""/>
        <a:cs typeface=""/>
      </a:majorFont>
      <a:minorFont>
        <a:latin typeface="Arial"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18104</TotalTime>
  <Application>LibreOffice/25.2.3.2$Linux_X86_64 LibreOffice_project/520$Build-2</Application>
  <AppVersion>15.0000</AppVersion>
  <Words>671</Words>
  <Paragraphs>101</Paragraphs>
  <Company>Optum</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category>Template</cp:category>
  <dcterms:created xsi:type="dcterms:W3CDTF">2021-11-12T17:42:18Z</dcterms:created>
  <dc:creator/>
  <dc:description>Optum 2026 template developed by Creative Partners. On-screen.</dc:description>
  <dc:language>en-US</dc:language>
  <cp:lastModifiedBy>Matovich, Kevin M</cp:lastModifiedBy>
  <dcterms:modified xsi:type="dcterms:W3CDTF">2026-07-30T15:50:19Z</dcterms:modified>
  <cp:revision>438</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HiddenSlides">
    <vt:r8>6</vt:r8>
  </property>
  <property fmtid="{D5CDD505-2E9C-101B-9397-08002B2CF9AE}" pid="3" name="MSIP_Label_a8a73c85-e524-44a6-bd58-7df7ef87be8f_ActionId">
    <vt:lpwstr>fcb19dc5-14ab-4116-aa19-a277cf1f39a9</vt:lpwstr>
  </property>
  <property fmtid="{D5CDD505-2E9C-101B-9397-08002B2CF9AE}" pid="4" name="MSIP_Label_a8a73c85-e524-44a6-bd58-7df7ef87be8f_ContentBits">
    <vt:lpwstr>0</vt:lpwstr>
  </property>
  <property fmtid="{D5CDD505-2E9C-101B-9397-08002B2CF9AE}" pid="5" name="MSIP_Label_a8a73c85-e524-44a6-bd58-7df7ef87be8f_Enabled">
    <vt:lpwstr>true</vt:lpwstr>
  </property>
  <property fmtid="{D5CDD505-2E9C-101B-9397-08002B2CF9AE}" pid="6" name="MSIP_Label_a8a73c85-e524-44a6-bd58-7df7ef87be8f_Method">
    <vt:lpwstr>Privileged</vt:lpwstr>
  </property>
  <property fmtid="{D5CDD505-2E9C-101B-9397-08002B2CF9AE}" pid="7" name="MSIP_Label_a8a73c85-e524-44a6-bd58-7df7ef87be8f_Name">
    <vt:lpwstr>Internal Label</vt:lpwstr>
  </property>
  <property fmtid="{D5CDD505-2E9C-101B-9397-08002B2CF9AE}" pid="8" name="MSIP_Label_a8a73c85-e524-44a6-bd58-7df7ef87be8f_SetDate">
    <vt:lpwstr>2022-09-27T13:37:14Z</vt:lpwstr>
  </property>
  <property fmtid="{D5CDD505-2E9C-101B-9397-08002B2CF9AE}" pid="9" name="MSIP_Label_a8a73c85-e524-44a6-bd58-7df7ef87be8f_SiteId">
    <vt:lpwstr>db05faca-c82a-4b9d-b9c5-0f64b6755421</vt:lpwstr>
  </property>
  <property fmtid="{D5CDD505-2E9C-101B-9397-08002B2CF9AE}" pid="10" name="PresentationFormat">
    <vt:lpwstr>Widescreen</vt:lpwstr>
  </property>
  <property fmtid="{D5CDD505-2E9C-101B-9397-08002B2CF9AE}" pid="11" name="Slides">
    <vt:r8>48</vt:r8>
  </property>
</Properties>
</file>